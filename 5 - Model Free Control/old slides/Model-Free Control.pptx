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customXml/itemProps6.xml" ContentType="application/vnd.openxmlformats-officedocument.customXmlProperties+xml"/>
  <Override PartName="/customXml/itemProps7.xml" ContentType="application/vnd.openxmlformats-officedocument.customXmlProperties+xml"/>
  <Override PartName="/customXml/itemProps8.xml" ContentType="application/vnd.openxmlformats-officedocument.customXmlProperties+xml"/>
  <Override PartName="/customXml/itemProps9.xml" ContentType="application/vnd.openxmlformats-officedocument.customXmlProperties+xml"/>
  <Override PartName="/customXml/itemProps10.xml" ContentType="application/vnd.openxmlformats-officedocument.customXmlProperties+xml"/>
  <Override PartName="/customXml/itemProps11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media/image5.jpg" ContentType="image/pn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media/image26.jpg" ContentType="image/png"/>
  <Override PartName="/ppt/media/image27.jpg" ContentType="image/png"/>
  <Override PartName="/ppt/media/image28.jpg" ContentType="image/png"/>
  <Override PartName="/ppt/media/image29.jpg" ContentType="image/png"/>
  <Override PartName="/ppt/notesSlides/notesSlide3.xml" ContentType="application/vnd.openxmlformats-officedocument.presentationml.notesSlide+xml"/>
  <Override PartName="/ppt/media/image31.jpg" ContentType="image/png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media/image32.jpg" ContentType="image/png"/>
  <Override PartName="/ppt/media/image33.jpg" ContentType="image/png"/>
  <Override PartName="/ppt/media/image34.jpg" ContentType="image/png"/>
  <Override PartName="/ppt/media/image35.jpg" ContentType="image/png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2"/>
    <p:sldMasterId id="2147483660" r:id="rId13"/>
  </p:sldMasterIdLst>
  <p:notesMasterIdLst>
    <p:notesMasterId r:id="rId65"/>
  </p:notesMasterIdLst>
  <p:sldIdLst>
    <p:sldId id="391" r:id="rId14"/>
    <p:sldId id="429" r:id="rId15"/>
    <p:sldId id="414" r:id="rId16"/>
    <p:sldId id="427" r:id="rId17"/>
    <p:sldId id="413" r:id="rId18"/>
    <p:sldId id="428" r:id="rId19"/>
    <p:sldId id="425" r:id="rId20"/>
    <p:sldId id="377" r:id="rId21"/>
    <p:sldId id="395" r:id="rId22"/>
    <p:sldId id="394" r:id="rId23"/>
    <p:sldId id="396" r:id="rId24"/>
    <p:sldId id="397" r:id="rId25"/>
    <p:sldId id="398" r:id="rId26"/>
    <p:sldId id="399" r:id="rId27"/>
    <p:sldId id="400" r:id="rId28"/>
    <p:sldId id="401" r:id="rId29"/>
    <p:sldId id="403" r:id="rId30"/>
    <p:sldId id="402" r:id="rId31"/>
    <p:sldId id="404" r:id="rId32"/>
    <p:sldId id="405" r:id="rId33"/>
    <p:sldId id="406" r:id="rId34"/>
    <p:sldId id="407" r:id="rId35"/>
    <p:sldId id="409" r:id="rId36"/>
    <p:sldId id="408" r:id="rId37"/>
    <p:sldId id="410" r:id="rId38"/>
    <p:sldId id="412" r:id="rId39"/>
    <p:sldId id="411" r:id="rId40"/>
    <p:sldId id="419" r:id="rId41"/>
    <p:sldId id="415" r:id="rId42"/>
    <p:sldId id="416" r:id="rId43"/>
    <p:sldId id="417" r:id="rId44"/>
    <p:sldId id="431" r:id="rId45"/>
    <p:sldId id="432" r:id="rId46"/>
    <p:sldId id="433" r:id="rId47"/>
    <p:sldId id="434" r:id="rId48"/>
    <p:sldId id="435" r:id="rId49"/>
    <p:sldId id="436" r:id="rId50"/>
    <p:sldId id="418" r:id="rId51"/>
    <p:sldId id="437" r:id="rId52"/>
    <p:sldId id="438" r:id="rId53"/>
    <p:sldId id="420" r:id="rId54"/>
    <p:sldId id="422" r:id="rId55"/>
    <p:sldId id="423" r:id="rId56"/>
    <p:sldId id="440" r:id="rId57"/>
    <p:sldId id="443" r:id="rId58"/>
    <p:sldId id="445" r:id="rId59"/>
    <p:sldId id="444" r:id="rId60"/>
    <p:sldId id="421" r:id="rId61"/>
    <p:sldId id="446" r:id="rId62"/>
    <p:sldId id="424" r:id="rId63"/>
    <p:sldId id="305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6600"/>
    <a:srgbClr val="CC6600"/>
    <a:srgbClr val="A47D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9593CD-5AD2-4147-9D22-1F465D519112}" v="15" dt="2021-05-30T13:07:18.51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47" autoAdjust="0"/>
    <p:restoredTop sz="86359" autoAdjust="0"/>
  </p:normalViewPr>
  <p:slideViewPr>
    <p:cSldViewPr snapToGrid="0">
      <p:cViewPr varScale="1">
        <p:scale>
          <a:sx n="79" d="100"/>
          <a:sy n="79" d="100"/>
        </p:scale>
        <p:origin x="120" y="13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13.xml"/><Relationship Id="rId21" Type="http://schemas.openxmlformats.org/officeDocument/2006/relationships/slide" Target="slides/slide8.xml"/><Relationship Id="rId42" Type="http://schemas.openxmlformats.org/officeDocument/2006/relationships/slide" Target="slides/slide29.xml"/><Relationship Id="rId47" Type="http://schemas.openxmlformats.org/officeDocument/2006/relationships/slide" Target="slides/slide34.xml"/><Relationship Id="rId63" Type="http://schemas.openxmlformats.org/officeDocument/2006/relationships/slide" Target="slides/slide50.xml"/><Relationship Id="rId68" Type="http://schemas.openxmlformats.org/officeDocument/2006/relationships/theme" Target="theme/theme1.xml"/><Relationship Id="rId7" Type="http://schemas.openxmlformats.org/officeDocument/2006/relationships/customXml" Target="../customXml/item7.xml"/><Relationship Id="rId71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3.xml"/><Relationship Id="rId29" Type="http://schemas.openxmlformats.org/officeDocument/2006/relationships/slide" Target="slides/slide16.xml"/><Relationship Id="rId11" Type="http://schemas.openxmlformats.org/officeDocument/2006/relationships/customXml" Target="../customXml/item11.xml"/><Relationship Id="rId24" Type="http://schemas.openxmlformats.org/officeDocument/2006/relationships/slide" Target="slides/slide11.xml"/><Relationship Id="rId32" Type="http://schemas.openxmlformats.org/officeDocument/2006/relationships/slide" Target="slides/slide19.xml"/><Relationship Id="rId37" Type="http://schemas.openxmlformats.org/officeDocument/2006/relationships/slide" Target="slides/slide24.xml"/><Relationship Id="rId40" Type="http://schemas.openxmlformats.org/officeDocument/2006/relationships/slide" Target="slides/slide27.xml"/><Relationship Id="rId45" Type="http://schemas.openxmlformats.org/officeDocument/2006/relationships/slide" Target="slides/slide32.xml"/><Relationship Id="rId53" Type="http://schemas.openxmlformats.org/officeDocument/2006/relationships/slide" Target="slides/slide40.xml"/><Relationship Id="rId58" Type="http://schemas.openxmlformats.org/officeDocument/2006/relationships/slide" Target="slides/slide45.xml"/><Relationship Id="rId66" Type="http://schemas.openxmlformats.org/officeDocument/2006/relationships/presProps" Target="presProps.xml"/><Relationship Id="rId5" Type="http://schemas.openxmlformats.org/officeDocument/2006/relationships/customXml" Target="../customXml/item5.xml"/><Relationship Id="rId61" Type="http://schemas.openxmlformats.org/officeDocument/2006/relationships/slide" Target="slides/slide48.xml"/><Relationship Id="rId19" Type="http://schemas.openxmlformats.org/officeDocument/2006/relationships/slide" Target="slides/slide6.xml"/><Relationship Id="rId14" Type="http://schemas.openxmlformats.org/officeDocument/2006/relationships/slide" Target="slides/slide1.xml"/><Relationship Id="rId22" Type="http://schemas.openxmlformats.org/officeDocument/2006/relationships/slide" Target="slides/slide9.xml"/><Relationship Id="rId27" Type="http://schemas.openxmlformats.org/officeDocument/2006/relationships/slide" Target="slides/slide14.xml"/><Relationship Id="rId30" Type="http://schemas.openxmlformats.org/officeDocument/2006/relationships/slide" Target="slides/slide17.xml"/><Relationship Id="rId35" Type="http://schemas.openxmlformats.org/officeDocument/2006/relationships/slide" Target="slides/slide22.xml"/><Relationship Id="rId43" Type="http://schemas.openxmlformats.org/officeDocument/2006/relationships/slide" Target="slides/slide30.xml"/><Relationship Id="rId48" Type="http://schemas.openxmlformats.org/officeDocument/2006/relationships/slide" Target="slides/slide35.xml"/><Relationship Id="rId56" Type="http://schemas.openxmlformats.org/officeDocument/2006/relationships/slide" Target="slides/slide43.xml"/><Relationship Id="rId64" Type="http://schemas.openxmlformats.org/officeDocument/2006/relationships/slide" Target="slides/slide51.xml"/><Relationship Id="rId69" Type="http://schemas.openxmlformats.org/officeDocument/2006/relationships/tableStyles" Target="tableStyles.xml"/><Relationship Id="rId8" Type="http://schemas.openxmlformats.org/officeDocument/2006/relationships/customXml" Target="../customXml/item8.xml"/><Relationship Id="rId51" Type="http://schemas.openxmlformats.org/officeDocument/2006/relationships/slide" Target="slides/slide38.xml"/><Relationship Id="rId3" Type="http://schemas.openxmlformats.org/officeDocument/2006/relationships/customXml" Target="../customXml/item3.xml"/><Relationship Id="rId12" Type="http://schemas.openxmlformats.org/officeDocument/2006/relationships/slideMaster" Target="slideMasters/slideMaster1.xml"/><Relationship Id="rId17" Type="http://schemas.openxmlformats.org/officeDocument/2006/relationships/slide" Target="slides/slide4.xml"/><Relationship Id="rId25" Type="http://schemas.openxmlformats.org/officeDocument/2006/relationships/slide" Target="slides/slide12.xml"/><Relationship Id="rId33" Type="http://schemas.openxmlformats.org/officeDocument/2006/relationships/slide" Target="slides/slide20.xml"/><Relationship Id="rId38" Type="http://schemas.openxmlformats.org/officeDocument/2006/relationships/slide" Target="slides/slide25.xml"/><Relationship Id="rId46" Type="http://schemas.openxmlformats.org/officeDocument/2006/relationships/slide" Target="slides/slide33.xml"/><Relationship Id="rId59" Type="http://schemas.openxmlformats.org/officeDocument/2006/relationships/slide" Target="slides/slide46.xml"/><Relationship Id="rId67" Type="http://schemas.openxmlformats.org/officeDocument/2006/relationships/viewProps" Target="viewProps.xml"/><Relationship Id="rId20" Type="http://schemas.openxmlformats.org/officeDocument/2006/relationships/slide" Target="slides/slide7.xml"/><Relationship Id="rId41" Type="http://schemas.openxmlformats.org/officeDocument/2006/relationships/slide" Target="slides/slide28.xml"/><Relationship Id="rId54" Type="http://schemas.openxmlformats.org/officeDocument/2006/relationships/slide" Target="slides/slide41.xml"/><Relationship Id="rId62" Type="http://schemas.openxmlformats.org/officeDocument/2006/relationships/slide" Target="slides/slide49.xml"/><Relationship Id="rId7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customXml" Target="../customXml/item6.xml"/><Relationship Id="rId15" Type="http://schemas.openxmlformats.org/officeDocument/2006/relationships/slide" Target="slides/slide2.xml"/><Relationship Id="rId23" Type="http://schemas.openxmlformats.org/officeDocument/2006/relationships/slide" Target="slides/slide10.xml"/><Relationship Id="rId28" Type="http://schemas.openxmlformats.org/officeDocument/2006/relationships/slide" Target="slides/slide15.xml"/><Relationship Id="rId36" Type="http://schemas.openxmlformats.org/officeDocument/2006/relationships/slide" Target="slides/slide23.xml"/><Relationship Id="rId49" Type="http://schemas.openxmlformats.org/officeDocument/2006/relationships/slide" Target="slides/slide36.xml"/><Relationship Id="rId57" Type="http://schemas.openxmlformats.org/officeDocument/2006/relationships/slide" Target="slides/slide44.xml"/><Relationship Id="rId10" Type="http://schemas.openxmlformats.org/officeDocument/2006/relationships/customXml" Target="../customXml/item10.xml"/><Relationship Id="rId31" Type="http://schemas.openxmlformats.org/officeDocument/2006/relationships/slide" Target="slides/slide18.xml"/><Relationship Id="rId44" Type="http://schemas.openxmlformats.org/officeDocument/2006/relationships/slide" Target="slides/slide31.xml"/><Relationship Id="rId52" Type="http://schemas.openxmlformats.org/officeDocument/2006/relationships/slide" Target="slides/slide39.xml"/><Relationship Id="rId60" Type="http://schemas.openxmlformats.org/officeDocument/2006/relationships/slide" Target="slides/slide47.xml"/><Relationship Id="rId65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customXml" Target="../customXml/item9.xml"/><Relationship Id="rId13" Type="http://schemas.openxmlformats.org/officeDocument/2006/relationships/slideMaster" Target="slideMasters/slideMaster2.xml"/><Relationship Id="rId18" Type="http://schemas.openxmlformats.org/officeDocument/2006/relationships/slide" Target="slides/slide5.xml"/><Relationship Id="rId39" Type="http://schemas.openxmlformats.org/officeDocument/2006/relationships/slide" Target="slides/slide26.xml"/><Relationship Id="rId34" Type="http://schemas.openxmlformats.org/officeDocument/2006/relationships/slide" Target="slides/slide21.xml"/><Relationship Id="rId50" Type="http://schemas.openxmlformats.org/officeDocument/2006/relationships/slide" Target="slides/slide37.xml"/><Relationship Id="rId55" Type="http://schemas.openxmlformats.org/officeDocument/2006/relationships/slide" Target="slides/slide4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seph Marvin R. Imperial" userId="c5118018-74d5-4421-be4d-7197191e5b08" providerId="ADAL" clId="{FEB03BF6-B4BF-401B-963A-EBE146928677}"/>
    <pc:docChg chg="undo custSel addSld delSld modSld sldOrd">
      <pc:chgData name="Joseph Marvin R. Imperial" userId="c5118018-74d5-4421-be4d-7197191e5b08" providerId="ADAL" clId="{FEB03BF6-B4BF-401B-963A-EBE146928677}" dt="2021-05-11T02:21:39.921" v="1794" actId="478"/>
      <pc:docMkLst>
        <pc:docMk/>
      </pc:docMkLst>
      <pc:sldChg chg="modSp">
        <pc:chgData name="Joseph Marvin R. Imperial" userId="c5118018-74d5-4421-be4d-7197191e5b08" providerId="ADAL" clId="{FEB03BF6-B4BF-401B-963A-EBE146928677}" dt="2021-05-03T06:23:12.924" v="36" actId="20577"/>
        <pc:sldMkLst>
          <pc:docMk/>
          <pc:sldMk cId="769809006" sldId="256"/>
        </pc:sldMkLst>
        <pc:spChg chg="mod">
          <ac:chgData name="Joseph Marvin R. Imperial" userId="c5118018-74d5-4421-be4d-7197191e5b08" providerId="ADAL" clId="{FEB03BF6-B4BF-401B-963A-EBE146928677}" dt="2021-05-03T06:23:12.924" v="36" actId="20577"/>
          <ac:spMkLst>
            <pc:docMk/>
            <pc:sldMk cId="769809006" sldId="256"/>
            <ac:spMk id="12" creationId="{3B95F0FF-3312-4F15-A3FC-1E4D0A0C4CA3}"/>
          </ac:spMkLst>
        </pc:spChg>
      </pc:sldChg>
    </pc:docChg>
  </pc:docChgLst>
  <pc:docChgLst>
    <pc:chgData name="Joseph Marvin R. Imperial" userId="c5118018-74d5-4421-be4d-7197191e5b08" providerId="ADAL" clId="{70D03E3A-137A-44E5-9725-706554D6E372}"/>
    <pc:docChg chg="undo custSel addSld delSld modSld sldOrd">
      <pc:chgData name="Joseph Marvin R. Imperial" userId="c5118018-74d5-4421-be4d-7197191e5b08" providerId="ADAL" clId="{70D03E3A-137A-44E5-9725-706554D6E372}" dt="2021-04-10T13:20:12.491" v="1565" actId="47"/>
      <pc:docMkLst>
        <pc:docMk/>
      </pc:docMkLst>
    </pc:docChg>
  </pc:docChgLst>
  <pc:docChgLst>
    <pc:chgData name="Joseph Marvin R. Imperial" userId="c5118018-74d5-4421-be4d-7197191e5b08" providerId="ADAL" clId="{7B9593CD-5AD2-4147-9D22-1F465D519112}"/>
    <pc:docChg chg="undo custSel addSld delSld modSld">
      <pc:chgData name="Joseph Marvin R. Imperial" userId="c5118018-74d5-4421-be4d-7197191e5b08" providerId="ADAL" clId="{7B9593CD-5AD2-4147-9D22-1F465D519112}" dt="2021-05-30T13:07:18.514" v="224"/>
      <pc:docMkLst>
        <pc:docMk/>
      </pc:docMkLst>
      <pc:sldChg chg="modSp">
        <pc:chgData name="Joseph Marvin R. Imperial" userId="c5118018-74d5-4421-be4d-7197191e5b08" providerId="ADAL" clId="{7B9593CD-5AD2-4147-9D22-1F465D519112}" dt="2021-05-30T12:10:49.020" v="19" actId="20577"/>
        <pc:sldMkLst>
          <pc:docMk/>
          <pc:sldMk cId="769809006" sldId="256"/>
        </pc:sldMkLst>
        <pc:spChg chg="mod">
          <ac:chgData name="Joseph Marvin R. Imperial" userId="c5118018-74d5-4421-be4d-7197191e5b08" providerId="ADAL" clId="{7B9593CD-5AD2-4147-9D22-1F465D519112}" dt="2021-05-30T12:10:49.020" v="19" actId="20577"/>
          <ac:spMkLst>
            <pc:docMk/>
            <pc:sldMk cId="769809006" sldId="256"/>
            <ac:spMk id="12" creationId="{3B95F0FF-3312-4F15-A3FC-1E4D0A0C4CA3}"/>
          </ac:spMkLst>
        </pc:spChg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967792713" sldId="336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296704892" sldId="337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4049928827" sldId="338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1868837627" sldId="339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2301940745" sldId="340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2949170268" sldId="341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3055363422" sldId="342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1569310516" sldId="343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851685677" sldId="344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3431542612" sldId="348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292625666" sldId="353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4044746734" sldId="354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1387911841" sldId="355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4004444735" sldId="356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82311154" sldId="357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3082460575" sldId="358"/>
        </pc:sldMkLst>
      </pc:sldChg>
      <pc:sldChg chg="addSp delSp modSp">
        <pc:chgData name="Joseph Marvin R. Imperial" userId="c5118018-74d5-4421-be4d-7197191e5b08" providerId="ADAL" clId="{7B9593CD-5AD2-4147-9D22-1F465D519112}" dt="2021-05-30T12:20:21.575" v="160" actId="14100"/>
        <pc:sldMkLst>
          <pc:docMk/>
          <pc:sldMk cId="3904011051" sldId="359"/>
        </pc:sldMkLst>
        <pc:spChg chg="mod">
          <ac:chgData name="Joseph Marvin R. Imperial" userId="c5118018-74d5-4421-be4d-7197191e5b08" providerId="ADAL" clId="{7B9593CD-5AD2-4147-9D22-1F465D519112}" dt="2021-05-30T12:19:36.180" v="150" actId="20577"/>
          <ac:spMkLst>
            <pc:docMk/>
            <pc:sldMk cId="3904011051" sldId="359"/>
            <ac:spMk id="5" creationId="{EC47D021-EEC4-42AC-B4C3-BC584CB5BC9D}"/>
          </ac:spMkLst>
        </pc:spChg>
        <pc:spChg chg="mod">
          <ac:chgData name="Joseph Marvin R. Imperial" userId="c5118018-74d5-4421-be4d-7197191e5b08" providerId="ADAL" clId="{7B9593CD-5AD2-4147-9D22-1F465D519112}" dt="2021-05-30T12:20:21.575" v="160" actId="14100"/>
          <ac:spMkLst>
            <pc:docMk/>
            <pc:sldMk cId="3904011051" sldId="359"/>
            <ac:spMk id="10" creationId="{D5BBEC35-40CA-42D4-BC38-E13B39A6DA8E}"/>
          </ac:spMkLst>
        </pc:spChg>
        <pc:picChg chg="add mod">
          <ac:chgData name="Joseph Marvin R. Imperial" userId="c5118018-74d5-4421-be4d-7197191e5b08" providerId="ADAL" clId="{7B9593CD-5AD2-4147-9D22-1F465D519112}" dt="2021-05-30T12:20:10.813" v="158" actId="1076"/>
          <ac:picMkLst>
            <pc:docMk/>
            <pc:sldMk cId="3904011051" sldId="359"/>
            <ac:picMk id="1026" creationId="{1AF94212-A2E3-4A3D-887B-04264313AE75}"/>
          </ac:picMkLst>
        </pc:picChg>
        <pc:inkChg chg="del">
          <ac:chgData name="Joseph Marvin R. Imperial" userId="c5118018-74d5-4421-be4d-7197191e5b08" providerId="ADAL" clId="{7B9593CD-5AD2-4147-9D22-1F465D519112}" dt="2021-05-30T12:10:55.752" v="21" actId="478"/>
          <ac:inkMkLst>
            <pc:docMk/>
            <pc:sldMk cId="3904011051" sldId="359"/>
            <ac:inkMk id="2" creationId="{0DF12781-546F-4EED-BF83-34DB409A7421}"/>
          </ac:inkMkLst>
        </pc:inkChg>
      </pc:sldChg>
      <pc:sldChg chg="addSp modSp add">
        <pc:chgData name="Joseph Marvin R. Imperial" userId="c5118018-74d5-4421-be4d-7197191e5b08" providerId="ADAL" clId="{7B9593CD-5AD2-4147-9D22-1F465D519112}" dt="2021-05-30T12:29:21.732" v="192" actId="1076"/>
        <pc:sldMkLst>
          <pc:docMk/>
          <pc:sldMk cId="3295718141" sldId="360"/>
        </pc:sldMkLst>
        <pc:picChg chg="add mod">
          <ac:chgData name="Joseph Marvin R. Imperial" userId="c5118018-74d5-4421-be4d-7197191e5b08" providerId="ADAL" clId="{7B9593CD-5AD2-4147-9D22-1F465D519112}" dt="2021-05-30T12:29:21.732" v="192" actId="1076"/>
          <ac:picMkLst>
            <pc:docMk/>
            <pc:sldMk cId="3295718141" sldId="360"/>
            <ac:picMk id="2" creationId="{15BD23B1-43D5-4685-9839-FAADF8AAD8FA}"/>
          </ac:picMkLst>
        </pc:picChg>
      </pc:sldChg>
      <pc:sldChg chg="del">
        <pc:chgData name="Joseph Marvin R. Imperial" userId="c5118018-74d5-4421-be4d-7197191e5b08" providerId="ADAL" clId="{7B9593CD-5AD2-4147-9D22-1F465D519112}" dt="2021-05-30T12:10:59.249" v="23" actId="47"/>
        <pc:sldMkLst>
          <pc:docMk/>
          <pc:sldMk cId="3514676008" sldId="360"/>
        </pc:sldMkLst>
      </pc:sldChg>
      <pc:sldChg chg="addSp delSp add">
        <pc:chgData name="Joseph Marvin R. Imperial" userId="c5118018-74d5-4421-be4d-7197191e5b08" providerId="ADAL" clId="{7B9593CD-5AD2-4147-9D22-1F465D519112}" dt="2021-05-30T13:07:18.514" v="224"/>
        <pc:sldMkLst>
          <pc:docMk/>
          <pc:sldMk cId="1418044141" sldId="361"/>
        </pc:sldMkLst>
        <pc:spChg chg="del">
          <ac:chgData name="Joseph Marvin R. Imperial" userId="c5118018-74d5-4421-be4d-7197191e5b08" providerId="ADAL" clId="{7B9593CD-5AD2-4147-9D22-1F465D519112}" dt="2021-05-30T13:07:05.659" v="219"/>
          <ac:spMkLst>
            <pc:docMk/>
            <pc:sldMk cId="1418044141" sldId="361"/>
            <ac:spMk id="5" creationId="{EC47D021-EEC4-42AC-B4C3-BC584CB5BC9D}"/>
          </ac:spMkLst>
        </pc:spChg>
        <pc:spChg chg="del">
          <ac:chgData name="Joseph Marvin R. Imperial" userId="c5118018-74d5-4421-be4d-7197191e5b08" providerId="ADAL" clId="{7B9593CD-5AD2-4147-9D22-1F465D519112}" dt="2021-05-30T13:07:05.659" v="219"/>
          <ac:spMkLst>
            <pc:docMk/>
            <pc:sldMk cId="1418044141" sldId="361"/>
            <ac:spMk id="10" creationId="{D5BBEC35-40CA-42D4-BC38-E13B39A6DA8E}"/>
          </ac:spMkLst>
        </pc:spChg>
        <pc:spChg chg="del">
          <ac:chgData name="Joseph Marvin R. Imperial" userId="c5118018-74d5-4421-be4d-7197191e5b08" providerId="ADAL" clId="{7B9593CD-5AD2-4147-9D22-1F465D519112}" dt="2021-05-30T13:07:14.947" v="221" actId="478"/>
          <ac:spMkLst>
            <pc:docMk/>
            <pc:sldMk cId="1418044141" sldId="361"/>
            <ac:spMk id="13" creationId="{251B30DC-ACC5-404F-B51D-13612F115E3E}"/>
          </ac:spMkLst>
        </pc:spChg>
        <pc:spChg chg="del">
          <ac:chgData name="Joseph Marvin R. Imperial" userId="c5118018-74d5-4421-be4d-7197191e5b08" providerId="ADAL" clId="{7B9593CD-5AD2-4147-9D22-1F465D519112}" dt="2021-05-30T13:07:17.659" v="223" actId="478"/>
          <ac:spMkLst>
            <pc:docMk/>
            <pc:sldMk cId="1418044141" sldId="361"/>
            <ac:spMk id="14" creationId="{ACC57CA2-30CA-4DDD-A941-8B9CC393DAFA}"/>
          </ac:spMkLst>
        </pc:spChg>
        <pc:spChg chg="del">
          <ac:chgData name="Joseph Marvin R. Imperial" userId="c5118018-74d5-4421-be4d-7197191e5b08" providerId="ADAL" clId="{7B9593CD-5AD2-4147-9D22-1F465D519112}" dt="2021-05-30T13:07:16.623" v="222" actId="478"/>
          <ac:spMkLst>
            <pc:docMk/>
            <pc:sldMk cId="1418044141" sldId="361"/>
            <ac:spMk id="15" creationId="{31237222-F604-49F1-8989-AF06AF20EDD3}"/>
          </ac:spMkLst>
        </pc:spChg>
        <pc:picChg chg="add">
          <ac:chgData name="Joseph Marvin R. Imperial" userId="c5118018-74d5-4421-be4d-7197191e5b08" providerId="ADAL" clId="{7B9593CD-5AD2-4147-9D22-1F465D519112}" dt="2021-05-30T13:07:18.514" v="224"/>
          <ac:picMkLst>
            <pc:docMk/>
            <pc:sldMk cId="1418044141" sldId="361"/>
            <ac:picMk id="12" creationId="{59E308A4-4144-4EED-968F-9032B0988726}"/>
          </ac:picMkLst>
        </pc:picChg>
        <pc:picChg chg="add del">
          <ac:chgData name="Joseph Marvin R. Imperial" userId="c5118018-74d5-4421-be4d-7197191e5b08" providerId="ADAL" clId="{7B9593CD-5AD2-4147-9D22-1F465D519112}" dt="2021-05-30T13:07:07.619" v="220" actId="21"/>
          <ac:picMkLst>
            <pc:docMk/>
            <pc:sldMk cId="1418044141" sldId="361"/>
            <ac:picMk id="2050" creationId="{6657BC6F-78C4-4FBF-9EC4-6220935BFD4D}"/>
          </ac:picMkLst>
        </pc:picChg>
      </pc:sldChg>
      <pc:sldChg chg="add">
        <pc:chgData name="Joseph Marvin R. Imperial" userId="c5118018-74d5-4421-be4d-7197191e5b08" providerId="ADAL" clId="{7B9593CD-5AD2-4147-9D22-1F465D519112}" dt="2021-05-30T12:11:01.086" v="29"/>
        <pc:sldMkLst>
          <pc:docMk/>
          <pc:sldMk cId="2961352316" sldId="362"/>
        </pc:sldMkLst>
      </pc:sldChg>
      <pc:sldChg chg="add">
        <pc:chgData name="Joseph Marvin R. Imperial" userId="c5118018-74d5-4421-be4d-7197191e5b08" providerId="ADAL" clId="{7B9593CD-5AD2-4147-9D22-1F465D519112}" dt="2021-05-30T12:11:01.124" v="31"/>
        <pc:sldMkLst>
          <pc:docMk/>
          <pc:sldMk cId="1731150492" sldId="363"/>
        </pc:sldMkLst>
      </pc:sldChg>
      <pc:sldChg chg="add">
        <pc:chgData name="Joseph Marvin R. Imperial" userId="c5118018-74d5-4421-be4d-7197191e5b08" providerId="ADAL" clId="{7B9593CD-5AD2-4147-9D22-1F465D519112}" dt="2021-05-30T12:11:01.586" v="33"/>
        <pc:sldMkLst>
          <pc:docMk/>
          <pc:sldMk cId="2065730664" sldId="364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717267765" sldId="365"/>
        </pc:sldMkLst>
      </pc:sldChg>
      <pc:sldChg chg="add">
        <pc:chgData name="Joseph Marvin R. Imperial" userId="c5118018-74d5-4421-be4d-7197191e5b08" providerId="ADAL" clId="{7B9593CD-5AD2-4147-9D22-1F465D519112}" dt="2021-05-30T12:11:01.754" v="35"/>
        <pc:sldMkLst>
          <pc:docMk/>
          <pc:sldMk cId="3307047475" sldId="365"/>
        </pc:sldMkLst>
      </pc:sldChg>
      <pc:sldChg chg="add">
        <pc:chgData name="Joseph Marvin R. Imperial" userId="c5118018-74d5-4421-be4d-7197191e5b08" providerId="ADAL" clId="{7B9593CD-5AD2-4147-9D22-1F465D519112}" dt="2021-05-30T12:11:01.904" v="37"/>
        <pc:sldMkLst>
          <pc:docMk/>
          <pc:sldMk cId="1639946181" sldId="366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3242638472" sldId="366"/>
        </pc:sldMkLst>
      </pc:sldChg>
      <pc:sldChg chg="add">
        <pc:chgData name="Joseph Marvin R. Imperial" userId="c5118018-74d5-4421-be4d-7197191e5b08" providerId="ADAL" clId="{7B9593CD-5AD2-4147-9D22-1F465D519112}" dt="2021-05-30T12:11:02.317" v="39"/>
        <pc:sldMkLst>
          <pc:docMk/>
          <pc:sldMk cId="3983364693" sldId="367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4258139964" sldId="367"/>
        </pc:sldMkLst>
      </pc:sldChg>
      <pc:sldChg chg="add">
        <pc:chgData name="Joseph Marvin R. Imperial" userId="c5118018-74d5-4421-be4d-7197191e5b08" providerId="ADAL" clId="{7B9593CD-5AD2-4147-9D22-1F465D519112}" dt="2021-05-30T12:11:02.534" v="41"/>
        <pc:sldMkLst>
          <pc:docMk/>
          <pc:sldMk cId="192861902" sldId="368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1157335689" sldId="368"/>
        </pc:sldMkLst>
      </pc:sldChg>
      <pc:sldChg chg="add">
        <pc:chgData name="Joseph Marvin R. Imperial" userId="c5118018-74d5-4421-be4d-7197191e5b08" providerId="ADAL" clId="{7B9593CD-5AD2-4147-9D22-1F465D519112}" dt="2021-05-30T12:11:02.705" v="43"/>
        <pc:sldMkLst>
          <pc:docMk/>
          <pc:sldMk cId="2862533806" sldId="369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3965506370" sldId="369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3632298179" sldId="370"/>
        </pc:sldMkLst>
      </pc:sldChg>
      <pc:sldChg chg="modSp add">
        <pc:chgData name="Joseph Marvin R. Imperial" userId="c5118018-74d5-4421-be4d-7197191e5b08" providerId="ADAL" clId="{7B9593CD-5AD2-4147-9D22-1F465D519112}" dt="2021-05-30T12:17:17.775" v="119" actId="113"/>
        <pc:sldMkLst>
          <pc:docMk/>
          <pc:sldMk cId="4054941394" sldId="370"/>
        </pc:sldMkLst>
        <pc:spChg chg="mod">
          <ac:chgData name="Joseph Marvin R. Imperial" userId="c5118018-74d5-4421-be4d-7197191e5b08" providerId="ADAL" clId="{7B9593CD-5AD2-4147-9D22-1F465D519112}" dt="2021-05-30T12:17:03.820" v="114" actId="20577"/>
          <ac:spMkLst>
            <pc:docMk/>
            <pc:sldMk cId="4054941394" sldId="370"/>
            <ac:spMk id="5" creationId="{EC47D021-EEC4-42AC-B4C3-BC584CB5BC9D}"/>
          </ac:spMkLst>
        </pc:spChg>
        <pc:spChg chg="mod">
          <ac:chgData name="Joseph Marvin R. Imperial" userId="c5118018-74d5-4421-be4d-7197191e5b08" providerId="ADAL" clId="{7B9593CD-5AD2-4147-9D22-1F465D519112}" dt="2021-05-30T12:17:17.775" v="119" actId="113"/>
          <ac:spMkLst>
            <pc:docMk/>
            <pc:sldMk cId="4054941394" sldId="370"/>
            <ac:spMk id="10" creationId="{D5BBEC35-40CA-42D4-BC38-E13B39A6DA8E}"/>
          </ac:spMkLst>
        </pc:spChg>
      </pc:sldChg>
      <pc:sldChg chg="modSp add">
        <pc:chgData name="Joseph Marvin R. Imperial" userId="c5118018-74d5-4421-be4d-7197191e5b08" providerId="ADAL" clId="{7B9593CD-5AD2-4147-9D22-1F465D519112}" dt="2021-05-30T12:20:58.339" v="182" actId="20577"/>
        <pc:sldMkLst>
          <pc:docMk/>
          <pc:sldMk cId="195386831" sldId="371"/>
        </pc:sldMkLst>
        <pc:spChg chg="mod">
          <ac:chgData name="Joseph Marvin R. Imperial" userId="c5118018-74d5-4421-be4d-7197191e5b08" providerId="ADAL" clId="{7B9593CD-5AD2-4147-9D22-1F465D519112}" dt="2021-05-30T12:20:58.339" v="182" actId="20577"/>
          <ac:spMkLst>
            <pc:docMk/>
            <pc:sldMk cId="195386831" sldId="371"/>
            <ac:spMk id="10" creationId="{D5BBEC35-40CA-42D4-BC38-E13B39A6DA8E}"/>
          </ac:spMkLst>
        </pc:spChg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942827210" sldId="371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576394960" sldId="372"/>
        </pc:sldMkLst>
      </pc:sldChg>
      <pc:sldChg chg="modSp add">
        <pc:chgData name="Joseph Marvin R. Imperial" userId="c5118018-74d5-4421-be4d-7197191e5b08" providerId="ADAL" clId="{7B9593CD-5AD2-4147-9D22-1F465D519112}" dt="2021-05-30T12:25:38.352" v="188" actId="20577"/>
        <pc:sldMkLst>
          <pc:docMk/>
          <pc:sldMk cId="1969793757" sldId="372"/>
        </pc:sldMkLst>
        <pc:spChg chg="mod">
          <ac:chgData name="Joseph Marvin R. Imperial" userId="c5118018-74d5-4421-be4d-7197191e5b08" providerId="ADAL" clId="{7B9593CD-5AD2-4147-9D22-1F465D519112}" dt="2021-05-30T12:25:38.352" v="188" actId="20577"/>
          <ac:spMkLst>
            <pc:docMk/>
            <pc:sldMk cId="1969793757" sldId="372"/>
            <ac:spMk id="10" creationId="{D5BBEC35-40CA-42D4-BC38-E13B39A6DA8E}"/>
          </ac:spMkLst>
        </pc:spChg>
      </pc:sldChg>
      <pc:sldChg chg="addSp modSp add">
        <pc:chgData name="Joseph Marvin R. Imperial" userId="c5118018-74d5-4421-be4d-7197191e5b08" providerId="ADAL" clId="{7B9593CD-5AD2-4147-9D22-1F465D519112}" dt="2021-05-30T12:42:59.556" v="217" actId="1076"/>
        <pc:sldMkLst>
          <pc:docMk/>
          <pc:sldMk cId="1270611829" sldId="373"/>
        </pc:sldMkLst>
        <pc:spChg chg="mod">
          <ac:chgData name="Joseph Marvin R. Imperial" userId="c5118018-74d5-4421-be4d-7197191e5b08" providerId="ADAL" clId="{7B9593CD-5AD2-4147-9D22-1F465D519112}" dt="2021-05-30T12:42:55.067" v="213" actId="20577"/>
          <ac:spMkLst>
            <pc:docMk/>
            <pc:sldMk cId="1270611829" sldId="373"/>
            <ac:spMk id="5" creationId="{EC47D021-EEC4-42AC-B4C3-BC584CB5BC9D}"/>
          </ac:spMkLst>
        </pc:spChg>
        <pc:spChg chg="mod">
          <ac:chgData name="Joseph Marvin R. Imperial" userId="c5118018-74d5-4421-be4d-7197191e5b08" providerId="ADAL" clId="{7B9593CD-5AD2-4147-9D22-1F465D519112}" dt="2021-05-30T12:42:57.350" v="215" actId="5793"/>
          <ac:spMkLst>
            <pc:docMk/>
            <pc:sldMk cId="1270611829" sldId="373"/>
            <ac:spMk id="10" creationId="{D5BBEC35-40CA-42D4-BC38-E13B39A6DA8E}"/>
          </ac:spMkLst>
        </pc:spChg>
        <pc:picChg chg="add mod">
          <ac:chgData name="Joseph Marvin R. Imperial" userId="c5118018-74d5-4421-be4d-7197191e5b08" providerId="ADAL" clId="{7B9593CD-5AD2-4147-9D22-1F465D519112}" dt="2021-05-30T12:42:59.556" v="217" actId="1076"/>
          <ac:picMkLst>
            <pc:docMk/>
            <pc:sldMk cId="1270611829" sldId="373"/>
            <ac:picMk id="2" creationId="{E9A140F0-83DD-4A4A-B04B-6120197CB46D}"/>
          </ac:picMkLst>
        </pc:picChg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2596101634" sldId="373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394910794" sldId="374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659336731" sldId="375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1120088583" sldId="377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2746948870" sldId="378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3403460370" sldId="380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3478421773" sldId="381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2626397153" sldId="382"/>
        </pc:sldMkLst>
      </pc:sldChg>
      <pc:sldChg chg="del">
        <pc:chgData name="Joseph Marvin R. Imperial" userId="c5118018-74d5-4421-be4d-7197191e5b08" providerId="ADAL" clId="{7B9593CD-5AD2-4147-9D22-1F465D519112}" dt="2021-05-30T12:06:06.634" v="0" actId="47"/>
        <pc:sldMkLst>
          <pc:docMk/>
          <pc:sldMk cId="713267183" sldId="383"/>
        </pc:sldMkLst>
      </pc:sldChg>
    </pc:docChg>
  </pc:docChgLst>
  <pc:docChgLst>
    <pc:chgData name="Joseph Marvin R. Imperial" userId="c5118018-74d5-4421-be4d-7197191e5b08" providerId="ADAL" clId="{8B587F43-1B51-4416-B410-57F8B9E236B1}"/>
    <pc:docChg chg="undo custSel addSld delSld modSld">
      <pc:chgData name="Joseph Marvin R. Imperial" userId="c5118018-74d5-4421-be4d-7197191e5b08" providerId="ADAL" clId="{8B587F43-1B51-4416-B410-57F8B9E236B1}" dt="2021-03-24T12:30:06.351" v="559" actId="5793"/>
      <pc:docMkLst>
        <pc:docMk/>
      </pc:docMkLst>
    </pc:docChg>
  </pc:docChgLst>
  <pc:docChgLst>
    <pc:chgData name="Joseph Marvin R. Imperial" userId="c5118018-74d5-4421-be4d-7197191e5b08" providerId="ADAL" clId="{AB9EEC7B-5938-AB4A-BBF1-2D08914B856E}"/>
    <pc:docChg chg="addSld delSld">
      <pc:chgData name="Joseph Marvin R. Imperial" userId="c5118018-74d5-4421-be4d-7197191e5b08" providerId="ADAL" clId="{AB9EEC7B-5938-AB4A-BBF1-2D08914B856E}" dt="2021-04-20T00:57:02.237" v="3" actId="2696"/>
      <pc:docMkLst>
        <pc:docMk/>
      </pc:docMkLst>
    </pc:docChg>
  </pc:docChgLst>
  <pc:docChgLst>
    <pc:chgData name="Joseph Marvin R. Imperial" userId="c5118018-74d5-4421-be4d-7197191e5b08" providerId="ADAL" clId="{ADAC384E-8ED7-4287-AEF6-F4B3D17184E0}"/>
    <pc:docChg chg="undo custSel addSld delSld modSld sldOrd">
      <pc:chgData name="Joseph Marvin R. Imperial" userId="c5118018-74d5-4421-be4d-7197191e5b08" providerId="ADAL" clId="{ADAC384E-8ED7-4287-AEF6-F4B3D17184E0}" dt="2021-04-20T00:37:47.641" v="1593"/>
      <pc:docMkLst>
        <pc:docMk/>
      </pc:docMkLst>
      <pc:sldChg chg="modSp">
        <pc:chgData name="Joseph Marvin R. Imperial" userId="c5118018-74d5-4421-be4d-7197191e5b08" providerId="ADAL" clId="{ADAC384E-8ED7-4287-AEF6-F4B3D17184E0}" dt="2021-04-17T06:34:45.425" v="11" actId="20577"/>
        <pc:sldMkLst>
          <pc:docMk/>
          <pc:sldMk cId="769809006" sldId="256"/>
        </pc:sldMkLst>
        <pc:spChg chg="mod">
          <ac:chgData name="Joseph Marvin R. Imperial" userId="c5118018-74d5-4421-be4d-7197191e5b08" providerId="ADAL" clId="{ADAC384E-8ED7-4287-AEF6-F4B3D17184E0}" dt="2021-04-17T06:34:45.425" v="11" actId="20577"/>
          <ac:spMkLst>
            <pc:docMk/>
            <pc:sldMk cId="769809006" sldId="256"/>
            <ac:spMk id="12" creationId="{3B95F0FF-3312-4F15-A3FC-1E4D0A0C4CA3}"/>
          </ac:spMkLst>
        </pc:spChg>
      </pc:sldChg>
      <pc:sldChg chg="modSp add ord">
        <pc:chgData name="Joseph Marvin R. Imperial" userId="c5118018-74d5-4421-be4d-7197191e5b08" providerId="ADAL" clId="{ADAC384E-8ED7-4287-AEF6-F4B3D17184E0}" dt="2021-04-19T22:21:04.588" v="1414" actId="5793"/>
        <pc:sldMkLst>
          <pc:docMk/>
          <pc:sldMk cId="31654266" sldId="305"/>
        </pc:sldMkLst>
        <pc:spChg chg="mod">
          <ac:chgData name="Joseph Marvin R. Imperial" userId="c5118018-74d5-4421-be4d-7197191e5b08" providerId="ADAL" clId="{ADAC384E-8ED7-4287-AEF6-F4B3D17184E0}" dt="2021-04-19T22:19:43.158" v="1237" actId="20577"/>
          <ac:spMkLst>
            <pc:docMk/>
            <pc:sldMk cId="31654266" sldId="305"/>
            <ac:spMk id="5" creationId="{EC47D021-EEC4-42AC-B4C3-BC584CB5BC9D}"/>
          </ac:spMkLst>
        </pc:spChg>
        <pc:spChg chg="mod">
          <ac:chgData name="Joseph Marvin R. Imperial" userId="c5118018-74d5-4421-be4d-7197191e5b08" providerId="ADAL" clId="{ADAC384E-8ED7-4287-AEF6-F4B3D17184E0}" dt="2021-04-19T22:21:04.588" v="1414" actId="5793"/>
          <ac:spMkLst>
            <pc:docMk/>
            <pc:sldMk cId="31654266" sldId="305"/>
            <ac:spMk id="10" creationId="{D5BBEC35-40CA-42D4-BC38-E13B39A6DA8E}"/>
          </ac:spMkLst>
        </pc:spChg>
      </pc:sldChg>
    </pc:docChg>
  </pc:docChgLst>
  <pc:docChgLst>
    <pc:chgData name="Joseph Marvin R. Imperial" userId="c5118018-74d5-4421-be4d-7197191e5b08" providerId="ADAL" clId="{792B2ED9-4693-4907-A64D-B6C5E3A28BD0}"/>
    <pc:docChg chg="undo custSel addSld delSld modSld sldOrd">
      <pc:chgData name="Joseph Marvin R. Imperial" userId="c5118018-74d5-4421-be4d-7197191e5b08" providerId="ADAL" clId="{792B2ED9-4693-4907-A64D-B6C5E3A28BD0}" dt="2021-05-14T13:54:42.888" v="93"/>
      <pc:docMkLst>
        <pc:docMk/>
      </pc:docMkLst>
      <pc:sldChg chg="modSp">
        <pc:chgData name="Joseph Marvin R. Imperial" userId="c5118018-74d5-4421-be4d-7197191e5b08" providerId="ADAL" clId="{792B2ED9-4693-4907-A64D-B6C5E3A28BD0}" dt="2021-05-14T13:52:36.079" v="43" actId="20577"/>
        <pc:sldMkLst>
          <pc:docMk/>
          <pc:sldMk cId="769809006" sldId="256"/>
        </pc:sldMkLst>
        <pc:spChg chg="mod">
          <ac:chgData name="Joseph Marvin R. Imperial" userId="c5118018-74d5-4421-be4d-7197191e5b08" providerId="ADAL" clId="{792B2ED9-4693-4907-A64D-B6C5E3A28BD0}" dt="2021-05-14T13:52:36.079" v="43" actId="20577"/>
          <ac:spMkLst>
            <pc:docMk/>
            <pc:sldMk cId="769809006" sldId="256"/>
            <ac:spMk id="12" creationId="{3B95F0FF-3312-4F15-A3FC-1E4D0A0C4CA3}"/>
          </ac:spMkLst>
        </pc:spChg>
      </pc:sldChg>
    </pc:docChg>
  </pc:docChgLst>
  <pc:docChgLst>
    <pc:chgData name="Joseph Marvin R. Imperial" userId="c5118018-74d5-4421-be4d-7197191e5b08" providerId="ADAL" clId="{CFD36D65-228D-4335-8677-82884EF40B5B}"/>
    <pc:docChg chg="custSel modSld">
      <pc:chgData name="Joseph Marvin R. Imperial" userId="c5118018-74d5-4421-be4d-7197191e5b08" providerId="ADAL" clId="{CFD36D65-228D-4335-8677-82884EF40B5B}" dt="2021-04-06T01:12:42.719" v="303" actId="20577"/>
      <pc:docMkLst>
        <pc:docMk/>
      </pc:docMkLst>
    </pc:docChg>
  </pc:docChgLst>
  <pc:docChgLst>
    <pc:chgData name="Joseph Marvin R. Imperial" userId="c5118018-74d5-4421-be4d-7197191e5b08" providerId="ADAL" clId="{F8716A2D-2C8A-4D59-956D-1EDCDCBEF5C0}"/>
    <pc:docChg chg="undo custSel addSld modSld sldOrd">
      <pc:chgData name="Joseph Marvin R. Imperial" userId="c5118018-74d5-4421-be4d-7197191e5b08" providerId="ADAL" clId="{F8716A2D-2C8A-4D59-956D-1EDCDCBEF5C0}" dt="2021-04-13T02:19:07.439" v="514" actId="20577"/>
      <pc:docMkLst>
        <pc:docMk/>
      </pc:docMkLst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EA480-FAED-44A7-B0CF-D7F3DF7642EB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5F1461-96C2-4222-BBBB-83024B2ACE35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8616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off with state S using action A</a:t>
            </a:r>
          </a:p>
          <a:p>
            <a:endParaRPr lang="en-US" dirty="0"/>
          </a:p>
          <a:p>
            <a:r>
              <a:rPr lang="en-US" dirty="0"/>
              <a:t>Sample from the environment to see what reward R we end up in and what state S we end up in.</a:t>
            </a:r>
          </a:p>
          <a:p>
            <a:endParaRPr lang="en-US" dirty="0"/>
          </a:p>
          <a:p>
            <a:r>
              <a:rPr lang="en-US" dirty="0"/>
              <a:t>We sample our own policy at that next state S1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F1461-96C2-4222-BBBB-83024B2ACE35}" type="slidenum">
              <a:rPr lang="en-PH" smtClean="0"/>
              <a:t>23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69703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off with state S using action A</a:t>
            </a:r>
          </a:p>
          <a:p>
            <a:endParaRPr lang="en-US" dirty="0"/>
          </a:p>
          <a:p>
            <a:r>
              <a:rPr lang="en-US" dirty="0"/>
              <a:t>Sample from the environment to see what reward R we end up in and what state S we end up in.</a:t>
            </a:r>
          </a:p>
          <a:p>
            <a:endParaRPr lang="en-US" dirty="0"/>
          </a:p>
          <a:p>
            <a:r>
              <a:rPr lang="en-US" dirty="0"/>
              <a:t>We sample our own policy at that next state S1</a:t>
            </a:r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F1461-96C2-4222-BBBB-83024B2ACE35}" type="slidenum">
              <a:rPr lang="en-PH" smtClean="0"/>
              <a:t>24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762232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F1461-96C2-4222-BBBB-83024B2ACE35}" type="slidenum">
              <a:rPr lang="en-PH" smtClean="0"/>
              <a:t>38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6640724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7CA2A6-3559-7F5E-C9AB-244E2771D8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F5048C-9C6A-2264-69B8-2CF7FB5BA6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B59E74C-571B-A898-8664-A6813D72967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5BDE6A-885E-EC17-92AA-82EB48BB23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F1461-96C2-4222-BBBB-83024B2ACE35}" type="slidenum">
              <a:rPr lang="en-PH" smtClean="0"/>
              <a:t>39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750453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B7A45-6EF4-AAF1-6D50-C8EDAF49D5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200CF1-36BE-14F3-7447-ADC9481CA9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7E77FC6-2921-5FFC-45B5-8876F0C1CF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4F5A2C-2F81-7A77-FD06-3D878DAC59D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5F1461-96C2-4222-BBBB-83024B2ACE35}" type="slidenum">
              <a:rPr lang="en-PH" smtClean="0"/>
              <a:t>40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555677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4B25D-D692-4F23-B4ED-47BAC79057F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687E1-5839-4483-9223-97E95F831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F3144D-0DAF-4A95-8CE3-9E3003B58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40FA10-0CB8-463A-B120-7085F89FD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404D1B-ADA8-4916-AA04-BC9ECA721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6778789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0C6F-7F93-42EE-B39A-AE4EC9E83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7BF09-21A7-4F3B-9ED9-BBFB5DF9B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ED02A-4EC0-48FB-8CC7-FD15A51AD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19106-9346-479F-9187-1273A35FB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9AAD7-8F1C-4DC4-B4E8-C650E496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579778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1BFF23-F845-44D8-95A6-53382C98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68B851-0B9E-4142-9412-01762C257C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47C1D1-3809-4770-A127-61D443BC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C2AA6E-CAA1-423C-8CB2-8EB9E2A2E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9D1F0F-5C32-45A5-AD00-FC1E0FF3C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81977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3A8E55-EF63-4434-AA4C-090F91E413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C52D9-9114-49E6-B66B-5CBFB9990A7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6EB7E5-308F-4FD2-AEBC-550EB1B015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E8DAF4-52A1-4F4A-8D14-39793A6B9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653C25-A0D0-4BDC-BCAD-219E77A2F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5E2776-3ABF-4D50-B5D8-CE9CA13EC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472230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1218C-D2A6-4541-BA52-49CC08D479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4D3EF-4885-41BD-B1DA-2D8DB5ABC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3403D4-9B77-4EB5-B0A1-E79D4B3BF7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B31272-9211-4F78-8C0C-1AC0EF66E6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B597C7-3D5D-4E45-BF5C-1EB7CC473AC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EBA75E-EEDC-4E95-B13D-2B00DB81F0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E97B82-93EE-4E13-8EB8-FA0123C52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4C9F01-7154-49DA-9509-D8FB6BC4A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041193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C5756-F873-4E3C-8E36-49E2690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651333D-8F2A-4056-A85B-26F02495FB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20A59F-1B80-466C-998F-47AB3BC52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2A4FA4-34A3-49C3-B62F-8BBA35A65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68225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D6E71D-5EF8-41D8-8F71-44DE718DDD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A605E6-2121-4175-9B02-84F3D524B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253DA1-42CA-434F-84BC-9424C17CE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7976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ADEB3-3A48-4208-8510-7575BA8CE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8C4E7-8664-43D0-B26A-C8A6293E0C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2F92C1-E474-4315-B1B5-9363CD24F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63FAF5-9312-48A5-9A2B-4353DCBF7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0E88E7-F31D-4B91-BC88-289190D65D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F66E6A-69C3-4540-90D0-9CD6D517A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30865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6559D-55C6-463C-B812-0BBE76CFC4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27B1D3-29E0-4BE4-B89B-4F7CA9904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9587EC-458B-497B-AA07-6533097DE8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E6B5F2-B204-41C8-A514-EA4AFD9310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D1BCF4-8179-42AF-9620-F0F4F926E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D3AC17-18F8-4FDF-9574-4F95B403D8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96653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49F04A-7FA5-4E9F-8B54-DB8594A0E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752A62-44D3-4EA0-9A11-16784DE8A6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BA7854-ACC6-4C73-AA94-A6705D0694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39F258-510E-4F79-A669-ECAFF6D0F8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B6444-D35A-4886-BE14-D09825C7B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033396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2A6291-21AA-4EB6-88CB-52D2FD4E8E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A5A1BE-4462-46EC-BBAE-1AC39802F3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6E3CE-84E3-455D-901C-8474EE8B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C4235A-3059-4AF8-B00F-C53C6D1BD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A69A31-7A88-401C-A0EF-3B18D0EEE2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2799369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229731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1317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390C6F-7F93-42EE-B39A-AE4EC9E83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27BF09-21A7-4F3B-9ED9-BBFB5DF9B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BED02A-4EC0-48FB-8CC7-FD15A51AD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19106-9346-479F-9187-1273A35FB6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D9AAD7-8F1C-4DC4-B4E8-C650E496A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52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1D338B-0952-4892-A4B2-4C538D51A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15304-8128-4E9F-9978-526D69287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6EE1AF-429D-4481-9F12-F226EC8CE25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F2C046-3488-4271-867B-6B64A28EF1DF}" type="datetimeFigureOut">
              <a:rPr lang="en-PH" smtClean="0"/>
              <a:t>18/09/2025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79E95B-93B1-4DBA-9E1D-9311EF3E3D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8A94E2-C76D-4DE0-94E9-24E315B278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C8B5B55-255C-4B50-9FAA-ACBE42363FF9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8047518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80084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avidsilver.uk/wp-content/uploads/2020/03/intro_RL.pdf" TargetMode="External"/><Relationship Id="rId2" Type="http://schemas.openxmlformats.org/officeDocument/2006/relationships/hyperlink" Target="https://web.stanford.edu/class/cs234/slides/lecture1.pd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</a:rPr>
              <a:t>Course Code: CCINCOM/L</a:t>
            </a:r>
            <a:endParaRPr lang="en-PH" sz="160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C0E6401-2C04-467C-AAEB-D904A2EAFC7C}"/>
              </a:ext>
            </a:extLst>
          </p:cNvPr>
          <p:cNvSpPr/>
          <p:nvPr/>
        </p:nvSpPr>
        <p:spPr>
          <a:xfrm>
            <a:off x="2726346" y="1536398"/>
            <a:ext cx="6603023" cy="1037442"/>
          </a:xfrm>
          <a:prstGeom prst="round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5F0FF-3312-4F15-A3FC-1E4D0A0C4CA3}"/>
              </a:ext>
            </a:extLst>
          </p:cNvPr>
          <p:cNvSpPr txBox="1"/>
          <p:nvPr/>
        </p:nvSpPr>
        <p:spPr>
          <a:xfrm>
            <a:off x="2915382" y="1849692"/>
            <a:ext cx="6224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b="1" dirty="0">
                <a:solidFill>
                  <a:schemeClr val="bg1"/>
                </a:solidFill>
                <a:latin typeface="Abadi" panose="020B0604020104020204" pitchFamily="34" charset="0"/>
              </a:rPr>
              <a:t>Model Free Control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3C7CA10-DCF9-4EDB-8E1E-32C3B0F020E9}"/>
              </a:ext>
            </a:extLst>
          </p:cNvPr>
          <p:cNvSpPr txBox="1"/>
          <p:nvPr/>
        </p:nvSpPr>
        <p:spPr>
          <a:xfrm>
            <a:off x="3710355" y="2798965"/>
            <a:ext cx="436977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Elizer</a:t>
            </a:r>
            <a:r>
              <a:rPr lang="en-PH" sz="2400" b="1" dirty="0">
                <a:solidFill>
                  <a:schemeClr val="tx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 </a:t>
            </a:r>
            <a:r>
              <a:rPr lang="en-PH" sz="24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Ponio</a:t>
            </a:r>
            <a:r>
              <a:rPr lang="en-PH" sz="2400" b="1">
                <a:solidFill>
                  <a:schemeClr val="tx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 Jr.</a:t>
            </a:r>
            <a:endParaRPr lang="en-PH" sz="2400" b="1" dirty="0">
              <a:solidFill>
                <a:schemeClr val="tx1">
                  <a:lumMod val="95000"/>
                  <a:lumOff val="5000"/>
                </a:schemeClr>
              </a:solidFill>
              <a:latin typeface="Book Antiqua" panose="02040602050305030304" pitchFamily="18" charset="0"/>
            </a:endParaRPr>
          </a:p>
          <a:p>
            <a:pPr algn="ctr"/>
            <a:r>
              <a:rPr lang="en-PH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Faculty Member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4DB2FD2-DBDA-4BB9-96A3-9CCAACFDF96D}"/>
              </a:ext>
            </a:extLst>
          </p:cNvPr>
          <p:cNvSpPr txBox="1"/>
          <p:nvPr/>
        </p:nvSpPr>
        <p:spPr>
          <a:xfrm>
            <a:off x="2741002" y="3731976"/>
            <a:ext cx="630848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 b="1">
                <a:solidFill>
                  <a:schemeClr val="tx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Department of Computer Science</a:t>
            </a:r>
          </a:p>
          <a:p>
            <a:pPr algn="ctr"/>
            <a:r>
              <a:rPr lang="en-PH" sz="1600">
                <a:solidFill>
                  <a:schemeClr val="tx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College of Computing and Information Technologies (CCIT)</a:t>
            </a:r>
          </a:p>
          <a:p>
            <a:pPr algn="ctr"/>
            <a:r>
              <a:rPr lang="en-PH" sz="1600">
                <a:solidFill>
                  <a:schemeClr val="tx1">
                    <a:lumMod val="95000"/>
                    <a:lumOff val="5000"/>
                  </a:schemeClr>
                </a:solidFill>
                <a:latin typeface="Book Antiqua" panose="02040602050305030304" pitchFamily="18" charset="0"/>
              </a:rPr>
              <a:t>National University</a:t>
            </a:r>
          </a:p>
        </p:txBody>
      </p:sp>
    </p:spTree>
    <p:extLst>
      <p:ext uri="{BB962C8B-B14F-4D97-AF65-F5344CB8AC3E}">
        <p14:creationId xmlns:p14="http://schemas.microsoft.com/office/powerpoint/2010/main" val="7269320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6CADE0-458F-F046-035F-623DA6102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5888E0B6-7E38-DFA6-8A8B-5B4629F6424B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F9DBB9-6384-A714-94A2-437750D62F94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F4BAF4E-F3C2-6B5B-E8E1-266D6C0CB888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0E0AB07-B35B-7F49-39EC-BD76CC6EE00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DA43C9-A49E-615C-C8C1-8059990D8185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FB61464-B47B-06FA-AE93-302E47D4F1C6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3EE28B-1A15-48F8-BBEF-FAB100C8F5B4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E00206A-6BF3-E858-A21E-F6DD86408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13" y="2559222"/>
            <a:ext cx="11458574" cy="869778"/>
          </a:xfrm>
        </p:spPr>
        <p:txBody>
          <a:bodyPr/>
          <a:lstStyle/>
          <a:p>
            <a:pPr algn="ctr"/>
            <a:r>
              <a:rPr lang="en-PH" sz="10000" b="1" dirty="0">
                <a:latin typeface="+mn-lt"/>
              </a:rPr>
              <a:t>Recap</a:t>
            </a:r>
            <a:br>
              <a:rPr lang="en-PH" sz="10000" b="1" dirty="0">
                <a:latin typeface="+mn-lt"/>
              </a:rPr>
            </a:br>
            <a:endParaRPr lang="en-PH" sz="100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08176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3" name="Picture 2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F5B52C90-3890-AC63-2E1C-AAF181A084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" y="18000"/>
            <a:ext cx="12159997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526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E29E2-7BEE-D7F6-FFD6-AD2A3105F9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C99FB51-5F49-1CCE-F8CF-54FB799EF188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1E49D4-2A85-747E-C1CA-3BD39FA9FECE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EBA6EAC-3B07-2C98-88B0-13AD903EBEC2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AE5117E-FF96-DB8E-4EBF-6C6DD82DA3B1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171BDFB-2B10-E8C8-1AA9-DCCE3025768F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5B523E-A400-FCCE-E494-C14B237FB031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4A1827-47EC-AE5B-7885-FED7D8077496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2" name="Picture 1" descr="A screenshot of a video game&#10;&#10;Description automatically generated with medium confidence">
            <a:extLst>
              <a:ext uri="{FF2B5EF4-FFF2-40B4-BE49-F238E27FC236}">
                <a16:creationId xmlns:a16="http://schemas.microsoft.com/office/drawing/2014/main" id="{0666100C-0E45-0AEC-8C3D-2C9B4A0135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0" y="39517"/>
            <a:ext cx="1216000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389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/>
          <a:lstStyle/>
          <a:p>
            <a:r>
              <a:rPr lang="en-US" b="1" dirty="0">
                <a:latin typeface="+mn-lt"/>
              </a:rPr>
              <a:t>R</a:t>
            </a:r>
            <a:r>
              <a:rPr lang="en-PH" b="1" dirty="0" err="1">
                <a:latin typeface="+mn-lt"/>
              </a:rPr>
              <a:t>efresher</a:t>
            </a:r>
            <a:endParaRPr lang="en-PH" b="1" dirty="0">
              <a:latin typeface="+mn-lt"/>
            </a:endParaRPr>
          </a:p>
        </p:txBody>
      </p:sp>
      <p:pic>
        <p:nvPicPr>
          <p:cNvPr id="12" name="Picture 11" descr="A picture containing text, screenshot, font&#10;&#10;Description automatically generated">
            <a:extLst>
              <a:ext uri="{FF2B5EF4-FFF2-40B4-BE49-F238E27FC236}">
                <a16:creationId xmlns:a16="http://schemas.microsoft.com/office/drawing/2014/main" id="{D0601DEC-C3F0-CC83-D057-562D9BDEBF9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1" y="-5274"/>
            <a:ext cx="12159998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5874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04F9C-44C0-C789-4E15-408E67634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CFC5787-5670-F53C-0C4A-4DC31D49D8B8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3C07EA9-561D-108E-D9B7-6CEFD8139C7A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DF0AC1-46B4-8B7A-E398-B5762BCF4433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E316884-5D40-139D-8175-B768F060FC54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E0AEE3-4F3F-C01C-C966-83946E01D6F1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6F7B17A-F4CA-8AB2-144D-AC0890F13182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9A45D9C-ADC2-1FDF-7B4E-830AF9D17E55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3CFBFF0-6C2B-15B2-0122-2A90B3899E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/>
          <a:lstStyle/>
          <a:p>
            <a:r>
              <a:rPr lang="en-US" b="1" dirty="0">
                <a:latin typeface="+mn-lt"/>
              </a:rPr>
              <a:t>R</a:t>
            </a:r>
            <a:r>
              <a:rPr lang="en-PH" b="1" dirty="0" err="1">
                <a:latin typeface="+mn-lt"/>
              </a:rPr>
              <a:t>efresher</a:t>
            </a:r>
            <a:endParaRPr lang="en-PH" b="1" dirty="0">
              <a:latin typeface="+mn-lt"/>
            </a:endParaRPr>
          </a:p>
        </p:txBody>
      </p:sp>
      <p:pic>
        <p:nvPicPr>
          <p:cNvPr id="18" name="Picture 17" descr="A picture containing text, screenshot&#10;&#10;Description automatically generated">
            <a:extLst>
              <a:ext uri="{FF2B5EF4-FFF2-40B4-BE49-F238E27FC236}">
                <a16:creationId xmlns:a16="http://schemas.microsoft.com/office/drawing/2014/main" id="{59D79942-F144-E809-39BA-73CF21E367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99" y="39517"/>
            <a:ext cx="12160002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0025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/>
          <a:lstStyle/>
          <a:p>
            <a:r>
              <a:rPr lang="en-GB" b="1" dirty="0">
                <a:latin typeface="+mn-lt"/>
              </a:rPr>
              <a:t>Recap</a:t>
            </a:r>
            <a:endParaRPr lang="en-PH" b="1" dirty="0">
              <a:latin typeface="+mn-lt"/>
            </a:endParaRPr>
          </a:p>
        </p:txBody>
      </p:sp>
      <p:pic>
        <p:nvPicPr>
          <p:cNvPr id="3" name="Picture 2" descr="A picture containing text, font, white, typography&#10;&#10;Description automatically generated">
            <a:extLst>
              <a:ext uri="{FF2B5EF4-FFF2-40B4-BE49-F238E27FC236}">
                <a16:creationId xmlns:a16="http://schemas.microsoft.com/office/drawing/2014/main" id="{BFA4CEE7-380D-104E-9D4F-4EF6BD8CBA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725" y="3575125"/>
            <a:ext cx="11258550" cy="202882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464955-9733-EFB3-60E6-A630B87905DC}"/>
                  </a:ext>
                </a:extLst>
              </p:cNvPr>
              <p:cNvSpPr txBox="1"/>
              <p:nvPr/>
            </p:nvSpPr>
            <p:spPr>
              <a:xfrm>
                <a:off x="381001" y="1162051"/>
                <a:ext cx="11550983" cy="249299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 algn="l">
                  <a:buFont typeface="Wingdings" panose="05000000000000000000" pitchFamily="2" charset="2"/>
                  <a:buChar char="§"/>
                </a:pPr>
                <a:r>
                  <a:rPr lang="en-US" sz="2600" b="0" i="0" dirty="0">
                    <a:solidFill>
                      <a:schemeClr val="tx1"/>
                    </a:solidFill>
                    <a:effectLst/>
                    <a:latin typeface="Calibri (Body)"/>
                  </a:rPr>
                  <a:t>With </a:t>
                </a:r>
                <a:r>
                  <a:rPr lang="en-US" sz="2600" b="1" i="1" dirty="0">
                    <a:solidFill>
                      <a:srgbClr val="0070C0"/>
                    </a:solidFill>
                    <a:effectLst/>
                    <a:latin typeface="Calibri (Body)"/>
                  </a:rPr>
                  <a:t>Monte Carlo</a:t>
                </a:r>
                <a:r>
                  <a:rPr lang="en-US" sz="2600" b="0" i="0" dirty="0">
                    <a:solidFill>
                      <a:schemeClr val="tx1"/>
                    </a:solidFill>
                    <a:effectLst/>
                    <a:latin typeface="Calibri (Body)"/>
                  </a:rPr>
                  <a:t>, we update the value function from a complete episode </a:t>
                </a:r>
              </a:p>
              <a:p>
                <a:pPr algn="l"/>
                <a:r>
                  <a:rPr lang="en-US" sz="2600" b="0" i="0" dirty="0">
                    <a:solidFill>
                      <a:schemeClr val="tx1"/>
                    </a:solidFill>
                    <a:effectLst/>
                    <a:latin typeface="Calibri (Body)"/>
                  </a:rPr>
                  <a:t>and we </a:t>
                </a:r>
                <a:r>
                  <a:rPr lang="en-US" sz="2600" b="1" i="0" dirty="0">
                    <a:solidFill>
                      <a:srgbClr val="0070C0"/>
                    </a:solidFill>
                    <a:effectLst/>
                    <a:latin typeface="Calibri (Body)"/>
                  </a:rPr>
                  <a:t>use the actual accurate discounted return of this episode</a:t>
                </a:r>
                <a:r>
                  <a:rPr lang="en-US" sz="2600" b="1" i="0" dirty="0">
                    <a:solidFill>
                      <a:schemeClr val="tx1"/>
                    </a:solidFill>
                    <a:effectLst/>
                    <a:latin typeface="Calibri (Body)"/>
                  </a:rPr>
                  <a:t>.</a:t>
                </a:r>
              </a:p>
              <a:p>
                <a:pPr algn="l"/>
                <a:endParaRPr lang="en-US" sz="2600" b="0" i="0" dirty="0">
                  <a:solidFill>
                    <a:schemeClr val="tx1"/>
                  </a:solidFill>
                  <a:effectLst/>
                  <a:latin typeface="Calibri (Body)"/>
                </a:endParaRPr>
              </a:p>
              <a:p>
                <a:pPr marL="285750" indent="-285750" algn="l">
                  <a:buFont typeface="Wingdings" panose="05000000000000000000" pitchFamily="2" charset="2"/>
                  <a:buChar char="§"/>
                </a:pPr>
                <a:r>
                  <a:rPr lang="en-US" sz="2600" b="0" i="0" dirty="0">
                    <a:solidFill>
                      <a:schemeClr val="tx1"/>
                    </a:solidFill>
                    <a:effectLst/>
                    <a:latin typeface="Calibri (Body)"/>
                  </a:rPr>
                  <a:t>With </a:t>
                </a:r>
                <a:r>
                  <a:rPr lang="en-US" sz="2600" b="1" i="1" dirty="0">
                    <a:solidFill>
                      <a:srgbClr val="0070C0"/>
                    </a:solidFill>
                    <a:effectLst/>
                    <a:latin typeface="Calibri (Body)"/>
                  </a:rPr>
                  <a:t>TD Learning</a:t>
                </a:r>
                <a:r>
                  <a:rPr lang="en-US" sz="2600" b="0" i="0" dirty="0">
                    <a:solidFill>
                      <a:schemeClr val="tx1"/>
                    </a:solidFill>
                    <a:effectLst/>
                    <a:latin typeface="Calibri (Body)"/>
                  </a:rPr>
                  <a:t>, we update the value function from a step and </a:t>
                </a:r>
              </a:p>
              <a:p>
                <a:pPr algn="l"/>
                <a:r>
                  <a:rPr lang="en-US" sz="2600" b="0" i="0" dirty="0">
                    <a:solidFill>
                      <a:schemeClr val="tx1"/>
                    </a:solidFill>
                    <a:effectLst/>
                    <a:latin typeface="Calibri (Body)"/>
                  </a:rPr>
                  <a:t>we replace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sz="2600" b="0" i="1" smtClean="0"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600" b="0" i="0" dirty="0">
                    <a:solidFill>
                      <a:schemeClr val="tx1"/>
                    </a:solidFill>
                    <a:effectLst/>
                    <a:latin typeface="Calibri (Body)"/>
                  </a:rPr>
                  <a:t>, which we don’t know, with </a:t>
                </a:r>
                <a:r>
                  <a:rPr lang="en-US" sz="2600" b="1" i="0" dirty="0">
                    <a:solidFill>
                      <a:srgbClr val="0070C0"/>
                    </a:solidFill>
                    <a:effectLst/>
                    <a:latin typeface="Calibri (Body)"/>
                  </a:rPr>
                  <a:t>an estimated return called the TD target</a:t>
                </a:r>
                <a:r>
                  <a:rPr lang="en-US" sz="2600" b="1" i="0" dirty="0">
                    <a:solidFill>
                      <a:schemeClr val="tx1"/>
                    </a:solidFill>
                    <a:effectLst/>
                    <a:latin typeface="Calibri (Body)"/>
                  </a:rPr>
                  <a:t>.</a:t>
                </a:r>
                <a:endParaRPr lang="en-US" sz="2600" b="0" i="0" dirty="0">
                  <a:solidFill>
                    <a:schemeClr val="tx1"/>
                  </a:solidFill>
                  <a:effectLst/>
                  <a:latin typeface="Calibri (Body)"/>
                </a:endParaRPr>
              </a:p>
              <a:p>
                <a:pPr marL="285750" indent="-285750">
                  <a:buFont typeface="Wingdings" panose="05000000000000000000" pitchFamily="2" charset="2"/>
                  <a:buChar char="§"/>
                </a:pPr>
                <a:endParaRPr lang="en-PH" sz="2600" dirty="0">
                  <a:solidFill>
                    <a:schemeClr val="tx1"/>
                  </a:solidFill>
                  <a:latin typeface="Calibri (Body)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66464955-9733-EFB3-60E6-A630B87905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1" y="1162051"/>
                <a:ext cx="11550983" cy="2492990"/>
              </a:xfrm>
              <a:prstGeom prst="rect">
                <a:avLst/>
              </a:prstGeom>
              <a:blipFill>
                <a:blip r:embed="rId3"/>
                <a:stretch>
                  <a:fillRect l="-989" t="-2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4288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/>
          <a:lstStyle/>
          <a:p>
            <a:r>
              <a:rPr lang="en-PH" b="1" dirty="0">
                <a:latin typeface="+mn-lt"/>
              </a:rPr>
              <a:t>Outline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5C3E31-5ECB-40C9-043B-6608B9966A6E}"/>
              </a:ext>
            </a:extLst>
          </p:cNvPr>
          <p:cNvSpPr txBox="1"/>
          <p:nvPr/>
        </p:nvSpPr>
        <p:spPr>
          <a:xfrm>
            <a:off x="798175" y="1273865"/>
            <a:ext cx="1056707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3000" b="1" dirty="0">
                <a:latin typeface="Calibri (Body)"/>
              </a:rPr>
              <a:t> Introduction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3000" b="1" dirty="0">
                <a:latin typeface="Calibri (Body)"/>
              </a:rPr>
              <a:t>On-Policy and Off-Policy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l-GR" sz="3000" b="1" i="0" dirty="0">
                <a:solidFill>
                  <a:srgbClr val="222222"/>
                </a:solidFill>
                <a:effectLst/>
                <a:latin typeface="Calibri (Body)"/>
              </a:rPr>
              <a:t>ε</a:t>
            </a:r>
            <a:r>
              <a:rPr lang="en-US" sz="3000" b="1" dirty="0">
                <a:solidFill>
                  <a:srgbClr val="222222"/>
                </a:solidFill>
                <a:latin typeface="Calibri (Body)"/>
              </a:rPr>
              <a:t>-Greedy Exploration</a:t>
            </a:r>
            <a:endParaRPr lang="en-US" sz="3000" b="1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3000" b="1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 On-Policy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GLIE Monte-Carlo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SARSA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3000" dirty="0">
              <a:solidFill>
                <a:schemeClr val="bg2">
                  <a:lumMod val="75000"/>
                </a:schemeClr>
              </a:solidFill>
              <a:latin typeface="Calibri (Body)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30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 Off-Policy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30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Q-Learning</a:t>
            </a:r>
          </a:p>
        </p:txBody>
      </p:sp>
    </p:spTree>
    <p:extLst>
      <p:ext uri="{BB962C8B-B14F-4D97-AF65-F5344CB8AC3E}">
        <p14:creationId xmlns:p14="http://schemas.microsoft.com/office/powerpoint/2010/main" val="13527865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/>
          <a:lstStyle/>
          <a:p>
            <a:r>
              <a:rPr lang="en-PH" b="1" dirty="0">
                <a:latin typeface="+mn-lt"/>
              </a:rPr>
              <a:t>Uses of Model-Free Control </a:t>
            </a:r>
          </a:p>
        </p:txBody>
      </p:sp>
      <p:pic>
        <p:nvPicPr>
          <p:cNvPr id="11" name="Content Placeholder 2">
            <a:extLst>
              <a:ext uri="{FF2B5EF4-FFF2-40B4-BE49-F238E27FC236}">
                <a16:creationId xmlns:a16="http://schemas.microsoft.com/office/drawing/2014/main" id="{7B07A83C-1D91-888E-B575-3846F9B4D6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425" y="1190601"/>
            <a:ext cx="8052278" cy="5040000"/>
          </a:xfrm>
        </p:spPr>
      </p:pic>
    </p:spTree>
    <p:extLst>
      <p:ext uri="{BB962C8B-B14F-4D97-AF65-F5344CB8AC3E}">
        <p14:creationId xmlns:p14="http://schemas.microsoft.com/office/powerpoint/2010/main" val="2892726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/>
          <a:lstStyle/>
          <a:p>
            <a:r>
              <a:rPr lang="en-PH" b="1" dirty="0">
                <a:latin typeface="+mn-lt"/>
              </a:rPr>
              <a:t>On-Policy and Off-Policy</a:t>
            </a:r>
          </a:p>
        </p:txBody>
      </p:sp>
      <p:pic>
        <p:nvPicPr>
          <p:cNvPr id="18" name="Content Placeholder 17">
            <a:extLst>
              <a:ext uri="{FF2B5EF4-FFF2-40B4-BE49-F238E27FC236}">
                <a16:creationId xmlns:a16="http://schemas.microsoft.com/office/drawing/2014/main" id="{28BB1E4A-CAA6-2EF2-CC93-937B9BD606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425" y="1190601"/>
            <a:ext cx="11467858" cy="4680000"/>
          </a:xfrm>
        </p:spPr>
      </p:pic>
    </p:spTree>
    <p:extLst>
      <p:ext uri="{BB962C8B-B14F-4D97-AF65-F5344CB8AC3E}">
        <p14:creationId xmlns:p14="http://schemas.microsoft.com/office/powerpoint/2010/main" val="3673957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/>
          <a:lstStyle/>
          <a:p>
            <a:r>
              <a:rPr lang="en-PH" b="1" dirty="0" err="1">
                <a:latin typeface="+mn-lt"/>
              </a:rPr>
              <a:t>Generalised</a:t>
            </a:r>
            <a:r>
              <a:rPr lang="en-PH" b="1" dirty="0">
                <a:latin typeface="+mn-lt"/>
              </a:rPr>
              <a:t> Policy Iteration (Refresher)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D1783C-8086-CC20-58F3-9C4213E1A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097" y="1009649"/>
            <a:ext cx="4848225" cy="30194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B763C3E-3DAD-C378-DB99-372E2510D0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5973" y="1100151"/>
            <a:ext cx="3371850" cy="4629150"/>
          </a:xfrm>
          <a:prstGeom prst="rect">
            <a:avLst/>
          </a:prstGeom>
        </p:spPr>
      </p:pic>
      <p:pic>
        <p:nvPicPr>
          <p:cNvPr id="11" name="Content Placeholder 15">
            <a:extLst>
              <a:ext uri="{FF2B5EF4-FFF2-40B4-BE49-F238E27FC236}">
                <a16:creationId xmlns:a16="http://schemas.microsoft.com/office/drawing/2014/main" id="{760CD446-1E68-EF7B-9E11-ED99A33C18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097" y="4338638"/>
            <a:ext cx="5336268" cy="1753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5138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/>
          <a:lstStyle/>
          <a:p>
            <a:r>
              <a:rPr lang="en-PH" b="1" dirty="0" err="1">
                <a:latin typeface="+mn-lt"/>
              </a:rPr>
              <a:t>Generalised</a:t>
            </a:r>
            <a:r>
              <a:rPr lang="en-PH" b="1" dirty="0">
                <a:latin typeface="+mn-lt"/>
              </a:rPr>
              <a:t> Policy Iteration with Monte-Carlo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BF5196-85BD-85AC-5D6E-B5269DF28D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8051" y="1033796"/>
            <a:ext cx="9575897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236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PH" sz="3500" b="1" dirty="0">
                <a:latin typeface="+mn-lt"/>
              </a:rPr>
              <a:t>Model Free Policy Iteration using Action-Value Function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A545FE9-4CC3-599F-1AFE-15917C9EE6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247" y="1162051"/>
            <a:ext cx="1122693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2906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PH" sz="3500" b="1" dirty="0">
                <a:latin typeface="+mn-lt"/>
              </a:rPr>
              <a:t>Policy Iteration using Action-Value Function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BC058D-7ACC-3112-6295-F38911E48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6558" y="1162051"/>
            <a:ext cx="8798883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19412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PH" sz="3500" b="1" dirty="0">
                <a:latin typeface="+mn-lt"/>
              </a:rPr>
              <a:t>Greedy Action Selection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7C8EA33-BEAB-4798-8307-06E97B7033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900" y="1162051"/>
            <a:ext cx="9825624" cy="5029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40530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l-GR" sz="4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ε</a:t>
            </a:r>
            <a:r>
              <a:rPr lang="en-US" sz="4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-</a:t>
            </a:r>
            <a:r>
              <a:rPr lang="en-PH" sz="4000" b="1" dirty="0">
                <a:latin typeface="+mn-lt"/>
              </a:rPr>
              <a:t>Greedy Action Selection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15AF83-73A1-1683-BD7F-968303309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425" y="1162051"/>
            <a:ext cx="11508997" cy="50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5256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l-GR" sz="4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ε</a:t>
            </a:r>
            <a:r>
              <a:rPr lang="en-US" sz="4000" b="1" i="0" dirty="0">
                <a:solidFill>
                  <a:srgbClr val="222222"/>
                </a:solidFill>
                <a:effectLst/>
                <a:latin typeface="times new roman" panose="02020603050405020304" pitchFamily="18" charset="0"/>
              </a:rPr>
              <a:t>-</a:t>
            </a:r>
            <a:r>
              <a:rPr lang="en-PH" sz="4000" b="1" dirty="0">
                <a:latin typeface="+mn-lt"/>
              </a:rPr>
              <a:t>Greedy Policy Improvement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9C5765-EAA0-75FD-0694-3872C645C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71" y="1055445"/>
            <a:ext cx="8527011" cy="508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147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/>
          <a:lstStyle/>
          <a:p>
            <a:r>
              <a:rPr lang="en-PH" b="1" dirty="0">
                <a:latin typeface="+mn-lt"/>
              </a:rPr>
              <a:t>Outline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5C3E31-5ECB-40C9-043B-6608B9966A6E}"/>
              </a:ext>
            </a:extLst>
          </p:cNvPr>
          <p:cNvSpPr txBox="1"/>
          <p:nvPr/>
        </p:nvSpPr>
        <p:spPr>
          <a:xfrm>
            <a:off x="812463" y="1441134"/>
            <a:ext cx="1056707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 Introduction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On-Policy and Off-Policy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l-GR" sz="2400" i="0" dirty="0">
                <a:solidFill>
                  <a:schemeClr val="bg2">
                    <a:lumMod val="75000"/>
                  </a:schemeClr>
                </a:solidFill>
                <a:effectLst/>
                <a:latin typeface="Calibri (Body)"/>
              </a:rPr>
              <a:t>ε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-Greedy Exploration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>
                <a:latin typeface="Calibri (Body)"/>
              </a:rPr>
              <a:t> On-Policy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 (Body)"/>
              </a:rPr>
              <a:t>GLIE Monte-Carlo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 (Body)"/>
              </a:rPr>
              <a:t>SARSA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>
                  <a:lumMod val="75000"/>
                </a:schemeClr>
              </a:solidFill>
              <a:latin typeface="Calibri (Body)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 Off-Policy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>
                <a:solidFill>
                  <a:schemeClr val="bg2">
                    <a:lumMod val="75000"/>
                  </a:schemeClr>
                </a:solidFill>
                <a:latin typeface="Calibri (Body)"/>
              </a:rPr>
              <a:t>Q-Learning</a:t>
            </a:r>
            <a:endParaRPr lang="en-US" sz="2400" dirty="0">
              <a:solidFill>
                <a:schemeClr val="bg2">
                  <a:lumMod val="75000"/>
                </a:schemeClr>
              </a:solidFill>
              <a:latin typeface="Calibri (Body)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>
                  <a:lumMod val="75000"/>
                </a:schemeClr>
              </a:solidFill>
              <a:latin typeface="Calibri (Body)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>
                  <a:lumMod val="75000"/>
                </a:schemeClr>
              </a:solidFill>
              <a:latin typeface="Calibri (Body)"/>
            </a:endParaRPr>
          </a:p>
          <a:p>
            <a:endParaRPr lang="en-US" sz="24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64271248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Monte-Carlo Control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6EF69A7-F174-373F-C398-DD61ECD78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150" y="916008"/>
            <a:ext cx="8062399" cy="52332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53562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GLIE</a:t>
            </a:r>
            <a:endParaRPr lang="en-PH" sz="4000" b="1" dirty="0">
              <a:latin typeface="Calibri (Body)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107F179-A5E8-F813-C11B-B6FED7B6F7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9321" y="1041567"/>
            <a:ext cx="8953357" cy="5204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91996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GLIE Monte Carlo Control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6F60C0B-FFF0-CF85-AF82-54B5967244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584" y="1162051"/>
            <a:ext cx="8052832" cy="4963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430025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Monte Carlo Control in Blackjack</a:t>
            </a:r>
            <a:endParaRPr lang="en-PH" sz="4000" b="1" dirty="0">
              <a:latin typeface="Calibri (Body)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72592D-82AF-9397-BDF8-FDFE303F0E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368" y="1144789"/>
            <a:ext cx="7593264" cy="50067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742446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SARSA</a:t>
            </a:r>
            <a:endParaRPr lang="en-PH" sz="4000" b="1" dirty="0">
              <a:latin typeface="Calibri (Body)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1421C-E179-9FC2-0F19-FC877A2750CE}"/>
              </a:ext>
            </a:extLst>
          </p:cNvPr>
          <p:cNvSpPr txBox="1"/>
          <p:nvPr/>
        </p:nvSpPr>
        <p:spPr>
          <a:xfrm>
            <a:off x="627767" y="1283163"/>
            <a:ext cx="1093646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 fontAlgn="base">
              <a:buFont typeface="Wingdings" panose="05000000000000000000" pitchFamily="2" charset="2"/>
              <a:buChar char="§"/>
            </a:pPr>
            <a:r>
              <a:rPr lang="en-US" sz="2400" b="0" i="0" dirty="0">
                <a:solidFill>
                  <a:srgbClr val="3A3B41"/>
                </a:solidFill>
                <a:effectLst/>
                <a:latin typeface="Calibri (Body)"/>
              </a:rPr>
              <a:t>is an on-policy algorithm where</a:t>
            </a:r>
            <a:r>
              <a:rPr lang="en-US" sz="2400" dirty="0">
                <a:solidFill>
                  <a:srgbClr val="3A3B41"/>
                </a:solidFill>
                <a:latin typeface="Calibri (Body)"/>
              </a:rPr>
              <a:t> </a:t>
            </a:r>
            <a:r>
              <a:rPr lang="en-US" sz="2400" b="0" i="0" dirty="0">
                <a:solidFill>
                  <a:srgbClr val="3A3B41"/>
                </a:solidFill>
                <a:effectLst/>
                <a:latin typeface="Calibri (Body)"/>
              </a:rPr>
              <a:t>in the current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state</a:t>
            </a:r>
            <a:r>
              <a:rPr lang="en-US" sz="2400" b="1" dirty="0">
                <a:solidFill>
                  <a:srgbClr val="0070C0"/>
                </a:solidFill>
                <a:latin typeface="Calibri (Body)"/>
              </a:rPr>
              <a:t>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S</a:t>
            </a:r>
            <a:r>
              <a:rPr lang="en-US" sz="2400" b="0" i="0" dirty="0">
                <a:solidFill>
                  <a:srgbClr val="3A3B41"/>
                </a:solidFill>
                <a:effectLst/>
                <a:latin typeface="Calibri (Body)"/>
              </a:rPr>
              <a:t>, an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action A</a:t>
            </a:r>
            <a:r>
              <a:rPr lang="en-US" sz="2400" b="1" dirty="0">
                <a:solidFill>
                  <a:srgbClr val="0070C0"/>
                </a:solidFill>
                <a:latin typeface="Calibri (Body)"/>
              </a:rPr>
              <a:t> </a:t>
            </a:r>
            <a:r>
              <a:rPr lang="en-US" sz="2400" b="0" i="0" dirty="0">
                <a:solidFill>
                  <a:srgbClr val="3A3B41"/>
                </a:solidFill>
                <a:effectLst/>
                <a:latin typeface="Calibri (Body)"/>
              </a:rPr>
              <a:t>is taken and the agent gets a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reward</a:t>
            </a:r>
            <a:r>
              <a:rPr lang="en-US" sz="2400" b="1" dirty="0">
                <a:solidFill>
                  <a:srgbClr val="0070C0"/>
                </a:solidFill>
                <a:latin typeface="Calibri (Body)"/>
              </a:rPr>
              <a:t>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R </a:t>
            </a:r>
            <a:r>
              <a:rPr lang="en-US" sz="2400" b="0" i="0" dirty="0">
                <a:solidFill>
                  <a:srgbClr val="3A3B41"/>
                </a:solidFill>
                <a:effectLst/>
                <a:latin typeface="Calibri (Body)"/>
              </a:rPr>
              <a:t>and ends up in the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next state</a:t>
            </a:r>
            <a:r>
              <a:rPr lang="en-US" sz="2400" b="1" dirty="0">
                <a:solidFill>
                  <a:srgbClr val="0070C0"/>
                </a:solidFill>
                <a:latin typeface="Calibri (Body)"/>
              </a:rPr>
              <a:t>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S1 </a:t>
            </a:r>
            <a:r>
              <a:rPr lang="en-US" sz="2400" b="0" i="0" dirty="0">
                <a:solidFill>
                  <a:srgbClr val="3A3B41"/>
                </a:solidFill>
                <a:effectLst/>
                <a:latin typeface="Calibri (Body)"/>
              </a:rPr>
              <a:t>and take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action</a:t>
            </a:r>
            <a:r>
              <a:rPr lang="en-US" sz="2400" b="1" dirty="0">
                <a:solidFill>
                  <a:srgbClr val="0070C0"/>
                </a:solidFill>
                <a:latin typeface="Calibri (Body)"/>
              </a:rPr>
              <a:t>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A1 </a:t>
            </a:r>
            <a:r>
              <a:rPr lang="en-US" sz="2400" b="0" i="0" dirty="0">
                <a:solidFill>
                  <a:srgbClr val="3A3B41"/>
                </a:solidFill>
                <a:effectLst/>
                <a:latin typeface="Calibri (Body)"/>
              </a:rPr>
              <a:t>in S1, or in other words</a:t>
            </a:r>
            <a:r>
              <a:rPr lang="en-US" sz="2400" dirty="0">
                <a:solidFill>
                  <a:srgbClr val="3A3B41"/>
                </a:solidFill>
                <a:latin typeface="Calibri (Body)"/>
              </a:rPr>
              <a:t> </a:t>
            </a:r>
            <a:r>
              <a:rPr lang="en-US" sz="2400" b="0" i="0" dirty="0">
                <a:solidFill>
                  <a:srgbClr val="3A3B41"/>
                </a:solidFill>
                <a:effectLst/>
                <a:latin typeface="Calibri (Body)"/>
              </a:rPr>
              <a:t>the tuple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S, A, R, S1, A1</a:t>
            </a:r>
            <a:r>
              <a:rPr lang="en-US" sz="2400" b="0" i="0" dirty="0">
                <a:solidFill>
                  <a:srgbClr val="3A3B41"/>
                </a:solidFill>
                <a:effectLst/>
                <a:latin typeface="Calibri (Body)"/>
              </a:rPr>
              <a:t>.</a:t>
            </a:r>
            <a:endParaRPr lang="en-US" sz="2400" b="0" i="0" dirty="0">
              <a:solidFill>
                <a:srgbClr val="273239"/>
              </a:solidFill>
              <a:effectLst/>
              <a:latin typeface="Calibri (Body)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E506C6-37D8-7832-A768-4CFCFA8205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2156" y="3429000"/>
            <a:ext cx="9945488" cy="8002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95DAACA7-C2C3-89BB-29E7-8BB20D0BFB11}"/>
              </a:ext>
            </a:extLst>
          </p:cNvPr>
          <p:cNvSpPr/>
          <p:nvPr/>
        </p:nvSpPr>
        <p:spPr>
          <a:xfrm>
            <a:off x="1319823" y="4148248"/>
            <a:ext cx="1425574" cy="1081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4CFB2A6-3CFE-200D-B9AC-E2459A383800}"/>
              </a:ext>
            </a:extLst>
          </p:cNvPr>
          <p:cNvSpPr/>
          <p:nvPr/>
        </p:nvSpPr>
        <p:spPr>
          <a:xfrm>
            <a:off x="3535973" y="4152264"/>
            <a:ext cx="1425574" cy="10818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E8D732-354B-7F8E-CCF6-71A011E13398}"/>
              </a:ext>
            </a:extLst>
          </p:cNvPr>
          <p:cNvSpPr/>
          <p:nvPr/>
        </p:nvSpPr>
        <p:spPr>
          <a:xfrm>
            <a:off x="5420214" y="4135684"/>
            <a:ext cx="435218" cy="1220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01FA120-5B12-A0B3-B842-41A56B6F6C3C}"/>
              </a:ext>
            </a:extLst>
          </p:cNvPr>
          <p:cNvSpPr/>
          <p:nvPr/>
        </p:nvSpPr>
        <p:spPr>
          <a:xfrm>
            <a:off x="9498623" y="4149574"/>
            <a:ext cx="1425574" cy="10818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92D05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BF4E607F-A1A7-9152-A55B-2313B4A08E12}"/>
              </a:ext>
            </a:extLst>
          </p:cNvPr>
          <p:cNvSpPr/>
          <p:nvPr/>
        </p:nvSpPr>
        <p:spPr>
          <a:xfrm>
            <a:off x="7010400" y="4148248"/>
            <a:ext cx="1697647" cy="10951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3667A5B-DDAB-1E4E-A35B-28D33514A58B}"/>
              </a:ext>
            </a:extLst>
          </p:cNvPr>
          <p:cNvSpPr/>
          <p:nvPr/>
        </p:nvSpPr>
        <p:spPr>
          <a:xfrm>
            <a:off x="6105647" y="4135684"/>
            <a:ext cx="435218" cy="1220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DE507FD-DAA8-578F-9E92-E7F81D7E8334}"/>
              </a:ext>
            </a:extLst>
          </p:cNvPr>
          <p:cNvSpPr txBox="1"/>
          <p:nvPr/>
        </p:nvSpPr>
        <p:spPr>
          <a:xfrm>
            <a:off x="1319823" y="4329353"/>
            <a:ext cx="16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New Q – Value Estimation</a:t>
            </a:r>
            <a:endParaRPr lang="en-PH" b="1" dirty="0">
              <a:solidFill>
                <a:srgbClr val="92D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ED999B-B756-AB7F-9304-E66A0DADCE30}"/>
              </a:ext>
            </a:extLst>
          </p:cNvPr>
          <p:cNvSpPr txBox="1"/>
          <p:nvPr/>
        </p:nvSpPr>
        <p:spPr>
          <a:xfrm>
            <a:off x="3535971" y="4329353"/>
            <a:ext cx="142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Current Q – Value Estimation</a:t>
            </a:r>
            <a:endParaRPr lang="en-PH" b="1" dirty="0">
              <a:solidFill>
                <a:srgbClr val="00B0F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EF07BB7-E8CF-1C57-29B3-7399B7EF08FF}"/>
              </a:ext>
            </a:extLst>
          </p:cNvPr>
          <p:cNvSpPr txBox="1"/>
          <p:nvPr/>
        </p:nvSpPr>
        <p:spPr>
          <a:xfrm>
            <a:off x="9498623" y="4300149"/>
            <a:ext cx="142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Current Q – Value Estimation</a:t>
            </a:r>
            <a:endParaRPr lang="en-PH" b="1" dirty="0">
              <a:solidFill>
                <a:srgbClr val="00B0F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CE18D5BD-BDA5-08DC-21B6-549AD52E1547}"/>
              </a:ext>
            </a:extLst>
          </p:cNvPr>
          <p:cNvSpPr txBox="1"/>
          <p:nvPr/>
        </p:nvSpPr>
        <p:spPr>
          <a:xfrm>
            <a:off x="5107902" y="4329353"/>
            <a:ext cx="1059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Learning Rate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653D8F8-0B36-8957-F8A9-1ED58B84A97C}"/>
              </a:ext>
            </a:extLst>
          </p:cNvPr>
          <p:cNvSpPr txBox="1"/>
          <p:nvPr/>
        </p:nvSpPr>
        <p:spPr>
          <a:xfrm>
            <a:off x="5991221" y="4306552"/>
            <a:ext cx="1271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Immediate Reward</a:t>
            </a:r>
            <a:endParaRPr lang="en-PH" b="1" dirty="0">
              <a:solidFill>
                <a:srgbClr val="FFC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A90E744-7936-B77A-0A37-78E73A63AA5E}"/>
              </a:ext>
            </a:extLst>
          </p:cNvPr>
          <p:cNvSpPr txBox="1"/>
          <p:nvPr/>
        </p:nvSpPr>
        <p:spPr>
          <a:xfrm>
            <a:off x="7262750" y="4300149"/>
            <a:ext cx="142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Value of the next state-action pair</a:t>
            </a:r>
            <a:endParaRPr lang="en-PH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06939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SARSA</a:t>
            </a:r>
            <a:endParaRPr lang="en-PH" sz="4000" b="1" dirty="0">
              <a:latin typeface="Calibri (Body)"/>
            </a:endParaRPr>
          </a:p>
        </p:txBody>
      </p:sp>
      <p:pic>
        <p:nvPicPr>
          <p:cNvPr id="4" name="Picture 3" descr="A picture containing circle, screenshot, design, typography&#10;&#10;Description automatically generated">
            <a:extLst>
              <a:ext uri="{FF2B5EF4-FFF2-40B4-BE49-F238E27FC236}">
                <a16:creationId xmlns:a16="http://schemas.microsoft.com/office/drawing/2014/main" id="{DE106A87-B5F5-5775-797C-EF4A91DA82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06696" y="666750"/>
            <a:ext cx="1778607" cy="289593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2B34DDE-CA22-F9A9-9B5C-A0E95210A5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506" y="4222750"/>
            <a:ext cx="9945488" cy="80021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2747F71-276D-D914-729E-56214FC7421F}"/>
              </a:ext>
            </a:extLst>
          </p:cNvPr>
          <p:cNvSpPr/>
          <p:nvPr/>
        </p:nvSpPr>
        <p:spPr>
          <a:xfrm>
            <a:off x="1453173" y="4941998"/>
            <a:ext cx="1425574" cy="108188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FC384EC-1A23-2A47-8F8F-0324753DD113}"/>
              </a:ext>
            </a:extLst>
          </p:cNvPr>
          <p:cNvSpPr/>
          <p:nvPr/>
        </p:nvSpPr>
        <p:spPr>
          <a:xfrm>
            <a:off x="3669323" y="4946014"/>
            <a:ext cx="1425574" cy="10818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CFB7ED4-29C4-E470-13C4-477F6363951B}"/>
              </a:ext>
            </a:extLst>
          </p:cNvPr>
          <p:cNvSpPr/>
          <p:nvPr/>
        </p:nvSpPr>
        <p:spPr>
          <a:xfrm>
            <a:off x="5553564" y="4929434"/>
            <a:ext cx="435218" cy="122078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12176AA-79C1-30C2-1C38-2FDDBAD5939F}"/>
              </a:ext>
            </a:extLst>
          </p:cNvPr>
          <p:cNvSpPr/>
          <p:nvPr/>
        </p:nvSpPr>
        <p:spPr>
          <a:xfrm>
            <a:off x="9631973" y="4943324"/>
            <a:ext cx="1425574" cy="108188"/>
          </a:xfrm>
          <a:prstGeom prst="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>
              <a:solidFill>
                <a:srgbClr val="92D050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BD554B6-B709-1D80-55E1-D503E8DEB94A}"/>
              </a:ext>
            </a:extLst>
          </p:cNvPr>
          <p:cNvSpPr/>
          <p:nvPr/>
        </p:nvSpPr>
        <p:spPr>
          <a:xfrm>
            <a:off x="7143750" y="4941998"/>
            <a:ext cx="1697647" cy="109514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316FE44-49BF-E4D9-0D3E-134871AFFAC8}"/>
              </a:ext>
            </a:extLst>
          </p:cNvPr>
          <p:cNvSpPr/>
          <p:nvPr/>
        </p:nvSpPr>
        <p:spPr>
          <a:xfrm>
            <a:off x="6238997" y="4929434"/>
            <a:ext cx="435218" cy="12207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47F09E-5B6E-6429-784B-56C5608B83F4}"/>
              </a:ext>
            </a:extLst>
          </p:cNvPr>
          <p:cNvSpPr txBox="1"/>
          <p:nvPr/>
        </p:nvSpPr>
        <p:spPr>
          <a:xfrm>
            <a:off x="1453173" y="5123103"/>
            <a:ext cx="16046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92D050"/>
                </a:solidFill>
              </a:rPr>
              <a:t>New Q – Value Estimation</a:t>
            </a:r>
            <a:endParaRPr lang="en-PH" b="1" dirty="0">
              <a:solidFill>
                <a:srgbClr val="92D050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61BB1D6-C61C-A93B-D39D-E669B1DF4702}"/>
              </a:ext>
            </a:extLst>
          </p:cNvPr>
          <p:cNvSpPr txBox="1"/>
          <p:nvPr/>
        </p:nvSpPr>
        <p:spPr>
          <a:xfrm>
            <a:off x="3669321" y="5123103"/>
            <a:ext cx="142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Current Q – Value Estimation</a:t>
            </a:r>
            <a:endParaRPr lang="en-PH" b="1" dirty="0">
              <a:solidFill>
                <a:srgbClr val="00B0F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4112158-8A50-309F-2A8B-9289BEA6D09C}"/>
              </a:ext>
            </a:extLst>
          </p:cNvPr>
          <p:cNvSpPr txBox="1"/>
          <p:nvPr/>
        </p:nvSpPr>
        <p:spPr>
          <a:xfrm>
            <a:off x="9631973" y="5093899"/>
            <a:ext cx="142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0B0F0"/>
                </a:solidFill>
              </a:rPr>
              <a:t>Current Q – Value Estimation</a:t>
            </a:r>
            <a:endParaRPr lang="en-PH" b="1" dirty="0">
              <a:solidFill>
                <a:srgbClr val="00B0F0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30BD42-F9AA-379C-20C5-59C03A4E6671}"/>
              </a:ext>
            </a:extLst>
          </p:cNvPr>
          <p:cNvSpPr txBox="1"/>
          <p:nvPr/>
        </p:nvSpPr>
        <p:spPr>
          <a:xfrm>
            <a:off x="5241252" y="5123103"/>
            <a:ext cx="10598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Learning Rate</a:t>
            </a:r>
            <a:endParaRPr lang="en-PH" b="1" dirty="0">
              <a:solidFill>
                <a:srgbClr val="FF0000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D6CDACF-AF72-A03F-3D74-657C813E9270}"/>
              </a:ext>
            </a:extLst>
          </p:cNvPr>
          <p:cNvSpPr txBox="1"/>
          <p:nvPr/>
        </p:nvSpPr>
        <p:spPr>
          <a:xfrm>
            <a:off x="6124571" y="5100302"/>
            <a:ext cx="12715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C000"/>
                </a:solidFill>
              </a:rPr>
              <a:t>Immediate Reward</a:t>
            </a:r>
            <a:endParaRPr lang="en-PH" b="1" dirty="0">
              <a:solidFill>
                <a:srgbClr val="FFC000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2C4DDA8-1469-EF50-8108-F18717FA5232}"/>
              </a:ext>
            </a:extLst>
          </p:cNvPr>
          <p:cNvSpPr txBox="1"/>
          <p:nvPr/>
        </p:nvSpPr>
        <p:spPr>
          <a:xfrm>
            <a:off x="7396100" y="5093899"/>
            <a:ext cx="14255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Value of the next state-action pair</a:t>
            </a:r>
            <a:endParaRPr lang="en-PH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84040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SARSA</a:t>
            </a:r>
            <a:endParaRPr lang="en-PH" sz="4000" b="1" dirty="0">
              <a:latin typeface="Calibri (Body)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31421C-E179-9FC2-0F19-FC877A2750CE}"/>
              </a:ext>
            </a:extLst>
          </p:cNvPr>
          <p:cNvSpPr txBox="1"/>
          <p:nvPr/>
        </p:nvSpPr>
        <p:spPr>
          <a:xfrm>
            <a:off x="627767" y="1283163"/>
            <a:ext cx="1093646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fontAlgn="base"/>
            <a:r>
              <a:rPr lang="en-US" sz="2400" b="0" i="0" dirty="0">
                <a:solidFill>
                  <a:srgbClr val="273239"/>
                </a:solidFill>
                <a:effectLst/>
                <a:latin typeface="Calibri (Body)"/>
              </a:rPr>
              <a:t>Initialize the action-value estimates Q(s, a) to some arbitrary values.</a:t>
            </a:r>
          </a:p>
          <a:p>
            <a:pPr algn="l" fontAlgn="base"/>
            <a:endParaRPr lang="en-US" sz="2400" b="0" i="0" dirty="0">
              <a:solidFill>
                <a:srgbClr val="273239"/>
              </a:solidFill>
              <a:effectLst/>
              <a:latin typeface="Calibri (Body)"/>
            </a:endParaRP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libri (Body)"/>
              </a:rPr>
              <a:t> Set the initial state 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Calibri (Body)"/>
              </a:rPr>
              <a:t>s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libri (Body)"/>
              </a:rPr>
              <a:t>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libri (Body)"/>
              </a:rPr>
              <a:t> Choose the initial action a using an epsilon-greedy policy based on the current Q values.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libri (Body)"/>
              </a:rPr>
              <a:t> Take the action 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Calibri (Body)"/>
              </a:rPr>
              <a:t>a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libri (Body)"/>
              </a:rPr>
              <a:t> and observe the reward 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Calibri (Body)"/>
              </a:rPr>
              <a:t>r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libri (Body)"/>
              </a:rPr>
              <a:t> and the next state 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Calibri (Body)"/>
              </a:rPr>
              <a:t>s’.</a:t>
            </a:r>
            <a:endParaRPr lang="en-US" sz="2400" b="0" i="0" dirty="0">
              <a:solidFill>
                <a:srgbClr val="273239"/>
              </a:solidFill>
              <a:effectLst/>
              <a:latin typeface="Calibri (Body)"/>
            </a:endParaRP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libri (Body)"/>
              </a:rPr>
              <a:t> Choose the next action </a:t>
            </a:r>
            <a:r>
              <a:rPr lang="en-US" sz="2400" b="1" i="0" dirty="0">
                <a:solidFill>
                  <a:srgbClr val="273239"/>
                </a:solidFill>
                <a:effectLst/>
                <a:latin typeface="Calibri (Body)"/>
              </a:rPr>
              <a:t>a’ </a:t>
            </a:r>
            <a:r>
              <a:rPr lang="en-US" sz="2400" b="0" i="0" dirty="0">
                <a:solidFill>
                  <a:srgbClr val="273239"/>
                </a:solidFill>
                <a:effectLst/>
                <a:latin typeface="Calibri (Body)"/>
              </a:rPr>
              <a:t>using an epsilon-greedy policy based on the updated Q values.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libri (Body)"/>
              </a:rPr>
              <a:t> Update the action-value estimate for the current state-action pair using the SARSA update rule:</a:t>
            </a:r>
          </a:p>
          <a:p>
            <a:pPr algn="l" fontAlgn="base">
              <a:buFont typeface="+mj-lt"/>
              <a:buAutoNum type="arabicPeriod"/>
            </a:pPr>
            <a:r>
              <a:rPr lang="en-US" sz="2400" b="0" i="0" dirty="0">
                <a:solidFill>
                  <a:srgbClr val="273239"/>
                </a:solidFill>
                <a:effectLst/>
                <a:latin typeface="Calibri (Body)"/>
              </a:rPr>
              <a:t> Q(s, a) = Q(s, a) + alpha * (r + gamma * Q(s’, a’) – Q(s, a))</a:t>
            </a:r>
          </a:p>
          <a:p>
            <a:pPr algn="l" fontAlgn="base">
              <a:buFont typeface="+mj-lt"/>
              <a:buAutoNum type="arabicPeriod"/>
            </a:pPr>
            <a:endParaRPr lang="en-US" sz="2400" b="0" i="0" dirty="0">
              <a:solidFill>
                <a:srgbClr val="273239"/>
              </a:solidFill>
              <a:effectLst/>
              <a:latin typeface="Calibri (Body)"/>
            </a:endParaRPr>
          </a:p>
          <a:p>
            <a:pPr algn="l" fontAlgn="base">
              <a:buFont typeface="+mj-lt"/>
              <a:buAutoNum type="arabicPeriod"/>
            </a:pPr>
            <a:endParaRPr lang="en-US" sz="2400" b="0" i="0" dirty="0">
              <a:solidFill>
                <a:srgbClr val="273239"/>
              </a:solidFill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41971105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/>
          <a:lstStyle/>
          <a:p>
            <a:r>
              <a:rPr lang="en-PH" b="1" dirty="0">
                <a:latin typeface="+mn-lt"/>
              </a:rPr>
              <a:t>Outline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75C3E31-5ECB-40C9-043B-6608B9966A6E}"/>
              </a:ext>
            </a:extLst>
          </p:cNvPr>
          <p:cNvSpPr txBox="1"/>
          <p:nvPr/>
        </p:nvSpPr>
        <p:spPr>
          <a:xfrm>
            <a:off x="812463" y="1441134"/>
            <a:ext cx="10567073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 Introduction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On-Policy and Off-Policy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l-GR" sz="2400" i="0" dirty="0">
                <a:solidFill>
                  <a:schemeClr val="bg2">
                    <a:lumMod val="75000"/>
                  </a:schemeClr>
                </a:solidFill>
                <a:effectLst/>
                <a:latin typeface="Calibri (Body)"/>
              </a:rPr>
              <a:t>ε</a:t>
            </a: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-Greedy Exploration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b="1" dirty="0">
              <a:latin typeface="Calibri (Body)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 On-Policy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GLIE Monte-Carlo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SARSA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>
                  <a:lumMod val="75000"/>
                </a:schemeClr>
              </a:solidFill>
              <a:latin typeface="Calibri (Body)"/>
            </a:endParaRP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>
                <a:solidFill>
                  <a:schemeClr val="bg2">
                    <a:lumMod val="75000"/>
                  </a:schemeClr>
                </a:solidFill>
                <a:latin typeface="Calibri (Body)"/>
              </a:rPr>
              <a:t> </a:t>
            </a:r>
            <a:r>
              <a:rPr lang="en-US" sz="2400" b="1" dirty="0">
                <a:latin typeface="Calibri (Body)"/>
              </a:rPr>
              <a:t>Off-Policy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 b="1" dirty="0">
                <a:latin typeface="Calibri (Body)"/>
              </a:rPr>
              <a:t>Q-Learning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>
                  <a:lumMod val="75000"/>
                </a:schemeClr>
              </a:solidFill>
              <a:latin typeface="Calibri (Body)"/>
            </a:endParaRPr>
          </a:p>
          <a:p>
            <a:pPr>
              <a:buFont typeface="Wingdings" panose="05000000000000000000" pitchFamily="2" charset="2"/>
              <a:buChar char="Ø"/>
            </a:pPr>
            <a:endParaRPr lang="en-US" sz="2400" dirty="0">
              <a:solidFill>
                <a:schemeClr val="bg2">
                  <a:lumMod val="75000"/>
                </a:schemeClr>
              </a:solidFill>
              <a:latin typeface="Calibri (Body)"/>
            </a:endParaRPr>
          </a:p>
          <a:p>
            <a:endParaRPr lang="en-US" sz="24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43504117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Off-Policy 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C2DD87D-202E-C02D-02E3-D09FB96BDE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941" y="1162051"/>
            <a:ext cx="10150870" cy="5014833"/>
          </a:xfrm>
          <a:prstGeom prst="rect">
            <a:avLst/>
          </a:prstGeom>
        </p:spPr>
      </p:pic>
      <p:pic>
        <p:nvPicPr>
          <p:cNvPr id="11" name="Picture 10" descr="A picture containing text, animated cartoon, cartoon, animation&#10;&#10;Description automatically generated">
            <a:extLst>
              <a:ext uri="{FF2B5EF4-FFF2-40B4-BE49-F238E27FC236}">
                <a16:creationId xmlns:a16="http://schemas.microsoft.com/office/drawing/2014/main" id="{FC2DBCEC-B8BD-6B44-2CE5-B089036BA9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0766" y="2245566"/>
            <a:ext cx="2524125" cy="180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90819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1" name="Picture 10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24FEB964-F9A9-8A4C-EB78-53808874A7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676" y="2478368"/>
            <a:ext cx="10738648" cy="362045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D19F80-A2A3-789F-3AC9-90277D67E365}"/>
              </a:ext>
            </a:extLst>
          </p:cNvPr>
          <p:cNvSpPr txBox="1"/>
          <p:nvPr/>
        </p:nvSpPr>
        <p:spPr>
          <a:xfrm>
            <a:off x="87923" y="1358544"/>
            <a:ext cx="1227675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400" i="0" dirty="0">
                <a:solidFill>
                  <a:srgbClr val="4B5563"/>
                </a:solidFill>
                <a:effectLst/>
                <a:latin typeface="Calibri (Body)"/>
              </a:rPr>
              <a:t>Is an 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off-policy</a:t>
            </a:r>
            <a:r>
              <a:rPr lang="en-US" sz="2400" i="0" dirty="0">
                <a:effectLst/>
                <a:latin typeface="Calibri (Body)"/>
              </a:rPr>
              <a:t> value-based method that uses a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TD approach </a:t>
            </a:r>
            <a:r>
              <a:rPr lang="en-US" sz="2400" i="0" dirty="0">
                <a:effectLst/>
                <a:latin typeface="Calibri (Body)"/>
              </a:rPr>
              <a:t>to train its </a:t>
            </a:r>
            <a:r>
              <a:rPr lang="en-US" sz="2400" b="1" i="0" dirty="0">
                <a:solidFill>
                  <a:srgbClr val="0070C0"/>
                </a:solidFill>
                <a:effectLst/>
                <a:latin typeface="Calibri (Body)"/>
              </a:rPr>
              <a:t>action-value function</a:t>
            </a:r>
            <a:endParaRPr lang="en-PH" sz="2400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95850109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4" name="Picture 3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7918A7A-F3E3-FACF-F4A1-46570713BF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18000"/>
            <a:ext cx="12172882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26897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picture containing clipart, illustration, cartoon&#10;&#10;Description automatically generated">
            <a:extLst>
              <a:ext uri="{FF2B5EF4-FFF2-40B4-BE49-F238E27FC236}">
                <a16:creationId xmlns:a16="http://schemas.microsoft.com/office/drawing/2014/main" id="{AF360437-4A8E-F9A6-B9E9-573500F606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7518" y="1190601"/>
            <a:ext cx="7548388" cy="46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4022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0D56A4D-D78B-A687-72A1-2CFC45B7CA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279C89F-8002-062E-4BCE-E057DBA33B1F}"/>
              </a:ext>
            </a:extLst>
          </p:cNvPr>
          <p:cNvSpPr txBox="1"/>
          <p:nvPr/>
        </p:nvSpPr>
        <p:spPr>
          <a:xfrm>
            <a:off x="418431" y="5625876"/>
            <a:ext cx="113265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i="0" dirty="0">
                <a:solidFill>
                  <a:srgbClr val="0A0A23"/>
                </a:solidFill>
                <a:effectLst/>
                <a:latin typeface="Calibri (Body)"/>
              </a:rPr>
              <a:t>Q-Table</a:t>
            </a:r>
            <a:r>
              <a:rPr lang="en-US" b="0" i="0" dirty="0">
                <a:solidFill>
                  <a:srgbClr val="0A0A23"/>
                </a:solidFill>
                <a:effectLst/>
                <a:latin typeface="Calibri (Body)"/>
              </a:rPr>
              <a:t> is just a simple lookup table where we calculate the maximum expected future rewards for action at each state</a:t>
            </a:r>
          </a:p>
          <a:p>
            <a:r>
              <a:rPr lang="en-US" dirty="0">
                <a:solidFill>
                  <a:srgbClr val="0A0A23"/>
                </a:solidFill>
                <a:latin typeface="Calibri (Body)"/>
              </a:rPr>
              <a:t>T</a:t>
            </a:r>
            <a:r>
              <a:rPr lang="en-US" b="0" i="0" dirty="0">
                <a:solidFill>
                  <a:srgbClr val="0A0A23"/>
                </a:solidFill>
                <a:effectLst/>
                <a:latin typeface="Calibri (Body)"/>
              </a:rPr>
              <a:t>his table will guide us to the best action at each state.</a:t>
            </a:r>
            <a:endParaRPr lang="en-PH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0480328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42B5E-8258-5422-1A12-FEDB91F288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27D378C-3207-098E-4B93-A547850552FC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842D2F-21EB-CE74-9A2D-DEE34A977C76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77CDE5-96EC-B527-1B54-F1F615355FFD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BF8BE-EFAE-204A-949F-09D2375FC061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354DAB-725D-E92B-BE00-04ADCE4427E1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5768C3C-CC19-87F5-9D47-78BFBB41D723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B94AE4-D749-867B-9B9B-0CC78702C568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A59D063-8A29-152E-77CD-8BCF7403A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4312305E-6D10-01FE-4016-22A3D6C856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F1FC093-2419-6501-F577-F1C650B7F48F}"/>
              </a:ext>
            </a:extLst>
          </p:cNvPr>
          <p:cNvSpPr txBox="1"/>
          <p:nvPr/>
        </p:nvSpPr>
        <p:spPr>
          <a:xfrm>
            <a:off x="1120920" y="5504949"/>
            <a:ext cx="99501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The Q-table is initialized. That’s why all values are = 0. This table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contains, for each state and action,</a:t>
            </a:r>
          </a:p>
          <a:p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 the corresponding state-action values.</a:t>
            </a: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 </a:t>
            </a:r>
            <a:endParaRPr lang="en-PH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2159588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5B023-56A3-51F5-2DF2-65B7B924D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D4A38F2-83AD-8FCB-D9C2-FAB878F761F0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B2C6D05-CB74-186B-55F8-E8F2CD11908D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E8BF7-2449-0870-F153-875E41A131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3F717DA-E7E3-85EE-AB56-FDFA3BCCDF9F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925C1CF-E7CF-622A-0AB5-5BEFBA15A415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1891BD-06A8-3F96-790B-0DC9DE75790D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8B520C-F160-FB0A-F9FB-1BE1F695740B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9CC1D28-25C8-3C2A-272D-665F533BF3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0D6BBCD3-B127-04F7-A923-087B292BD3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0E2CCDC-716E-0A61-FB76-12E2E7F1CE25}"/>
              </a:ext>
            </a:extLst>
          </p:cNvPr>
          <p:cNvSpPr txBox="1"/>
          <p:nvPr/>
        </p:nvSpPr>
        <p:spPr>
          <a:xfrm>
            <a:off x="2218977" y="5727458"/>
            <a:ext cx="77540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For this simple example, the state is only defined by the position of the mouse. </a:t>
            </a:r>
          </a:p>
        </p:txBody>
      </p:sp>
    </p:spTree>
    <p:extLst>
      <p:ext uri="{BB962C8B-B14F-4D97-AF65-F5344CB8AC3E}">
        <p14:creationId xmlns:p14="http://schemas.microsoft.com/office/powerpoint/2010/main" val="128554596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BA5C9-41C9-A2B7-EAAB-1CB9131615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62E05FA-5D2C-9B56-96B6-587AB4A1E701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1750DF8-6410-030F-DF9C-45E9D6C7EAB7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323655-EDD6-486E-D1C2-3C4E43ADFFDF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AA441B-368A-79A7-AF8E-85522237C386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210A06-1746-8DA2-A62C-04471C491469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6E62494-AC03-CDAA-D690-2E18D131D74E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F8920E0-84B0-4C51-E3FF-8DC45D8595FC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5D6B65-8FC4-2D44-54E1-E7500E010A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E1C68875-0E5F-4877-C9AE-413BF2C01B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16061C4-E24B-A5F6-A372-AD7694FD2D42}"/>
              </a:ext>
            </a:extLst>
          </p:cNvPr>
          <p:cNvSpPr txBox="1"/>
          <p:nvPr/>
        </p:nvSpPr>
        <p:spPr>
          <a:xfrm>
            <a:off x="1604225" y="5727458"/>
            <a:ext cx="908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Therefore, we have 2 x 3 rows in our Q-table, one row for each possible position of the mouse</a:t>
            </a:r>
            <a:endParaRPr lang="en-PH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5000506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6A39F4-5C58-81D2-0060-E5F6BE79BE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EB510C4-ECBA-3F35-FC1F-1C5537C2806A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12B5DAF-29EB-AA32-7B1B-24EF39526B78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804CD62-56EA-FA75-755B-7D6B4B5BE39C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EDCA673-E504-C73B-5218-5C9FCB6959D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57C72A8-8193-0843-CBAB-E087D4972480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6B291D4-2903-1DDE-98E6-751E368FFF9D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F6CD3B-FCC5-6F0F-1A29-93FB445E54EB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B02210-01C2-81C5-A8D8-1A401BD554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1" name="Picture 10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61DA72BF-4B3E-27F7-93A0-7C67447182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342" y="945876"/>
            <a:ext cx="11017938" cy="4680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EB292CC-9CC2-3DA4-2C3B-34D839119A7A}"/>
              </a:ext>
            </a:extLst>
          </p:cNvPr>
          <p:cNvSpPr txBox="1"/>
          <p:nvPr/>
        </p:nvSpPr>
        <p:spPr>
          <a:xfrm>
            <a:off x="2243823" y="5727458"/>
            <a:ext cx="77043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Here we see that the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state-action value of the initial state and going up is 0:</a:t>
            </a:r>
            <a:endParaRPr lang="en-PH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4178253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D4E4AF-021B-04C8-E327-DD0E1E43F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4ABB7B-CDD3-323E-EA40-DEB4FDC2C4C0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42C82B-F029-F552-7799-0C1F03A25C33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6BC66C-A8E6-F438-6565-E74EDCFE7F2A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C8017B-44DC-216F-D0DB-0A29DA28E74C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DFCD512-82A0-9C95-69D6-603438F1AC23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08C772D-237D-ED13-8729-849227E6EBD6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778756A-0E63-F9B2-4F89-A356C2BE364C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6E82F32-7E71-5CD6-7B42-58B16F80A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C87464-B05C-EE81-51F5-78D34B46A79D}"/>
              </a:ext>
            </a:extLst>
          </p:cNvPr>
          <p:cNvSpPr txBox="1"/>
          <p:nvPr/>
        </p:nvSpPr>
        <p:spPr>
          <a:xfrm>
            <a:off x="2166879" y="5727458"/>
            <a:ext cx="785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So, the Q-function uses a Q-table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that has the value of each state-action pair.</a:t>
            </a: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 </a:t>
            </a:r>
            <a:endParaRPr lang="en-PH" dirty="0">
              <a:latin typeface="Calibri (Body)"/>
            </a:endParaRPr>
          </a:p>
        </p:txBody>
      </p:sp>
      <p:pic>
        <p:nvPicPr>
          <p:cNvPr id="3" name="Picture 2" descr="A blue circle with white text and a white text&#10;&#10;AI-generated content may be incorrect.">
            <a:extLst>
              <a:ext uri="{FF2B5EF4-FFF2-40B4-BE49-F238E27FC236}">
                <a16:creationId xmlns:a16="http://schemas.microsoft.com/office/drawing/2014/main" id="{7B0D9BE8-5660-8DCB-7A25-D605E2DD57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00" y="1768763"/>
            <a:ext cx="11900000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4572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36775B-FD06-ED06-F718-BA2478421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7A7CB8-CFA2-9932-C17D-9CCB62C46AC1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EB0B72-4895-3A0C-8E18-451E7BED9F9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0A48312-5184-F052-C689-15869C7D13FB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00E974-81B5-C4DA-B0E9-09BF91E79192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7CD3167-003B-198B-3FDB-1A62788A97F3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866671D-1F43-F7E7-AAA0-16A3081AB7E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43FEB78-35B7-1E2B-870E-DB927ADC68EF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F7AE2E2-A8DA-40DE-42C9-8E53C07335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D9DFD85-1C21-FCFF-0AD7-F1ACAB9A7A8C}"/>
              </a:ext>
            </a:extLst>
          </p:cNvPr>
          <p:cNvSpPr txBox="1"/>
          <p:nvPr/>
        </p:nvSpPr>
        <p:spPr>
          <a:xfrm>
            <a:off x="1554532" y="5727458"/>
            <a:ext cx="90829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Given a state and action, </a:t>
            </a:r>
            <a:r>
              <a:rPr lang="en-PH" b="1" i="0" u="none" strike="noStrike" dirty="0">
                <a:effectLst/>
                <a:latin typeface="Source Sans Pro" panose="020B0503030403020204" pitchFamily="34" charset="0"/>
              </a:rPr>
              <a:t>our Q-function will search inside its Q-table to output the value.</a:t>
            </a:r>
            <a:endParaRPr lang="en-PH" dirty="0">
              <a:latin typeface="Calibri (Body)"/>
            </a:endParaRPr>
          </a:p>
        </p:txBody>
      </p:sp>
      <p:pic>
        <p:nvPicPr>
          <p:cNvPr id="3" name="Picture 2" descr="A blue circle with white text and a white text&#10;&#10;AI-generated content may be incorrect.">
            <a:extLst>
              <a:ext uri="{FF2B5EF4-FFF2-40B4-BE49-F238E27FC236}">
                <a16:creationId xmlns:a16="http://schemas.microsoft.com/office/drawing/2014/main" id="{69407E7F-78D2-0724-C7DB-AFE5A61405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000" y="1768763"/>
            <a:ext cx="11900000" cy="30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438408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C9E9A883-1C4A-73AE-B999-8C9ADDD71E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0"/>
            <a:ext cx="12172882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C5328C-8466-79C5-1009-5325F1D3D593}"/>
              </a:ext>
            </a:extLst>
          </p:cNvPr>
          <p:cNvSpPr txBox="1"/>
          <p:nvPr/>
        </p:nvSpPr>
        <p:spPr>
          <a:xfrm>
            <a:off x="966439" y="5652039"/>
            <a:ext cx="10259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In the beginning, </a:t>
            </a:r>
            <a:r>
              <a:rPr lang="en-PH" b="1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our Q-table is useless since it gives arbitrary values for each state-action pair</a:t>
            </a:r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 (most of the time, we initialize the Q-table to 0).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201979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43DFB6-12AF-6CA8-3086-8621BF36E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AA05EC3-9579-8CE6-AFC3-5465A82A70C9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5B1186C-0B65-4A18-3AAC-5DCA8C515665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4FDE70-35C9-89D6-5A63-869FCB7F17DD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3A783B6-034F-D7DC-5EEB-BA5E18E5A6E8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872BC02-AD82-A63D-8AC8-CFD9DBD49A13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D8AC7BB-DD44-0905-0CA1-B558D7405148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F632CB8-F8BD-E8A8-94D6-A93CE548A95A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E399B7-8AA7-B34E-7504-3DB2F34CE1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886ADE2-0D22-4892-BF06-DD4360A05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0"/>
            <a:ext cx="12172882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C54979-236E-C127-EF9D-F765F4DD477F}"/>
              </a:ext>
            </a:extLst>
          </p:cNvPr>
          <p:cNvSpPr txBox="1"/>
          <p:nvPr/>
        </p:nvSpPr>
        <p:spPr>
          <a:xfrm>
            <a:off x="966439" y="5652039"/>
            <a:ext cx="10259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As the agent </a:t>
            </a:r>
            <a:r>
              <a:rPr lang="en-PH" b="1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explores the environment and we update the Q-table, it will give us a better and better approximation</a:t>
            </a:r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 to the optimal policy.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11775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9BB5F8-13AD-E57C-C95E-8B86104BE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C3BF6B1-7D6F-1076-693C-3940AFC5D6A1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C8B8D3-755E-6F3E-FEDE-F726805485C2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A6D30B-12B2-8B16-062C-4D0D39846D0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423F6D2-F4F4-7991-70DD-6B2DD85EDE68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8B9CF72-6709-5656-1304-0CF672EF8155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5388C6D-385A-A13B-8A74-6B9D05675256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C523E20-D109-A6E8-B45F-3F83837A1787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42289C2-CE6C-2DF9-07DD-AF7E88E42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F6587A8F-6DAE-5667-68B8-AD605113E4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59" y="0"/>
            <a:ext cx="12172882" cy="6840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4D9C5BC-ECA0-96A3-B4B5-80268B1432F1}"/>
              </a:ext>
            </a:extLst>
          </p:cNvPr>
          <p:cNvSpPr txBox="1"/>
          <p:nvPr/>
        </p:nvSpPr>
        <p:spPr>
          <a:xfrm>
            <a:off x="966439" y="5652039"/>
            <a:ext cx="102591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b="0" i="0" u="none" strike="noStrike" dirty="0">
                <a:solidFill>
                  <a:schemeClr val="bg1"/>
                </a:solidFill>
                <a:effectLst/>
                <a:latin typeface="Source Sans Pro" panose="020B0503030403020204" pitchFamily="34" charset="0"/>
              </a:rPr>
              <a:t>We see here that with the training, our Q-table is better since, thanks to it, we can know the value of each state-action pair.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19803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8" name="Picture 17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15697D9A-D379-1521-2B09-83994636C4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0" y="13190"/>
            <a:ext cx="12172880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15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pic>
        <p:nvPicPr>
          <p:cNvPr id="10" name="Picture 9" descr="A screenshot of a computer&#10;&#10;Description automatically generated with low confidence">
            <a:extLst>
              <a:ext uri="{FF2B5EF4-FFF2-40B4-BE49-F238E27FC236}">
                <a16:creationId xmlns:a16="http://schemas.microsoft.com/office/drawing/2014/main" id="{E2FA64EA-BB19-BFA2-3F05-5F49FDB8C4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0" y="-5274"/>
            <a:ext cx="12160003" cy="68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1447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725C6A2B-2477-A1EA-182D-1FB8FA6620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5453" y="1017344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CBB63E4E-91CA-5CAC-5AB3-03946B99A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54833296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914DF7-3077-4467-66D9-CE7991CC17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02F43FE-02B6-DE23-CA8E-6EF1EE1F1466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470048-6A2B-3277-5A89-0116649B8C33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E3A27C-3239-7CAA-567C-29FBD08D13BB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EACA1AB-D91B-E315-C20C-C054EB435DB1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15D9580-3144-9A12-AAD4-B8D58432161A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640629E-21B8-A58B-3579-280C99C0BBE4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34948F-F95A-6AB8-9908-C91A484C4F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3A50B586-7B9B-FFB4-BF83-529E2EE451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956" y="1190601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DC9C7CDD-5F05-926E-08F5-9937EF9EC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5AC99B-45A4-2120-E960-97C1BEE39760}"/>
              </a:ext>
            </a:extLst>
          </p:cNvPr>
          <p:cNvSpPr txBox="1"/>
          <p:nvPr/>
        </p:nvSpPr>
        <p:spPr>
          <a:xfrm>
            <a:off x="457200" y="1614232"/>
            <a:ext cx="615547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The idea is that, with an initial value of </a:t>
            </a:r>
            <a:r>
              <a:rPr lang="en-PH" b="0" i="0" u="none" strike="noStrike" dirty="0" err="1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ɛ</a:t>
            </a: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 = 1.0:</a:t>
            </a:r>
          </a:p>
          <a:p>
            <a:pPr algn="l">
              <a:buNone/>
            </a:pPr>
            <a:endParaRPr lang="en-PH" b="0" i="0" u="none" strike="noStrike" dirty="0">
              <a:solidFill>
                <a:srgbClr val="4A5565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PH" b="0" i="1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With probability 1 — </a:t>
            </a:r>
            <a:r>
              <a:rPr lang="en-PH" b="0" i="0" u="none" strike="noStrike" dirty="0" err="1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ɛ</a:t>
            </a: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 : we do </a:t>
            </a:r>
            <a:r>
              <a:rPr lang="en-PH" b="1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exploitation</a:t>
            </a: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 (aka our agent selects the action with the highest state-action pair value).</a:t>
            </a:r>
          </a:p>
          <a:p>
            <a:pPr algn="l"/>
            <a:endParaRPr lang="en-PH" b="0" i="0" u="none" strike="noStrike" dirty="0">
              <a:solidFill>
                <a:srgbClr val="4A5565"/>
              </a:solidFill>
              <a:effectLst/>
              <a:latin typeface="Source Sans Pro" panose="020B0503030403020204" pitchFamily="34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With probability </a:t>
            </a:r>
            <a:r>
              <a:rPr lang="en-PH" b="0" i="0" u="none" strike="noStrike" dirty="0" err="1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ɛ</a:t>
            </a: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: </a:t>
            </a:r>
            <a:r>
              <a:rPr lang="en-PH" b="1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we do exploration</a:t>
            </a:r>
            <a:r>
              <a:rPr lang="en-PH" b="0" i="0" u="none" strike="noStrike" dirty="0">
                <a:solidFill>
                  <a:srgbClr val="4A5565"/>
                </a:solidFill>
                <a:effectLst/>
                <a:latin typeface="Source Sans Pro" panose="020B0503030403020204" pitchFamily="34" charset="0"/>
              </a:rPr>
              <a:t> (trying random action).</a:t>
            </a:r>
          </a:p>
        </p:txBody>
      </p:sp>
    </p:spTree>
    <p:extLst>
      <p:ext uri="{BB962C8B-B14F-4D97-AF65-F5344CB8AC3E}">
        <p14:creationId xmlns:p14="http://schemas.microsoft.com/office/powerpoint/2010/main" val="235832447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6D5A7D-50FC-B37B-9B1F-AFAB69318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F586986-C743-6381-CC43-E2D93C44CE31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B673BE-7841-6BF6-9453-312632BF8BA0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E4798E-F3A4-153E-D499-091E576F5614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89EDB8-1A97-4873-FC5A-2A5625F48302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91FC03-BAAC-B949-B7FA-05575E3250A7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105BF88-191E-933E-8972-A05A28BDC0B3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D196DB0-A5CD-7A0D-426C-C03EA02499E6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2EE11B01-8BB7-3F68-A4F0-D7A1963875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1190601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69B40899-C550-971F-C1F1-FFE7779C2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E025F6-68CC-75C4-F067-93CB83476D56}"/>
                  </a:ext>
                </a:extLst>
              </p:cNvPr>
              <p:cNvSpPr txBox="1"/>
              <p:nvPr/>
            </p:nvSpPr>
            <p:spPr>
              <a:xfrm>
                <a:off x="7375619" y="1425773"/>
                <a:ext cx="4754834" cy="224676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>
                  <a:buNone/>
                </a:pPr>
                <a:r>
                  <a:rPr lang="en-PH" sz="2800" dirty="0"/>
                  <a:t>At the beginning of the training, the probability of doing exploration will be huge since </a:t>
                </a:r>
                <a14:m>
                  <m:oMath xmlns:m="http://schemas.openxmlformats.org/officeDocument/2006/math">
                    <m:r>
                      <a:rPr lang="en-PH" sz="2800" i="1" dirty="0" smtClean="0">
                        <a:latin typeface="Cambria Math" panose="02040503050406030204" pitchFamily="18" charset="0"/>
                      </a:rPr>
                      <m:t>ɛ</m:t>
                    </m:r>
                  </m:oMath>
                </a14:m>
                <a:r>
                  <a:rPr lang="en-PH" sz="2800" dirty="0"/>
                  <a:t> is very high, so most of the time, we’ll explore. </a:t>
                </a: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B0E025F6-68CC-75C4-F067-93CB83476D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5619" y="1425773"/>
                <a:ext cx="4754834" cy="2246769"/>
              </a:xfrm>
              <a:prstGeom prst="rect">
                <a:avLst/>
              </a:prstGeom>
              <a:blipFill>
                <a:blip r:embed="rId3"/>
                <a:stretch>
                  <a:fillRect l="-2660" t="-2825" b="-67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2672114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D5B8D-3382-06B0-830F-2B17B4BE8A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AA928EE-3A84-A2F7-36A9-40373E9E0C4A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5C8537-EFA2-4383-41B9-3DFC156207B9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4BFCE3-31A2-50C7-B2D8-24C743369B16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A4CC13A-3EEF-216F-B2AF-0DC344C3B0E1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A147E6B-6246-38D0-908B-2E0A1949D120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8C45E7-A256-0825-A57A-C4853D848E70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B67ABE9-BA47-0231-16F5-1E5425E47225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E5E75303-939B-E9B3-28BD-53676A66A0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1190601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D17A192B-0010-712C-49AC-C80B858924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C2B40E-8D9E-D625-CB9F-11254F91520D}"/>
              </a:ext>
            </a:extLst>
          </p:cNvPr>
          <p:cNvSpPr txBox="1"/>
          <p:nvPr/>
        </p:nvSpPr>
        <p:spPr>
          <a:xfrm>
            <a:off x="7375619" y="1425773"/>
            <a:ext cx="47548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dirty="0"/>
              <a:t>But as the training goes on, and consequently our Q-table gets better and better in its estimations.</a:t>
            </a:r>
          </a:p>
        </p:txBody>
      </p:sp>
    </p:spTree>
    <p:extLst>
      <p:ext uri="{BB962C8B-B14F-4D97-AF65-F5344CB8AC3E}">
        <p14:creationId xmlns:p14="http://schemas.microsoft.com/office/powerpoint/2010/main" val="23517917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0FA0CB-5292-A5DB-A0E1-02755768DA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562C193-7567-4F2B-91E4-AFC78BBEA7CB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4281526-7BB7-7125-2E1C-2C137E32E2A9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E263FA-02BD-4E09-74C2-6DF79B23EFF9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C4C56A-80EB-B70C-74EA-C374D3554829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E618B14-2955-ADBB-6B5C-8B4628399206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9DEDAC6-716F-3EC5-2F94-E6A1ED689F95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F819F5-0A44-8211-286C-E4C48580598F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pic>
        <p:nvPicPr>
          <p:cNvPr id="11" name="Picture 10" descr="A red line on a black background&#10;&#10;Description automatically generated with medium confidence">
            <a:extLst>
              <a:ext uri="{FF2B5EF4-FFF2-40B4-BE49-F238E27FC236}">
                <a16:creationId xmlns:a16="http://schemas.microsoft.com/office/drawing/2014/main" id="{91E80A55-C5F0-D230-BDA2-7337EF2B14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425" y="1190601"/>
            <a:ext cx="7058193" cy="5216925"/>
          </a:xfrm>
          <a:prstGeom prst="rect">
            <a:avLst/>
          </a:prstGeom>
        </p:spPr>
      </p:pic>
      <p:sp>
        <p:nvSpPr>
          <p:cNvPr id="4" name="Title 4">
            <a:extLst>
              <a:ext uri="{FF2B5EF4-FFF2-40B4-BE49-F238E27FC236}">
                <a16:creationId xmlns:a16="http://schemas.microsoft.com/office/drawing/2014/main" id="{7CB503F1-195B-F4DE-5D35-B4343B8D10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 fontScale="90000"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2: Choose an Action using the epsilon-greedy strategy</a:t>
            </a:r>
            <a:endParaRPr lang="en-PH" sz="4000" b="1" dirty="0"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71B176-74A6-D02E-AD9A-2385ACCEE137}"/>
              </a:ext>
            </a:extLst>
          </p:cNvPr>
          <p:cNvSpPr txBox="1"/>
          <p:nvPr/>
        </p:nvSpPr>
        <p:spPr>
          <a:xfrm>
            <a:off x="7375619" y="1425773"/>
            <a:ext cx="4754834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PH" sz="2800" dirty="0"/>
              <a:t>We progressively reduce the epsilon value since we will need less and less exploration and more exploitation.</a:t>
            </a:r>
          </a:p>
        </p:txBody>
      </p:sp>
    </p:spTree>
    <p:extLst>
      <p:ext uri="{BB962C8B-B14F-4D97-AF65-F5344CB8AC3E}">
        <p14:creationId xmlns:p14="http://schemas.microsoft.com/office/powerpoint/2010/main" val="34125999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3: Perform Action, Get Reward and Next State</a:t>
            </a:r>
            <a:endParaRPr lang="en-PH" sz="4000" b="1" dirty="0">
              <a:latin typeface="Calibri (Body)"/>
            </a:endParaRPr>
          </a:p>
        </p:txBody>
      </p:sp>
      <p:pic>
        <p:nvPicPr>
          <p:cNvPr id="3" name="Picture 2" descr="A purple square with white text&#10;&#10;Description automatically generated with low confidence">
            <a:extLst>
              <a:ext uri="{FF2B5EF4-FFF2-40B4-BE49-F238E27FC236}">
                <a16:creationId xmlns:a16="http://schemas.microsoft.com/office/drawing/2014/main" id="{F8B6D7D2-2101-8B8C-5FD3-E9E60BF9F4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02" y="1989000"/>
            <a:ext cx="11619595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527954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50BD2-A678-397D-91C9-892EA8F1D4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62E366-E37F-73AD-5F8D-65B5C7BFACF9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BE76CC-A94A-5DBF-71F9-4EFD904868BF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EDF813A-967A-CB18-DFA6-DB1A28292412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3DD37-3453-D994-8BAA-B92B2C4095A2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4EDFF4E-A724-200E-F75F-8CF8FC2BE3E4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76BA6BD-F474-13D7-CE84-FDF4DFFD78BD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2B8EA-1DEA-E4B1-39FD-ECCDF73A316B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4B0121F-0E89-1ED9-16A4-7E7182B3F8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Step 4: Update Q-value</a:t>
            </a:r>
            <a:endParaRPr lang="en-PH" sz="4000" b="1" dirty="0">
              <a:latin typeface="Calibri (Body)"/>
            </a:endParaRPr>
          </a:p>
        </p:txBody>
      </p:sp>
      <p:pic>
        <p:nvPicPr>
          <p:cNvPr id="2" name="Content Placeholder 3" descr="A picture containing text, screenshot, font, number&#10;&#10;Description automatically generated">
            <a:extLst>
              <a:ext uri="{FF2B5EF4-FFF2-40B4-BE49-F238E27FC236}">
                <a16:creationId xmlns:a16="http://schemas.microsoft.com/office/drawing/2014/main" id="{67353334-8EE9-FA39-C889-F80B1BA8E5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831" y="1449000"/>
            <a:ext cx="11745762" cy="39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387287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dirty="0">
                <a:solidFill>
                  <a:schemeClr val="bg1"/>
                </a:solidFill>
              </a:rPr>
              <a:t>Course Code: CCINCOM/L</a:t>
            </a:r>
            <a:endParaRPr lang="en-PH" sz="1600" dirty="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>
            <a:normAutofit/>
          </a:bodyPr>
          <a:lstStyle/>
          <a:p>
            <a:r>
              <a:rPr lang="en-US" sz="4000" b="1" i="0" dirty="0">
                <a:solidFill>
                  <a:srgbClr val="222222"/>
                </a:solidFill>
                <a:effectLst/>
                <a:latin typeface="Calibri (Body)"/>
              </a:rPr>
              <a:t>Q-Learning</a:t>
            </a:r>
            <a:endParaRPr lang="en-PH" sz="4000" b="1" dirty="0">
              <a:latin typeface="Calibri (Body)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83E4B1-B8A7-718D-A5CF-0E91C490EE7A}"/>
              </a:ext>
            </a:extLst>
          </p:cNvPr>
          <p:cNvSpPr txBox="1"/>
          <p:nvPr/>
        </p:nvSpPr>
        <p:spPr>
          <a:xfrm>
            <a:off x="352424" y="1425773"/>
            <a:ext cx="11325225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Calibri (Body)"/>
              </a:rPr>
              <a:t>Trains a </a:t>
            </a:r>
            <a:r>
              <a:rPr lang="en-US" sz="2400" b="0" i="1" dirty="0">
                <a:effectLst/>
                <a:latin typeface="Calibri (Body)"/>
              </a:rPr>
              <a:t>Q-function</a:t>
            </a:r>
            <a:r>
              <a:rPr lang="en-US" sz="2400" b="0" i="0" dirty="0">
                <a:effectLst/>
                <a:latin typeface="Calibri (Body)"/>
              </a:rPr>
              <a:t> (an </a:t>
            </a:r>
            <a:r>
              <a:rPr lang="en-US" sz="2400" b="1" i="0" dirty="0">
                <a:effectLst/>
                <a:latin typeface="Calibri (Body)"/>
              </a:rPr>
              <a:t>action-value function</a:t>
            </a:r>
            <a:r>
              <a:rPr lang="en-US" sz="2400" b="0" i="0" dirty="0">
                <a:effectLst/>
                <a:latin typeface="Calibri (Body)"/>
              </a:rPr>
              <a:t>), which internally is a </a:t>
            </a:r>
            <a:r>
              <a:rPr lang="en-US" sz="2400" b="1" i="0" dirty="0">
                <a:effectLst/>
                <a:latin typeface="Calibri (Body)"/>
              </a:rPr>
              <a:t>Q-table that contains all the state-action pair values.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2400" b="0" i="0" dirty="0">
              <a:effectLst/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Calibri (Body)"/>
              </a:rPr>
              <a:t>Given a state and action, our Q-function </a:t>
            </a:r>
            <a:r>
              <a:rPr lang="en-US" sz="2400" b="1" i="0" dirty="0">
                <a:effectLst/>
                <a:latin typeface="Calibri (Body)"/>
              </a:rPr>
              <a:t>will search its Q-table for the corresponding value.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2400" b="0" i="0" dirty="0">
              <a:effectLst/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Calibri (Body)"/>
              </a:rPr>
              <a:t>When the training is done, </a:t>
            </a:r>
            <a:r>
              <a:rPr lang="en-US" sz="2400" b="1" i="0" dirty="0">
                <a:effectLst/>
                <a:latin typeface="Calibri (Body)"/>
              </a:rPr>
              <a:t>we have an optimal Q-function, which means we have optimal Q-table.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sz="2400" b="0" i="0" dirty="0">
              <a:effectLst/>
              <a:latin typeface="Calibri (Body)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sz="2400" b="0" i="0" dirty="0">
                <a:effectLst/>
                <a:latin typeface="Calibri (Body)"/>
              </a:rPr>
              <a:t>And if we </a:t>
            </a:r>
            <a:r>
              <a:rPr lang="en-US" sz="2400" b="1" i="0" dirty="0">
                <a:effectLst/>
                <a:latin typeface="Calibri (Body)"/>
              </a:rPr>
              <a:t>have an optimal Q-function</a:t>
            </a:r>
            <a:r>
              <a:rPr lang="en-US" sz="2400" b="0" i="0" dirty="0">
                <a:effectLst/>
                <a:latin typeface="Calibri (Body)"/>
              </a:rPr>
              <a:t>, we </a:t>
            </a:r>
            <a:r>
              <a:rPr lang="en-US" sz="2400" b="1" i="0" dirty="0">
                <a:effectLst/>
                <a:latin typeface="Calibri (Body)"/>
              </a:rPr>
              <a:t>have an optimal policy</a:t>
            </a:r>
            <a:r>
              <a:rPr lang="en-US" sz="2400" b="0" i="0" dirty="0">
                <a:effectLst/>
                <a:latin typeface="Calibri (Body)"/>
              </a:rPr>
              <a:t> since we </a:t>
            </a:r>
            <a:r>
              <a:rPr lang="en-US" sz="2400" b="1" i="0" dirty="0">
                <a:effectLst/>
                <a:latin typeface="Calibri (Body)"/>
              </a:rPr>
              <a:t>know the best action to take at each state.</a:t>
            </a:r>
            <a:endParaRPr lang="en-US" sz="2400" b="0" i="0" dirty="0"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160673120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33CA7EB-D821-4578-A186-D330E9178EDE}"/>
              </a:ext>
            </a:extLst>
          </p:cNvPr>
          <p:cNvSpPr txBox="1"/>
          <p:nvPr/>
        </p:nvSpPr>
        <p:spPr>
          <a:xfrm>
            <a:off x="87923" y="28551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INTRODUCTION TO COMPUTING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128FD4-EE77-4086-837E-5EAF83B0DDD1}"/>
              </a:ext>
            </a:extLst>
          </p:cNvPr>
          <p:cNvSpPr txBox="1"/>
          <p:nvPr/>
        </p:nvSpPr>
        <p:spPr>
          <a:xfrm>
            <a:off x="9182099" y="13190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</a:rPr>
              <a:t>Course Code: CCINCOM/L</a:t>
            </a:r>
            <a:endParaRPr lang="en-PH" sz="1600">
              <a:solidFill>
                <a:schemeClr val="bg1"/>
              </a:solidFill>
              <a:latin typeface="Abadi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5C7AD6-4918-4294-AA88-B72FB28833FE}"/>
              </a:ext>
            </a:extLst>
          </p:cNvPr>
          <p:cNvSpPr txBox="1"/>
          <p:nvPr/>
        </p:nvSpPr>
        <p:spPr>
          <a:xfrm>
            <a:off x="0" y="6479929"/>
            <a:ext cx="246184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Joseph Marvin R. Imperial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3136E3D-4CFD-4EFC-98AB-367D0EF3C06B}"/>
              </a:ext>
            </a:extLst>
          </p:cNvPr>
          <p:cNvSpPr txBox="1"/>
          <p:nvPr/>
        </p:nvSpPr>
        <p:spPr>
          <a:xfrm>
            <a:off x="7086601" y="6490896"/>
            <a:ext cx="51053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PH" sz="1600">
                <a:solidFill>
                  <a:schemeClr val="bg1"/>
                </a:solidFill>
                <a:latin typeface="Abadi" panose="020B0604020202020204" pitchFamily="34" charset="0"/>
              </a:rPr>
              <a:t>NU College of Computing and Information Technologies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B95F0FF-3312-4F15-A3FC-1E4D0A0C4CA3}"/>
              </a:ext>
            </a:extLst>
          </p:cNvPr>
          <p:cNvSpPr txBox="1"/>
          <p:nvPr/>
        </p:nvSpPr>
        <p:spPr>
          <a:xfrm>
            <a:off x="2915382" y="1849692"/>
            <a:ext cx="6224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PH" sz="2400" b="1">
                <a:solidFill>
                  <a:schemeClr val="bg1"/>
                </a:solidFill>
                <a:latin typeface="Abadi" panose="020B0604020104020204" pitchFamily="34" charset="0"/>
              </a:rPr>
              <a:t>Review in Probability, Intro to RL Concepts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51B30DC-ACC5-404F-B51D-13612F115E3E}"/>
              </a:ext>
            </a:extLst>
          </p:cNvPr>
          <p:cNvSpPr/>
          <p:nvPr/>
        </p:nvSpPr>
        <p:spPr>
          <a:xfrm>
            <a:off x="0" y="6462346"/>
            <a:ext cx="12192000" cy="395654"/>
          </a:xfrm>
          <a:prstGeom prst="rect">
            <a:avLst/>
          </a:prstGeom>
          <a:solidFill>
            <a:schemeClr val="accent5">
              <a:lumMod val="5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C57CA2-30CA-4DDD-A941-8B9CC393DAFA}"/>
              </a:ext>
            </a:extLst>
          </p:cNvPr>
          <p:cNvSpPr txBox="1"/>
          <p:nvPr/>
        </p:nvSpPr>
        <p:spPr>
          <a:xfrm>
            <a:off x="0" y="6490896"/>
            <a:ext cx="362243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1600">
                <a:solidFill>
                  <a:schemeClr val="bg1"/>
                </a:solidFill>
                <a:latin typeface="Abadi" panose="020B0604020104020204" pitchFamily="34" charset="0"/>
                <a:cs typeface="Aharoni" panose="020B0604020202020204" pitchFamily="2" charset="-79"/>
              </a:rPr>
              <a:t>REINFORCEMENT LEARNING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237222-F604-49F1-8989-AF06AF20EDD3}"/>
              </a:ext>
            </a:extLst>
          </p:cNvPr>
          <p:cNvSpPr txBox="1"/>
          <p:nvPr/>
        </p:nvSpPr>
        <p:spPr>
          <a:xfrm>
            <a:off x="9243646" y="6490896"/>
            <a:ext cx="294835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>
                <a:solidFill>
                  <a:schemeClr val="bg1"/>
                </a:solidFill>
                <a:latin typeface="Abadi" panose="020B0604020104020204" pitchFamily="34" charset="0"/>
              </a:rPr>
              <a:t>Course Code: CCRNFLRL</a:t>
            </a:r>
            <a:endParaRPr lang="en-PH" sz="1600">
              <a:solidFill>
                <a:schemeClr val="bg1"/>
              </a:solidFill>
              <a:latin typeface="Abadi" panose="020B0604020104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C47D021-EEC4-42AC-B4C3-BC584CB5B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292273"/>
            <a:ext cx="11458574" cy="869778"/>
          </a:xfrm>
        </p:spPr>
        <p:txBody>
          <a:bodyPr/>
          <a:lstStyle/>
          <a:p>
            <a:r>
              <a:rPr lang="en-US" b="1" dirty="0">
                <a:latin typeface="+mn-lt"/>
              </a:rPr>
              <a:t>References</a:t>
            </a:r>
            <a:endParaRPr lang="en-PH" b="1" dirty="0">
              <a:latin typeface="+mn-lt"/>
            </a:endParaRP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5BBEC35-40CA-42D4-BC38-E13B39A6DA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999" y="1352550"/>
            <a:ext cx="11343641" cy="4905375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000" dirty="0"/>
              <a:t>Images are licensed with Creative Commons. Can use without citing.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Prof. Emma </a:t>
            </a:r>
            <a:r>
              <a:rPr lang="en-US" sz="2000" dirty="0" err="1"/>
              <a:t>Brunskill’s</a:t>
            </a:r>
            <a:r>
              <a:rPr lang="en-US" sz="2000" dirty="0"/>
              <a:t> slides (CS234RL). </a:t>
            </a:r>
            <a:r>
              <a:rPr lang="en-US" sz="2000" dirty="0">
                <a:hlinkClick r:id="rId2"/>
              </a:rPr>
              <a:t>https://web.stanford.edu/class/cs234/slides/lecture1.pdf</a:t>
            </a:r>
            <a:endParaRPr lang="en-US" sz="2000" dirty="0"/>
          </a:p>
          <a:p>
            <a:pPr marL="457200" indent="-457200">
              <a:buFont typeface="+mj-lt"/>
              <a:buAutoNum type="arabicPeriod"/>
            </a:pPr>
            <a:r>
              <a:rPr lang="en-US" sz="2000" dirty="0"/>
              <a:t>David Silver’s slides. </a:t>
            </a:r>
            <a:r>
              <a:rPr lang="en-US" sz="2000" dirty="0">
                <a:hlinkClick r:id="rId3"/>
              </a:rPr>
              <a:t>https://www.davidsilver.uk/wp-content/uploads/2020/03/intro_RL.pdf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16542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Storyboard Layou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5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_rels/item6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6.xml"/></Relationships>
</file>

<file path=customXml/_rels/item7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7.xml"/></Relationships>
</file>

<file path=customXml/_rels/item8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8.xml"/></Relationships>
</file>

<file path=customXml/_rels/item9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9.xml"/></Relationships>
</file>

<file path=customXml/_rels/item10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0.xml"/></Relationships>
</file>

<file path=customXml/_rels/item1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1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ontrol xmlns="http://schemas.microsoft.com/VisualStudio/2011/storyboarding/control">
  <Id Name="8ace2fdb-12ac-4077-a484-31b1b60ebf69" Revision="1" Stencil="System.MyShapes" StencilVersion="1.0"/>
</Control>
</file>

<file path=customXml/item3.xml><?xml version="1.0" encoding="utf-8"?>
<Control xmlns="http://schemas.microsoft.com/VisualStudio/2011/storyboarding/control">
  <Id Name="8ace2fdb-12ac-4077-a484-31b1b60ebf69" Revision="1" Stencil="System.MyShapes" StencilVersion="1.0"/>
</Control>
</file>

<file path=customXml/item4.xml><?xml version="1.0" encoding="utf-8"?>
<Control xmlns="http://schemas.microsoft.com/VisualStudio/2011/storyboarding/control">
  <Id Name="8ace2fdb-12ac-4077-a484-31b1b60ebf69" Revision="1" Stencil="System.MyShapes" StencilVersion="1.0"/>
</Control>
</file>

<file path=customXml/item5.xml><?xml version="1.0" encoding="utf-8"?>
<Control xmlns="http://schemas.microsoft.com/VisualStudio/2011/storyboarding/control">
  <Id Name="8ace2fdb-12ac-4077-a484-31b1b60ebf69" Revision="1" Stencil="System.MyShapes" StencilVersion="1.0"/>
</Control>
</file>

<file path=customXml/item6.xml><?xml version="1.0" encoding="utf-8"?>
<Control xmlns="http://schemas.microsoft.com/VisualStudio/2011/storyboarding/control">
  <Id Name="8ace2fdb-12ac-4077-a484-31b1b60ebf69" Revision="1" Stencil="System.MyShapes" StencilVersion="1.0"/>
</Control>
</file>

<file path=customXml/item7.xml><?xml version="1.0" encoding="utf-8"?>
<Control xmlns="http://schemas.microsoft.com/VisualStudio/2011/storyboarding/control">
  <Id Name="8ace2fdb-12ac-4077-a484-31b1b60ebf69" Revision="1" Stencil="System.MyShapes" StencilVersion="1.0"/>
</Control>
</file>

<file path=customXml/item8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8972596D83CB9448D5CC5920EF207E5" ma:contentTypeVersion="15" ma:contentTypeDescription="Create a new document." ma:contentTypeScope="" ma:versionID="e0bf2008eb45d6d5fc139be6c8039e46">
  <xsd:schema xmlns:xsd="http://www.w3.org/2001/XMLSchema" xmlns:xs="http://www.w3.org/2001/XMLSchema" xmlns:p="http://schemas.microsoft.com/office/2006/metadata/properties" xmlns:ns2="83665817-2bf1-470e-9d34-a1cdf51135fc" xmlns:ns3="8635a931-6b84-420a-938b-bf6e93596a85" targetNamespace="http://schemas.microsoft.com/office/2006/metadata/properties" ma:root="true" ma:fieldsID="b3f89756f7e2a2b7ac115775bf8004ea" ns2:_="" ns3:_="">
    <xsd:import namespace="83665817-2bf1-470e-9d34-a1cdf51135fc"/>
    <xsd:import namespace="8635a931-6b84-420a-938b-bf6e93596a8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665817-2bf1-470e-9d34-a1cdf51135f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6" nillable="true" ma:displayName="Tags" ma:internalName="MediaServiceAutoTags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635a931-6b84-420a-938b-bf6e93596a8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d986c5e2-b559-48f3-87de-f99f25e7b445}" ma:internalName="TaxCatchAll" ma:showField="CatchAllData" ma:web="8635a931-6b84-420a-938b-bf6e93596a8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9.xml><?xml version="1.0" encoding="utf-8"?>
<Control xmlns="http://schemas.microsoft.com/VisualStudio/2011/storyboarding/control">
  <Id Name="8ace2fdb-12ac-4077-a484-31b1b60ebf69" Revision="1" Stencil="System.MyShapes" StencilVersion="1.0"/>
</Control>
</file>

<file path=customXml/item10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8635a931-6b84-420a-938b-bf6e93596a85" xsi:nil="true"/>
    <lcf76f155ced4ddcb4097134ff3c332f xmlns="83665817-2bf1-470e-9d34-a1cdf51135fc">
      <Terms xmlns="http://schemas.microsoft.com/office/infopath/2007/PartnerControls"/>
    </lcf76f155ced4ddcb4097134ff3c332f>
  </documentManagement>
</p:properties>
</file>

<file path=customXml/item11.xml><?xml version="1.0" encoding="utf-8"?>
<Control xmlns="http://schemas.microsoft.com/VisualStudio/2011/storyboarding/control">
  <Id Name="8ace2fdb-12ac-4077-a484-31b1b60ebf69" Revision="1" Stencil="System.MyShapes" StencilVersion="1.0"/>
</Control>
</file>

<file path=customXml/itemProps1.xml><?xml version="1.0" encoding="utf-8"?>
<ds:datastoreItem xmlns:ds="http://schemas.openxmlformats.org/officeDocument/2006/customXml" ds:itemID="{F166DAC8-4ECC-4130-9B37-BEDCB54573D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1BDA43E-947F-4629-A7CA-0F1298F3BE36}">
  <ds:schemaRefs>
    <ds:schemaRef ds:uri="http://schemas.microsoft.com/VisualStudio/2011/storyboarding/control"/>
  </ds:schemaRefs>
</ds:datastoreItem>
</file>

<file path=customXml/itemProps3.xml><?xml version="1.0" encoding="utf-8"?>
<ds:datastoreItem xmlns:ds="http://schemas.openxmlformats.org/officeDocument/2006/customXml" ds:itemID="{CAEBBB30-5DD1-4E52-82DE-A02E4733D29A}">
  <ds:schemaRefs>
    <ds:schemaRef ds:uri="http://schemas.microsoft.com/VisualStudio/2011/storyboarding/control"/>
  </ds:schemaRefs>
</ds:datastoreItem>
</file>

<file path=customXml/itemProps4.xml><?xml version="1.0" encoding="utf-8"?>
<ds:datastoreItem xmlns:ds="http://schemas.openxmlformats.org/officeDocument/2006/customXml" ds:itemID="{C4D067AF-DC92-4F11-82F5-13007749D8F7}">
  <ds:schemaRefs>
    <ds:schemaRef ds:uri="http://schemas.microsoft.com/VisualStudio/2011/storyboarding/control"/>
  </ds:schemaRefs>
</ds:datastoreItem>
</file>

<file path=customXml/itemProps5.xml><?xml version="1.0" encoding="utf-8"?>
<ds:datastoreItem xmlns:ds="http://schemas.openxmlformats.org/officeDocument/2006/customXml" ds:itemID="{C0AE690A-6DA2-4539-97E4-9CACEDAE07A0}">
  <ds:schemaRefs>
    <ds:schemaRef ds:uri="http://schemas.microsoft.com/VisualStudio/2011/storyboarding/control"/>
  </ds:schemaRefs>
</ds:datastoreItem>
</file>

<file path=customXml/itemProps6.xml><?xml version="1.0" encoding="utf-8"?>
<ds:datastoreItem xmlns:ds="http://schemas.openxmlformats.org/officeDocument/2006/customXml" ds:itemID="{AD4724DF-B3D7-4FCF-AA8F-856D3FC7F828}">
  <ds:schemaRefs>
    <ds:schemaRef ds:uri="http://schemas.microsoft.com/VisualStudio/2011/storyboarding/control"/>
  </ds:schemaRefs>
</ds:datastoreItem>
</file>

<file path=customXml/itemProps7.xml><?xml version="1.0" encoding="utf-8"?>
<ds:datastoreItem xmlns:ds="http://schemas.openxmlformats.org/officeDocument/2006/customXml" ds:itemID="{F79BED0A-E20E-4F16-91D3-BB18BCF17AE7}">
  <ds:schemaRefs>
    <ds:schemaRef ds:uri="http://schemas.microsoft.com/VisualStudio/2011/storyboarding/control"/>
  </ds:schemaRefs>
</ds:datastoreItem>
</file>

<file path=customXml/itemProps8.xml><?xml version="1.0" encoding="utf-8"?>
<ds:datastoreItem xmlns:ds="http://schemas.openxmlformats.org/officeDocument/2006/customXml" ds:itemID="{BB604A8B-05E3-451E-8C75-68576FF964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665817-2bf1-470e-9d34-a1cdf51135fc"/>
    <ds:schemaRef ds:uri="8635a931-6b84-420a-938b-bf6e93596a8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9.xml><?xml version="1.0" encoding="utf-8"?>
<ds:datastoreItem xmlns:ds="http://schemas.openxmlformats.org/officeDocument/2006/customXml" ds:itemID="{1E432C16-7313-413A-AE06-D8B8B05337A0}">
  <ds:schemaRefs>
    <ds:schemaRef ds:uri="http://schemas.microsoft.com/VisualStudio/2011/storyboarding/control"/>
  </ds:schemaRefs>
</ds:datastoreItem>
</file>

<file path=customXml/itemProps10.xml><?xml version="1.0" encoding="utf-8"?>
<ds:datastoreItem xmlns:ds="http://schemas.openxmlformats.org/officeDocument/2006/customXml" ds:itemID="{5999E179-E0BD-40A6-9179-FDE9AD04F1CC}">
  <ds:schemaRefs>
    <ds:schemaRef ds:uri="http://schemas.microsoft.com/office/2006/metadata/properties"/>
    <ds:schemaRef ds:uri="http://schemas.microsoft.com/office/infopath/2007/PartnerControls"/>
    <ds:schemaRef ds:uri="8635a931-6b84-420a-938b-bf6e93596a85"/>
    <ds:schemaRef ds:uri="83665817-2bf1-470e-9d34-a1cdf51135fc"/>
  </ds:schemaRefs>
</ds:datastoreItem>
</file>

<file path=customXml/itemProps11.xml><?xml version="1.0" encoding="utf-8"?>
<ds:datastoreItem xmlns:ds="http://schemas.openxmlformats.org/officeDocument/2006/customXml" ds:itemID="{DB215FA1-4FD3-42FD-A00D-2232EB3452BE}">
  <ds:schemaRefs>
    <ds:schemaRef ds:uri="http://schemas.microsoft.com/VisualStudio/2011/storyboarding/contro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6685</TotalTime>
  <Words>2487</Words>
  <Application>Microsoft Office PowerPoint</Application>
  <PresentationFormat>Widescreen</PresentationFormat>
  <Paragraphs>465</Paragraphs>
  <Slides>51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51</vt:i4>
      </vt:variant>
    </vt:vector>
  </HeadingPairs>
  <TitlesOfParts>
    <vt:vector size="63" baseType="lpstr">
      <vt:lpstr>Abadi</vt:lpstr>
      <vt:lpstr>Arial</vt:lpstr>
      <vt:lpstr>Book Antiqua</vt:lpstr>
      <vt:lpstr>Calibri</vt:lpstr>
      <vt:lpstr>Calibri (Body)</vt:lpstr>
      <vt:lpstr>Calibri Light</vt:lpstr>
      <vt:lpstr>Cambria Math</vt:lpstr>
      <vt:lpstr>Source Sans Pro</vt:lpstr>
      <vt:lpstr>times new roman</vt:lpstr>
      <vt:lpstr>Wingdings</vt:lpstr>
      <vt:lpstr>Office Theme</vt:lpstr>
      <vt:lpstr>Storyboard Layouts</vt:lpstr>
      <vt:lpstr>PowerPoint Presentation</vt:lpstr>
      <vt:lpstr>Recap </vt:lpstr>
      <vt:lpstr>PowerPoint Presentation</vt:lpstr>
      <vt:lpstr>PowerPoint Presentation</vt:lpstr>
      <vt:lpstr>Refresher</vt:lpstr>
      <vt:lpstr>Refresher</vt:lpstr>
      <vt:lpstr>Recap</vt:lpstr>
      <vt:lpstr>Outline </vt:lpstr>
      <vt:lpstr>Uses of Model-Free Control </vt:lpstr>
      <vt:lpstr>On-Policy and Off-Policy</vt:lpstr>
      <vt:lpstr>Generalised Policy Iteration (Refresher)</vt:lpstr>
      <vt:lpstr>Generalised Policy Iteration with Monte-Carlo</vt:lpstr>
      <vt:lpstr>Model Free Policy Iteration using Action-Value Function</vt:lpstr>
      <vt:lpstr>Policy Iteration using Action-Value Function</vt:lpstr>
      <vt:lpstr>Greedy Action Selection</vt:lpstr>
      <vt:lpstr>ε-Greedy Action Selection</vt:lpstr>
      <vt:lpstr>ε-Greedy Policy Improvement</vt:lpstr>
      <vt:lpstr>Outline </vt:lpstr>
      <vt:lpstr>Monte-Carlo Control</vt:lpstr>
      <vt:lpstr>GLIE</vt:lpstr>
      <vt:lpstr>GLIE Monte Carlo Control</vt:lpstr>
      <vt:lpstr>Monte Carlo Control in Blackjack</vt:lpstr>
      <vt:lpstr>SARSA</vt:lpstr>
      <vt:lpstr>SARSA</vt:lpstr>
      <vt:lpstr>SARSA</vt:lpstr>
      <vt:lpstr>Outline </vt:lpstr>
      <vt:lpstr>Off-Policy 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Q-Learning</vt:lpstr>
      <vt:lpstr>Step 2: Choose an Action using the epsilon-greedy strategy</vt:lpstr>
      <vt:lpstr>Step 2: Choose an Action using the epsilon-greedy strategy</vt:lpstr>
      <vt:lpstr>Step 2: Choose an Action using the epsilon-greedy strategy</vt:lpstr>
      <vt:lpstr>Step 2: Choose an Action using the epsilon-greedy strategy</vt:lpstr>
      <vt:lpstr>Step 2: Choose an Action using the epsilon-greedy strategy</vt:lpstr>
      <vt:lpstr>Step 3: Perform Action, Get Reward and Next State</vt:lpstr>
      <vt:lpstr>Step 4: Update Q-value</vt:lpstr>
      <vt:lpstr>Q-Learning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Joseph Imperial</dc:creator>
  <cp:lastModifiedBy>SLY Ponio</cp:lastModifiedBy>
  <cp:revision>156</cp:revision>
  <dcterms:created xsi:type="dcterms:W3CDTF">2020-07-20T06:14:24Z</dcterms:created>
  <dcterms:modified xsi:type="dcterms:W3CDTF">2025-09-18T15:53:56Z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0x010100A8972596D83CB9448D5CC5920EF207E5</vt:lpwstr>
  </property>
  <property fmtid="{D5CDD505-2E9C-101B-9397-08002B2CF9AE}" pid="3" name="MSIP_Label_8a813f4b-519a-4481-a498-85770f517757_Enabled">
    <vt:lpwstr>true</vt:lpwstr>
  </property>
  <property fmtid="{D5CDD505-2E9C-101B-9397-08002B2CF9AE}" pid="4" name="MSIP_Label_8a813f4b-519a-4481-a498-85770f517757_SetDate">
    <vt:lpwstr>2025-09-17T09:48:55Z</vt:lpwstr>
  </property>
  <property fmtid="{D5CDD505-2E9C-101B-9397-08002B2CF9AE}" pid="5" name="MSIP_Label_8a813f4b-519a-4481-a498-85770f517757_Method">
    <vt:lpwstr>Standard</vt:lpwstr>
  </property>
  <property fmtid="{D5CDD505-2E9C-101B-9397-08002B2CF9AE}" pid="6" name="MSIP_Label_8a813f4b-519a-4481-a498-85770f517757_Name">
    <vt:lpwstr>Anyone (unrestricted)</vt:lpwstr>
  </property>
  <property fmtid="{D5CDD505-2E9C-101B-9397-08002B2CF9AE}" pid="7" name="MSIP_Label_8a813f4b-519a-4481-a498-85770f517757_SiteId">
    <vt:lpwstr>1d981f77-3ca3-46ae-b0d4-e8044e6c7f84</vt:lpwstr>
  </property>
  <property fmtid="{D5CDD505-2E9C-101B-9397-08002B2CF9AE}" pid="8" name="MSIP_Label_8a813f4b-519a-4481-a498-85770f517757_ActionId">
    <vt:lpwstr>bd92b77c-a9cb-439b-ada2-0bad3b63fa43</vt:lpwstr>
  </property>
  <property fmtid="{D5CDD505-2E9C-101B-9397-08002B2CF9AE}" pid="9" name="MSIP_Label_8a813f4b-519a-4481-a498-85770f517757_ContentBits">
    <vt:lpwstr>0</vt:lpwstr>
  </property>
  <property fmtid="{D5CDD505-2E9C-101B-9397-08002B2CF9AE}" pid="10" name="MSIP_Label_8a813f4b-519a-4481-a498-85770f517757_Tag">
    <vt:lpwstr>50, 3, 0, 1</vt:lpwstr>
  </property>
</Properties>
</file>