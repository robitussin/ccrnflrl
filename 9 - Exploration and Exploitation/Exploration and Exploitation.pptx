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257" r:id="rId2"/>
    <p:sldId id="383" r:id="rId3"/>
    <p:sldId id="384" r:id="rId4"/>
    <p:sldId id="385" r:id="rId5"/>
    <p:sldId id="386" r:id="rId6"/>
    <p:sldId id="387" r:id="rId7"/>
    <p:sldId id="388" r:id="rId8"/>
    <p:sldId id="389" r:id="rId9"/>
    <p:sldId id="390" r:id="rId10"/>
    <p:sldId id="391" r:id="rId11"/>
    <p:sldId id="393" r:id="rId12"/>
    <p:sldId id="394" r:id="rId13"/>
    <p:sldId id="397" r:id="rId14"/>
    <p:sldId id="398" r:id="rId15"/>
    <p:sldId id="399" r:id="rId16"/>
    <p:sldId id="400" r:id="rId17"/>
    <p:sldId id="401" r:id="rId18"/>
    <p:sldId id="406" r:id="rId19"/>
    <p:sldId id="410" r:id="rId20"/>
    <p:sldId id="408" r:id="rId21"/>
    <p:sldId id="423" r:id="rId22"/>
    <p:sldId id="424" r:id="rId23"/>
    <p:sldId id="425" r:id="rId24"/>
    <p:sldId id="411" r:id="rId25"/>
    <p:sldId id="422" r:id="rId26"/>
    <p:sldId id="412" r:id="rId27"/>
    <p:sldId id="413" r:id="rId28"/>
    <p:sldId id="414" r:id="rId29"/>
    <p:sldId id="415" r:id="rId30"/>
    <p:sldId id="416" r:id="rId31"/>
    <p:sldId id="417" r:id="rId32"/>
    <p:sldId id="418" r:id="rId33"/>
    <p:sldId id="419" r:id="rId34"/>
    <p:sldId id="420" r:id="rId35"/>
    <p:sldId id="421" r:id="rId36"/>
    <p:sldId id="426" r:id="rId37"/>
    <p:sldId id="427" r:id="rId38"/>
    <p:sldId id="428" r:id="rId39"/>
    <p:sldId id="444" r:id="rId40"/>
    <p:sldId id="446" r:id="rId41"/>
    <p:sldId id="448" r:id="rId42"/>
    <p:sldId id="449" r:id="rId43"/>
    <p:sldId id="450" r:id="rId44"/>
    <p:sldId id="451" r:id="rId45"/>
    <p:sldId id="452" r:id="rId46"/>
    <p:sldId id="454" r:id="rId47"/>
    <p:sldId id="453" r:id="rId48"/>
    <p:sldId id="455" r:id="rId49"/>
    <p:sldId id="456" r:id="rId50"/>
    <p:sldId id="457" r:id="rId51"/>
    <p:sldId id="458" r:id="rId52"/>
    <p:sldId id="429" r:id="rId53"/>
    <p:sldId id="430" r:id="rId54"/>
    <p:sldId id="431" r:id="rId55"/>
    <p:sldId id="434" r:id="rId56"/>
    <p:sldId id="435" r:id="rId57"/>
    <p:sldId id="436" r:id="rId58"/>
    <p:sldId id="437" r:id="rId59"/>
    <p:sldId id="438" r:id="rId60"/>
    <p:sldId id="439" r:id="rId61"/>
    <p:sldId id="440" r:id="rId62"/>
    <p:sldId id="441" r:id="rId63"/>
    <p:sldId id="442" r:id="rId64"/>
    <p:sldId id="443" r:id="rId65"/>
    <p:sldId id="459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FF6600"/>
    <a:srgbClr val="FFFF66"/>
    <a:srgbClr val="FF40FF"/>
    <a:srgbClr val="CBD947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8E01-DE24-0F4F-A559-943D670B7764}" v="50" dt="2024-08-14T17:48:44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33" autoAdjust="0"/>
    <p:restoredTop sz="93949" autoAdjust="0"/>
  </p:normalViewPr>
  <p:slideViewPr>
    <p:cSldViewPr snapToGrid="0">
      <p:cViewPr varScale="1">
        <p:scale>
          <a:sx n="150" d="100"/>
          <a:sy n="150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el D. Palenzuela" userId="27216d6f-a712-48da-bcb2-613e4bc945ac" providerId="ADAL" clId="{16736750-74B4-184C-AACF-97E7E4B9FAA6}"/>
    <pc:docChg chg="undo custSel addSld delSld modSld sldOrd modMainMaster">
      <pc:chgData name="Ronnel D. Palenzuela" userId="27216d6f-a712-48da-bcb2-613e4bc945ac" providerId="ADAL" clId="{16736750-74B4-184C-AACF-97E7E4B9FAA6}" dt="2024-08-13T03:37:12.131" v="3508" actId="207"/>
      <pc:docMkLst>
        <pc:docMk/>
      </pc:docMkLst>
      <pc:sldChg chg="modSp mod">
        <pc:chgData name="Ronnel D. Palenzuela" userId="27216d6f-a712-48da-bcb2-613e4bc945ac" providerId="ADAL" clId="{16736750-74B4-184C-AACF-97E7E4B9FAA6}" dt="2024-08-11T23:14:10.328" v="2625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736750-74B4-184C-AACF-97E7E4B9FAA6}" dt="2024-08-11T23:14:10.328" v="2625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Sp delSp modSp del mod setBg modNotesTx">
        <pc:chgData name="Ronnel D. Palenzuela" userId="27216d6f-a712-48da-bcb2-613e4bc945ac" providerId="ADAL" clId="{16736750-74B4-184C-AACF-97E7E4B9FAA6}" dt="2024-08-11T06:16:40.205" v="363" actId="2696"/>
        <pc:sldMkLst>
          <pc:docMk/>
          <pc:sldMk cId="218736974" sldId="258"/>
        </pc:sldMkLst>
        <pc:spChg chg="mod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16:25.529" v="353" actId="21"/>
          <ac:spMkLst>
            <pc:docMk/>
            <pc:sldMk cId="218736974" sldId="25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9" creationId="{04812C46-200A-4DEB-A05E-3ED6C68C2387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11" creationId="{D1EA859B-E555-4109-94F3-6700E046E008}"/>
          </ac:spMkLst>
        </pc:spChg>
        <pc:picChg chg="add del mod ord">
          <ac:chgData name="Ronnel D. Palenzuela" userId="27216d6f-a712-48da-bcb2-613e4bc945ac" providerId="ADAL" clId="{16736750-74B4-184C-AACF-97E7E4B9FAA6}" dt="2024-08-11T06:16:38.323" v="362" actId="21"/>
          <ac:picMkLst>
            <pc:docMk/>
            <pc:sldMk cId="218736974" sldId="258"/>
            <ac:picMk id="4" creationId="{98D0E626-B0C1-BC0F-8BBE-013B7E7B3AA6}"/>
          </ac:picMkLst>
        </pc:picChg>
      </pc:sldChg>
      <pc:sldChg chg="addSp delSp modSp mod modNotesTx">
        <pc:chgData name="Ronnel D. Palenzuela" userId="27216d6f-a712-48da-bcb2-613e4bc945ac" providerId="ADAL" clId="{16736750-74B4-184C-AACF-97E7E4B9FAA6}" dt="2024-08-11T12:37:53.539" v="2618" actId="20577"/>
        <pc:sldMkLst>
          <pc:docMk/>
          <pc:sldMk cId="3256538018" sldId="259"/>
        </pc:sldMkLst>
        <pc:spChg chg="mod">
          <ac:chgData name="Ronnel D. Palenzuela" userId="27216d6f-a712-48da-bcb2-613e4bc945ac" providerId="ADAL" clId="{16736750-74B4-184C-AACF-97E7E4B9FAA6}" dt="2024-08-11T06:18:47.941" v="388" actId="14100"/>
          <ac:spMkLst>
            <pc:docMk/>
            <pc:sldMk cId="3256538018" sldId="25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37:53.539" v="2618" actId="20577"/>
          <ac:spMkLst>
            <pc:docMk/>
            <pc:sldMk cId="3256538018" sldId="25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21:54.031" v="403" actId="1076"/>
          <ac:picMkLst>
            <pc:docMk/>
            <pc:sldMk cId="3256538018" sldId="259"/>
            <ac:picMk id="4" creationId="{E700435F-1E7A-3EEC-4AA8-86923D600596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5" creationId="{D3CE80CF-7820-04DC-00A6-061A45338617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6" creationId="{105319CD-EE8D-3939-D407-76A3761FCAFE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7" creationId="{763F4613-1B0F-8B43-1A32-113F3480FFDD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8" creationId="{3F65A7A7-479E-10AB-F526-C7D8854988BE}"/>
          </ac:picMkLst>
        </pc:picChg>
        <pc:picChg chg="add mod">
          <ac:chgData name="Ronnel D. Palenzuela" userId="27216d6f-a712-48da-bcb2-613e4bc945ac" providerId="ADAL" clId="{16736750-74B4-184C-AACF-97E7E4B9FAA6}" dt="2024-08-11T06:21:54.464" v="404" actId="1076"/>
          <ac:picMkLst>
            <pc:docMk/>
            <pc:sldMk cId="3256538018" sldId="259"/>
            <ac:picMk id="9" creationId="{5039F99A-C68C-0B5B-1A0E-5505DF7E762C}"/>
          </ac:picMkLst>
        </pc:picChg>
      </pc:sldChg>
      <pc:sldChg chg="del modNotesTx">
        <pc:chgData name="Ronnel D. Palenzuela" userId="27216d6f-a712-48da-bcb2-613e4bc945ac" providerId="ADAL" clId="{16736750-74B4-184C-AACF-97E7E4B9FAA6}" dt="2024-08-11T06:22:16.116" v="405" actId="2696"/>
        <pc:sldMkLst>
          <pc:docMk/>
          <pc:sldMk cId="606913761" sldId="260"/>
        </pc:sldMkLst>
      </pc:sldChg>
      <pc:sldChg chg="del">
        <pc:chgData name="Ronnel D. Palenzuela" userId="27216d6f-a712-48da-bcb2-613e4bc945ac" providerId="ADAL" clId="{16736750-74B4-184C-AACF-97E7E4B9FAA6}" dt="2024-08-11T06:22:16.124" v="406" actId="2696"/>
        <pc:sldMkLst>
          <pc:docMk/>
          <pc:sldMk cId="285302475" sldId="261"/>
        </pc:sldMkLst>
      </pc:sldChg>
      <pc:sldChg chg="del modNotesTx">
        <pc:chgData name="Ronnel D. Palenzuela" userId="27216d6f-a712-48da-bcb2-613e4bc945ac" providerId="ADAL" clId="{16736750-74B4-184C-AACF-97E7E4B9FAA6}" dt="2024-08-11T09:23:38.794" v="1383" actId="2696"/>
        <pc:sldMkLst>
          <pc:docMk/>
          <pc:sldMk cId="1633078811" sldId="262"/>
        </pc:sldMkLst>
      </pc:sldChg>
      <pc:sldChg chg="addSp delSp modSp mod ord setBg modNotesTx">
        <pc:chgData name="Ronnel D. Palenzuela" userId="27216d6f-a712-48da-bcb2-613e4bc945ac" providerId="ADAL" clId="{16736750-74B4-184C-AACF-97E7E4B9FAA6}" dt="2024-08-11T07:26:40.554" v="869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736750-74B4-184C-AACF-97E7E4B9FAA6}" dt="2024-08-11T07:26:40.554" v="869" actId="20577"/>
          <ac:spMkLst>
            <pc:docMk/>
            <pc:sldMk cId="3611571112" sldId="263"/>
            <ac:spMk id="2" creationId="{4B9DC0FD-E73C-26A6-891F-61B461076958}"/>
          </ac:spMkLst>
        </pc:spChg>
        <pc:spChg chg="del mod">
          <ac:chgData name="Ronnel D. Palenzuela" userId="27216d6f-a712-48da-bcb2-613e4bc945ac" providerId="ADAL" clId="{16736750-74B4-184C-AACF-97E7E4B9FAA6}" dt="2024-08-11T05:58:13.516" v="174" actId="478"/>
          <ac:spMkLst>
            <pc:docMk/>
            <pc:sldMk cId="3611571112" sldId="263"/>
            <ac:spMk id="3" creationId="{55CA8846-F5F9-9E2F-7E86-4EDFA1AEFED2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9" creationId="{0DBF1ABE-8590-450D-BB49-BDDCCF3EEA9E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1" creationId="{18D32C3D-8F76-4E99-BE56-0836CC38CC8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3" creationId="{70766076-46F5-42D5-A773-2B3BEF2B8B7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5" creationId="{CB7B90D9-1EC2-4A12-B24A-342C1BCA2FA1}"/>
          </ac:spMkLst>
        </pc:spChg>
        <pc:picChg chg="add del mod">
          <ac:chgData name="Ronnel D. Palenzuela" userId="27216d6f-a712-48da-bcb2-613e4bc945ac" providerId="ADAL" clId="{16736750-74B4-184C-AACF-97E7E4B9FAA6}" dt="2024-08-11T06:09:13.684" v="283" actId="478"/>
          <ac:picMkLst>
            <pc:docMk/>
            <pc:sldMk cId="3611571112" sldId="263"/>
            <ac:picMk id="4" creationId="{C459ACEE-C018-E6AA-F0E7-E4078174E3AF}"/>
          </ac:picMkLst>
        </pc:picChg>
      </pc:sldChg>
      <pc:sldChg chg="modSp mod">
        <pc:chgData name="Ronnel D. Palenzuela" userId="27216d6f-a712-48da-bcb2-613e4bc945ac" providerId="ADAL" clId="{16736750-74B4-184C-AACF-97E7E4B9FAA6}" dt="2024-08-11T05:45:49.289" v="62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736750-74B4-184C-AACF-97E7E4B9FAA6}" dt="2024-08-11T05:45:49.289" v="62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Sp delSp modSp add mod modNotesTx">
        <pc:chgData name="Ronnel D. Palenzuela" userId="27216d6f-a712-48da-bcb2-613e4bc945ac" providerId="ADAL" clId="{16736750-74B4-184C-AACF-97E7E4B9FAA6}" dt="2024-08-11T06:53:23.498" v="651" actId="20577"/>
        <pc:sldMkLst>
          <pc:docMk/>
          <pc:sldMk cId="538568147" sldId="265"/>
        </pc:sldMkLst>
        <pc:spChg chg="mod">
          <ac:chgData name="Ronnel D. Palenzuela" userId="27216d6f-a712-48da-bcb2-613e4bc945ac" providerId="ADAL" clId="{16736750-74B4-184C-AACF-97E7E4B9FAA6}" dt="2024-08-11T06:24:33.995" v="426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3:05.724" v="648" actId="207"/>
          <ac:spMkLst>
            <pc:docMk/>
            <pc:sldMk cId="538568147" sldId="265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6:53:08.656" v="650" actId="478"/>
          <ac:spMkLst>
            <pc:docMk/>
            <pc:sldMk cId="538568147" sldId="265"/>
            <ac:spMk id="11" creationId="{2E179526-39F5-A7F9-BE56-7FA6A5CD0F1A}"/>
          </ac:spMkLst>
        </pc:spChg>
        <pc:picChg chg="del">
          <ac:chgData name="Ronnel D. Palenzuela" userId="27216d6f-a712-48da-bcb2-613e4bc945ac" providerId="ADAL" clId="{16736750-74B4-184C-AACF-97E7E4B9FAA6}" dt="2024-08-11T06:28:11.603" v="470" actId="478"/>
          <ac:picMkLst>
            <pc:docMk/>
            <pc:sldMk cId="538568147" sldId="265"/>
            <ac:picMk id="4" creationId="{E700435F-1E7A-3EEC-4AA8-86923D600596}"/>
          </ac:picMkLst>
        </pc:picChg>
        <pc:picChg chg="add del mod">
          <ac:chgData name="Ronnel D. Palenzuela" userId="27216d6f-a712-48da-bcb2-613e4bc945ac" providerId="ADAL" clId="{16736750-74B4-184C-AACF-97E7E4B9FAA6}" dt="2024-08-11T06:29:57.039" v="479" actId="478"/>
          <ac:picMkLst>
            <pc:docMk/>
            <pc:sldMk cId="538568147" sldId="265"/>
            <ac:picMk id="5" creationId="{6120C7BE-6D16-542F-8D12-5F374110B259}"/>
          </ac:picMkLst>
        </pc:picChg>
        <pc:picChg chg="add mod">
          <ac:chgData name="Ronnel D. Palenzuela" userId="27216d6f-a712-48da-bcb2-613e4bc945ac" providerId="ADAL" clId="{16736750-74B4-184C-AACF-97E7E4B9FAA6}" dt="2024-08-11T06:37:15.786" v="541" actId="1076"/>
          <ac:picMkLst>
            <pc:docMk/>
            <pc:sldMk cId="538568147" sldId="265"/>
            <ac:picMk id="6" creationId="{E6F66661-8045-D9A5-7A22-9C32CFDC9130}"/>
          </ac:picMkLst>
        </pc:picChg>
        <pc:picChg chg="add mod">
          <ac:chgData name="Ronnel D. Palenzuela" userId="27216d6f-a712-48da-bcb2-613e4bc945ac" providerId="ADAL" clId="{16736750-74B4-184C-AACF-97E7E4B9FAA6}" dt="2024-08-11T06:38:05.418" v="564" actId="1076"/>
          <ac:picMkLst>
            <pc:docMk/>
            <pc:sldMk cId="538568147" sldId="265"/>
            <ac:picMk id="7" creationId="{034B6557-36A5-121F-76C7-3EA4B37D7CFA}"/>
          </ac:picMkLst>
        </pc:picChg>
        <pc:picChg chg="add mod">
          <ac:chgData name="Ronnel D. Palenzuela" userId="27216d6f-a712-48da-bcb2-613e4bc945ac" providerId="ADAL" clId="{16736750-74B4-184C-AACF-97E7E4B9FAA6}" dt="2024-08-11T06:38:07.200" v="565" actId="1076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28:10.344" v="469" actId="478"/>
          <ac:picMkLst>
            <pc:docMk/>
            <pc:sldMk cId="538568147" sldId="265"/>
            <ac:picMk id="9" creationId="{5039F99A-C68C-0B5B-1A0E-5505DF7E762C}"/>
          </ac:picMkLst>
        </pc:picChg>
        <pc:picChg chg="add mod">
          <ac:chgData name="Ronnel D. Palenzuela" userId="27216d6f-a712-48da-bcb2-613e4bc945ac" providerId="ADAL" clId="{16736750-74B4-184C-AACF-97E7E4B9FAA6}" dt="2024-08-11T06:38:14.300" v="567" actId="1076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02:04.499" v="710" actId="207"/>
        <pc:sldMkLst>
          <pc:docMk/>
          <pc:sldMk cId="3029220167" sldId="266"/>
        </pc:sldMkLst>
        <pc:spChg chg="mod">
          <ac:chgData name="Ronnel D. Palenzuela" userId="27216d6f-a712-48da-bcb2-613e4bc945ac" providerId="ADAL" clId="{16736750-74B4-184C-AACF-97E7E4B9FAA6}" dt="2024-08-11T06:42:43.526" v="580"/>
          <ac:spMkLst>
            <pc:docMk/>
            <pc:sldMk cId="302922016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2:04.499" v="710" actId="207"/>
          <ac:spMkLst>
            <pc:docMk/>
            <pc:sldMk cId="3029220167" sldId="26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50:04.050" v="627" actId="1076"/>
          <ac:picMkLst>
            <pc:docMk/>
            <pc:sldMk cId="3029220167" sldId="266"/>
            <ac:picMk id="4" creationId="{976997AD-2D0B-ADA0-F7E4-E6B598F2CBB8}"/>
          </ac:picMkLst>
        </pc:picChg>
        <pc:picChg chg="add mod">
          <ac:chgData name="Ronnel D. Palenzuela" userId="27216d6f-a712-48da-bcb2-613e4bc945ac" providerId="ADAL" clId="{16736750-74B4-184C-AACF-97E7E4B9FAA6}" dt="2024-08-11T06:50:05.208" v="628" actId="1076"/>
          <ac:picMkLst>
            <pc:docMk/>
            <pc:sldMk cId="3029220167" sldId="266"/>
            <ac:picMk id="5" creationId="{543B0815-1AAB-9A0C-012F-1501ED91F33D}"/>
          </ac:picMkLst>
        </pc:picChg>
        <pc:picChg chg="del">
          <ac:chgData name="Ronnel D. Palenzuela" userId="27216d6f-a712-48da-bcb2-613e4bc945ac" providerId="ADAL" clId="{16736750-74B4-184C-AACF-97E7E4B9FAA6}" dt="2024-08-11T06:42:45.638" v="581" actId="478"/>
          <ac:picMkLst>
            <pc:docMk/>
            <pc:sldMk cId="3029220167" sldId="266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736750-74B4-184C-AACF-97E7E4B9FAA6}" dt="2024-08-11T06:42:46.348" v="583" actId="478"/>
          <ac:picMkLst>
            <pc:docMk/>
            <pc:sldMk cId="3029220167" sldId="266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736750-74B4-184C-AACF-97E7E4B9FAA6}" dt="2024-08-11T06:42:46.099" v="582" actId="478"/>
          <ac:picMkLst>
            <pc:docMk/>
            <pc:sldMk cId="3029220167" sldId="266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42:47.223" v="584" actId="478"/>
          <ac:picMkLst>
            <pc:docMk/>
            <pc:sldMk cId="3029220167" sldId="266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6:58:25.859" v="689" actId="1076"/>
        <pc:sldMkLst>
          <pc:docMk/>
          <pc:sldMk cId="3285671655" sldId="267"/>
        </pc:sldMkLst>
        <pc:spChg chg="mod">
          <ac:chgData name="Ronnel D. Palenzuela" userId="27216d6f-a712-48da-bcb2-613e4bc945ac" providerId="ADAL" clId="{16736750-74B4-184C-AACF-97E7E4B9FAA6}" dt="2024-08-11T06:51:36.841" v="633"/>
          <ac:spMkLst>
            <pc:docMk/>
            <pc:sldMk cId="3285671655" sldId="26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5:05.721" v="666" actId="207"/>
          <ac:spMkLst>
            <pc:docMk/>
            <pc:sldMk cId="3285671655" sldId="267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56:21.472" v="668" actId="22"/>
          <ac:spMkLst>
            <pc:docMk/>
            <pc:sldMk cId="3285671655" sldId="267"/>
            <ac:spMk id="7" creationId="{596F8A18-C394-6B31-5658-595AADFFEFA2}"/>
          </ac:spMkLst>
        </pc:spChg>
        <pc:picChg chg="del">
          <ac:chgData name="Ronnel D. Palenzuela" userId="27216d6f-a712-48da-bcb2-613e4bc945ac" providerId="ADAL" clId="{16736750-74B4-184C-AACF-97E7E4B9FAA6}" dt="2024-08-11T06:51:38.803" v="634" actId="478"/>
          <ac:picMkLst>
            <pc:docMk/>
            <pc:sldMk cId="3285671655" sldId="267"/>
            <ac:picMk id="4" creationId="{976997AD-2D0B-ADA0-F7E4-E6B598F2CBB8}"/>
          </ac:picMkLst>
        </pc:picChg>
        <pc:picChg chg="del">
          <ac:chgData name="Ronnel D. Palenzuela" userId="27216d6f-a712-48da-bcb2-613e4bc945ac" providerId="ADAL" clId="{16736750-74B4-184C-AACF-97E7E4B9FAA6}" dt="2024-08-11T06:51:39.955" v="635" actId="478"/>
          <ac:picMkLst>
            <pc:docMk/>
            <pc:sldMk cId="3285671655" sldId="267"/>
            <ac:picMk id="5" creationId="{543B0815-1AAB-9A0C-012F-1501ED91F33D}"/>
          </ac:picMkLst>
        </pc:picChg>
        <pc:picChg chg="add mod">
          <ac:chgData name="Ronnel D. Palenzuela" userId="27216d6f-a712-48da-bcb2-613e4bc945ac" providerId="ADAL" clId="{16736750-74B4-184C-AACF-97E7E4B9FAA6}" dt="2024-08-11T06:57:04.182" v="677" actId="1076"/>
          <ac:picMkLst>
            <pc:docMk/>
            <pc:sldMk cId="3285671655" sldId="267"/>
            <ac:picMk id="8" creationId="{35691684-4C7D-7C51-9845-5864FCF62DB6}"/>
          </ac:picMkLst>
        </pc:picChg>
        <pc:picChg chg="add mod">
          <ac:chgData name="Ronnel D. Palenzuela" userId="27216d6f-a712-48da-bcb2-613e4bc945ac" providerId="ADAL" clId="{16736750-74B4-184C-AACF-97E7E4B9FAA6}" dt="2024-08-11T06:58:22.395" v="688" actId="1076"/>
          <ac:picMkLst>
            <pc:docMk/>
            <pc:sldMk cId="3285671655" sldId="267"/>
            <ac:picMk id="9" creationId="{F54E6630-57D0-5DF2-6976-D72FAC436DA6}"/>
          </ac:picMkLst>
        </pc:picChg>
        <pc:picChg chg="add mod">
          <ac:chgData name="Ronnel D. Palenzuela" userId="27216d6f-a712-48da-bcb2-613e4bc945ac" providerId="ADAL" clId="{16736750-74B4-184C-AACF-97E7E4B9FAA6}" dt="2024-08-11T06:58:25.859" v="689" actId="1076"/>
          <ac:picMkLst>
            <pc:docMk/>
            <pc:sldMk cId="3285671655" sldId="267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12:26.720" v="817" actId="20577"/>
        <pc:sldMkLst>
          <pc:docMk/>
          <pc:sldMk cId="1637530094" sldId="268"/>
        </pc:sldMkLst>
        <pc:spChg chg="mod">
          <ac:chgData name="Ronnel D. Palenzuela" userId="27216d6f-a712-48da-bcb2-613e4bc945ac" providerId="ADAL" clId="{16736750-74B4-184C-AACF-97E7E4B9FAA6}" dt="2024-08-11T07:00:32.200" v="691"/>
          <ac:spMkLst>
            <pc:docMk/>
            <pc:sldMk cId="1637530094" sldId="26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6:36.137" v="780" actId="207"/>
          <ac:spMkLst>
            <pc:docMk/>
            <pc:sldMk cId="1637530094" sldId="26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7:11:16.031" v="804" actId="1076"/>
          <ac:picMkLst>
            <pc:docMk/>
            <pc:sldMk cId="1637530094" sldId="268"/>
            <ac:picMk id="4" creationId="{8DAC9A4B-5053-02D1-90FB-C7079F1A4364}"/>
          </ac:picMkLst>
        </pc:picChg>
        <pc:picChg chg="add mod">
          <ac:chgData name="Ronnel D. Palenzuela" userId="27216d6f-a712-48da-bcb2-613e4bc945ac" providerId="ADAL" clId="{16736750-74B4-184C-AACF-97E7E4B9FAA6}" dt="2024-08-11T07:11:22.625" v="808" actId="1076"/>
          <ac:picMkLst>
            <pc:docMk/>
            <pc:sldMk cId="1637530094" sldId="268"/>
            <ac:picMk id="5" creationId="{BBAB1D32-E234-CA12-BE46-CDECE16B2766}"/>
          </ac:picMkLst>
        </pc:picChg>
        <pc:picChg chg="add mod">
          <ac:chgData name="Ronnel D. Palenzuela" userId="27216d6f-a712-48da-bcb2-613e4bc945ac" providerId="ADAL" clId="{16736750-74B4-184C-AACF-97E7E4B9FAA6}" dt="2024-08-11T07:11:16.947" v="805" actId="1076"/>
          <ac:picMkLst>
            <pc:docMk/>
            <pc:sldMk cId="1637530094" sldId="268"/>
            <ac:picMk id="6" creationId="{A1B4DA84-5E5D-50EE-1E64-F68500316F28}"/>
          </ac:picMkLst>
        </pc:picChg>
        <pc:picChg chg="del">
          <ac:chgData name="Ronnel D. Palenzuela" userId="27216d6f-a712-48da-bcb2-613e4bc945ac" providerId="ADAL" clId="{16736750-74B4-184C-AACF-97E7E4B9FAA6}" dt="2024-08-11T07:00:35.202" v="692" actId="478"/>
          <ac:picMkLst>
            <pc:docMk/>
            <pc:sldMk cId="1637530094" sldId="268"/>
            <ac:picMk id="8" creationId="{35691684-4C7D-7C51-9845-5864FCF62DB6}"/>
          </ac:picMkLst>
        </pc:picChg>
        <pc:picChg chg="del">
          <ac:chgData name="Ronnel D. Palenzuela" userId="27216d6f-a712-48da-bcb2-613e4bc945ac" providerId="ADAL" clId="{16736750-74B4-184C-AACF-97E7E4B9FAA6}" dt="2024-08-11T07:00:35.776" v="694" actId="478"/>
          <ac:picMkLst>
            <pc:docMk/>
            <pc:sldMk cId="1637530094" sldId="268"/>
            <ac:picMk id="9" creationId="{F54E6630-57D0-5DF2-6976-D72FAC436DA6}"/>
          </ac:picMkLst>
        </pc:picChg>
        <pc:picChg chg="del">
          <ac:chgData name="Ronnel D. Palenzuela" userId="27216d6f-a712-48da-bcb2-613e4bc945ac" providerId="ADAL" clId="{16736750-74B4-184C-AACF-97E7E4B9FAA6}" dt="2024-08-11T07:00:35.569" v="693" actId="478"/>
          <ac:picMkLst>
            <pc:docMk/>
            <pc:sldMk cId="1637530094" sldId="268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44:59.535" v="983" actId="1076"/>
        <pc:sldMkLst>
          <pc:docMk/>
          <pc:sldMk cId="4018365145" sldId="269"/>
        </pc:sldMkLst>
        <pc:spChg chg="mod">
          <ac:chgData name="Ronnel D. Palenzuela" userId="27216d6f-a712-48da-bcb2-613e4bc945ac" providerId="ADAL" clId="{16736750-74B4-184C-AACF-97E7E4B9FAA6}" dt="2024-08-11T07:16:05.119" v="827"/>
          <ac:spMkLst>
            <pc:docMk/>
            <pc:sldMk cId="4018365145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35:30.083" v="915" actId="20577"/>
          <ac:spMkLst>
            <pc:docMk/>
            <pc:sldMk cId="4018365145" sldId="26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7:32:02.501" v="903" actId="478"/>
          <ac:spMkLst>
            <pc:docMk/>
            <pc:sldMk cId="4018365145" sldId="269"/>
            <ac:spMk id="10" creationId="{2210EC6B-E565-AE8A-6A22-E5A42BCDC8C6}"/>
          </ac:spMkLst>
        </pc:spChg>
        <pc:picChg chg="add del">
          <ac:chgData name="Ronnel D. Palenzuela" userId="27216d6f-a712-48da-bcb2-613e4bc945ac" providerId="ADAL" clId="{16736750-74B4-184C-AACF-97E7E4B9FAA6}" dt="2024-08-11T07:12:39.765" v="821" actId="478"/>
          <ac:picMkLst>
            <pc:docMk/>
            <pc:sldMk cId="4018365145" sldId="269"/>
            <ac:picMk id="4" creationId="{8DAC9A4B-5053-02D1-90FB-C7079F1A4364}"/>
          </ac:picMkLst>
        </pc:picChg>
        <pc:picChg chg="add del">
          <ac:chgData name="Ronnel D. Palenzuela" userId="27216d6f-a712-48da-bcb2-613e4bc945ac" providerId="ADAL" clId="{16736750-74B4-184C-AACF-97E7E4B9FAA6}" dt="2024-08-11T07:12:39.556" v="820" actId="478"/>
          <ac:picMkLst>
            <pc:docMk/>
            <pc:sldMk cId="4018365145" sldId="269"/>
            <ac:picMk id="5" creationId="{BBAB1D32-E234-CA12-BE46-CDECE16B2766}"/>
          </ac:picMkLst>
        </pc:picChg>
        <pc:picChg chg="add del">
          <ac:chgData name="Ronnel D. Palenzuela" userId="27216d6f-a712-48da-bcb2-613e4bc945ac" providerId="ADAL" clId="{16736750-74B4-184C-AACF-97E7E4B9FAA6}" dt="2024-08-11T07:12:39.082" v="819" actId="478"/>
          <ac:picMkLst>
            <pc:docMk/>
            <pc:sldMk cId="4018365145" sldId="269"/>
            <ac:picMk id="6" creationId="{A1B4DA84-5E5D-50EE-1E64-F68500316F28}"/>
          </ac:picMkLst>
        </pc:picChg>
        <pc:picChg chg="add del mod modCrop">
          <ac:chgData name="Ronnel D. Palenzuela" userId="27216d6f-a712-48da-bcb2-613e4bc945ac" providerId="ADAL" clId="{16736750-74B4-184C-AACF-97E7E4B9FAA6}" dt="2024-08-11T07:25:14.336" v="838" actId="478"/>
          <ac:picMkLst>
            <pc:docMk/>
            <pc:sldMk cId="4018365145" sldId="269"/>
            <ac:picMk id="7" creationId="{24E2E089-CDE5-B152-E63B-AF3B2C77DA83}"/>
          </ac:picMkLst>
        </pc:picChg>
        <pc:picChg chg="add mod">
          <ac:chgData name="Ronnel D. Palenzuela" userId="27216d6f-a712-48da-bcb2-613e4bc945ac" providerId="ADAL" clId="{16736750-74B4-184C-AACF-97E7E4B9FAA6}" dt="2024-08-11T07:44:45.826" v="980" actId="1076"/>
          <ac:picMkLst>
            <pc:docMk/>
            <pc:sldMk cId="4018365145" sldId="269"/>
            <ac:picMk id="8" creationId="{0B4C34F2-2634-FB62-A93A-843DDDFAA85D}"/>
          </ac:picMkLst>
        </pc:picChg>
        <pc:picChg chg="add mod">
          <ac:chgData name="Ronnel D. Palenzuela" userId="27216d6f-a712-48da-bcb2-613e4bc945ac" providerId="ADAL" clId="{16736750-74B4-184C-AACF-97E7E4B9FAA6}" dt="2024-08-11T07:44:44.353" v="979" actId="1076"/>
          <ac:picMkLst>
            <pc:docMk/>
            <pc:sldMk cId="4018365145" sldId="269"/>
            <ac:picMk id="9" creationId="{0A80EF80-4C5E-8CE0-3F3B-ECF4BE782924}"/>
          </ac:picMkLst>
        </pc:picChg>
        <pc:picChg chg="add mod">
          <ac:chgData name="Ronnel D. Palenzuela" userId="27216d6f-a712-48da-bcb2-613e4bc945ac" providerId="ADAL" clId="{16736750-74B4-184C-AACF-97E7E4B9FAA6}" dt="2024-08-11T07:44:59.535" v="983" actId="1076"/>
          <ac:picMkLst>
            <pc:docMk/>
            <pc:sldMk cId="4018365145" sldId="269"/>
            <ac:picMk id="11" creationId="{366A9246-6DE2-2DC2-8255-E647DD2BB3B9}"/>
          </ac:picMkLst>
        </pc:picChg>
        <pc:picChg chg="add mod">
          <ac:chgData name="Ronnel D. Palenzuela" userId="27216d6f-a712-48da-bcb2-613e4bc945ac" providerId="ADAL" clId="{16736750-74B4-184C-AACF-97E7E4B9FAA6}" dt="2024-08-11T07:44:56.447" v="982" actId="1076"/>
          <ac:picMkLst>
            <pc:docMk/>
            <pc:sldMk cId="4018365145" sldId="269"/>
            <ac:picMk id="12" creationId="{26BABAC0-44F4-586F-DED0-718E3F89CC7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05:47.119" v="1143" actId="20577"/>
        <pc:sldMkLst>
          <pc:docMk/>
          <pc:sldMk cId="1107698705" sldId="270"/>
        </pc:sldMkLst>
        <pc:spChg chg="mod">
          <ac:chgData name="Ronnel D. Palenzuela" userId="27216d6f-a712-48da-bcb2-613e4bc945ac" providerId="ADAL" clId="{16736750-74B4-184C-AACF-97E7E4B9FAA6}" dt="2024-08-11T07:46:29.276" v="985"/>
          <ac:spMkLst>
            <pc:docMk/>
            <pc:sldMk cId="1107698705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05:47.119" v="1143" actId="20577"/>
          <ac:spMkLst>
            <pc:docMk/>
            <pc:sldMk cId="1107698705" sldId="270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7:47:33" v="994" actId="22"/>
          <ac:spMkLst>
            <pc:docMk/>
            <pc:sldMk cId="1107698705" sldId="270"/>
            <ac:spMk id="5" creationId="{0260329E-59D7-30D5-FD3B-CA26C6DA4CC2}"/>
          </ac:spMkLst>
        </pc:spChg>
        <pc:picChg chg="add del mod">
          <ac:chgData name="Ronnel D. Palenzuela" userId="27216d6f-a712-48da-bcb2-613e4bc945ac" providerId="ADAL" clId="{16736750-74B4-184C-AACF-97E7E4B9FAA6}" dt="2024-08-11T08:04:21.279" v="1113" actId="478"/>
          <ac:picMkLst>
            <pc:docMk/>
            <pc:sldMk cId="1107698705" sldId="270"/>
            <ac:picMk id="6" creationId="{F6F0913D-5280-6557-E0D6-37177696C3FE}"/>
          </ac:picMkLst>
        </pc:picChg>
        <pc:picChg chg="add del mod">
          <ac:chgData name="Ronnel D. Palenzuela" userId="27216d6f-a712-48da-bcb2-613e4bc945ac" providerId="ADAL" clId="{16736750-74B4-184C-AACF-97E7E4B9FAA6}" dt="2024-08-11T08:04:30.393" v="1121" actId="478"/>
          <ac:picMkLst>
            <pc:docMk/>
            <pc:sldMk cId="1107698705" sldId="270"/>
            <ac:picMk id="7" creationId="{73AC98AD-0135-55B1-7582-41B411BF169A}"/>
          </ac:picMkLst>
        </pc:picChg>
        <pc:picChg chg="del">
          <ac:chgData name="Ronnel D. Palenzuela" userId="27216d6f-a712-48da-bcb2-613e4bc945ac" providerId="ADAL" clId="{16736750-74B4-184C-AACF-97E7E4B9FAA6}" dt="2024-08-11T07:46:30.576" v="986" actId="478"/>
          <ac:picMkLst>
            <pc:docMk/>
            <pc:sldMk cId="1107698705" sldId="270"/>
            <ac:picMk id="8" creationId="{0B4C34F2-2634-FB62-A93A-843DDDFAA85D}"/>
          </ac:picMkLst>
        </pc:picChg>
        <pc:picChg chg="del">
          <ac:chgData name="Ronnel D. Palenzuela" userId="27216d6f-a712-48da-bcb2-613e4bc945ac" providerId="ADAL" clId="{16736750-74B4-184C-AACF-97E7E4B9FAA6}" dt="2024-08-11T07:46:30.931" v="987" actId="478"/>
          <ac:picMkLst>
            <pc:docMk/>
            <pc:sldMk cId="1107698705" sldId="270"/>
            <ac:picMk id="9" creationId="{0A80EF80-4C5E-8CE0-3F3B-ECF4BE782924}"/>
          </ac:picMkLst>
        </pc:picChg>
        <pc:picChg chg="add del mod">
          <ac:chgData name="Ronnel D. Palenzuela" userId="27216d6f-a712-48da-bcb2-613e4bc945ac" providerId="ADAL" clId="{16736750-74B4-184C-AACF-97E7E4B9FAA6}" dt="2024-08-11T08:04:21.761" v="1114" actId="478"/>
          <ac:picMkLst>
            <pc:docMk/>
            <pc:sldMk cId="1107698705" sldId="270"/>
            <ac:picMk id="10" creationId="{FB900905-76C3-10D6-5718-53388A3313CC}"/>
          </ac:picMkLst>
        </pc:picChg>
        <pc:picChg chg="del">
          <ac:chgData name="Ronnel D. Palenzuela" userId="27216d6f-a712-48da-bcb2-613e4bc945ac" providerId="ADAL" clId="{16736750-74B4-184C-AACF-97E7E4B9FAA6}" dt="2024-08-11T07:46:31.747" v="989" actId="478"/>
          <ac:picMkLst>
            <pc:docMk/>
            <pc:sldMk cId="1107698705" sldId="270"/>
            <ac:picMk id="11" creationId="{366A9246-6DE2-2DC2-8255-E647DD2BB3B9}"/>
          </ac:picMkLst>
        </pc:picChg>
        <pc:picChg chg="del">
          <ac:chgData name="Ronnel D. Palenzuela" userId="27216d6f-a712-48da-bcb2-613e4bc945ac" providerId="ADAL" clId="{16736750-74B4-184C-AACF-97E7E4B9FAA6}" dt="2024-08-11T07:46:31.281" v="988" actId="478"/>
          <ac:picMkLst>
            <pc:docMk/>
            <pc:sldMk cId="1107698705" sldId="270"/>
            <ac:picMk id="12" creationId="{26BABAC0-44F4-586F-DED0-718E3F89CC72}"/>
          </ac:picMkLst>
        </pc:picChg>
        <pc:picChg chg="add del mod">
          <ac:chgData name="Ronnel D. Palenzuela" userId="27216d6f-a712-48da-bcb2-613e4bc945ac" providerId="ADAL" clId="{16736750-74B4-184C-AACF-97E7E4B9FAA6}" dt="2024-08-11T08:04:34.244" v="1123" actId="478"/>
          <ac:picMkLst>
            <pc:docMk/>
            <pc:sldMk cId="1107698705" sldId="270"/>
            <ac:picMk id="13" creationId="{40D2E8AD-13B2-4451-835B-FE5BF5DE9D4C}"/>
          </ac:picMkLst>
        </pc:picChg>
        <pc:picChg chg="add mod">
          <ac:chgData name="Ronnel D. Palenzuela" userId="27216d6f-a712-48da-bcb2-613e4bc945ac" providerId="ADAL" clId="{16736750-74B4-184C-AACF-97E7E4B9FAA6}" dt="2024-08-11T08:04:58.108" v="1137" actId="1076"/>
          <ac:picMkLst>
            <pc:docMk/>
            <pc:sldMk cId="1107698705" sldId="270"/>
            <ac:picMk id="14" creationId="{DEEFCEAC-1237-459D-26DA-27A3A5A33B86}"/>
          </ac:picMkLst>
        </pc:picChg>
        <pc:picChg chg="add mod">
          <ac:chgData name="Ronnel D. Palenzuela" userId="27216d6f-a712-48da-bcb2-613e4bc945ac" providerId="ADAL" clId="{16736750-74B4-184C-AACF-97E7E4B9FAA6}" dt="2024-08-11T08:04:59.410" v="1138" actId="1076"/>
          <ac:picMkLst>
            <pc:docMk/>
            <pc:sldMk cId="1107698705" sldId="270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0:17.053" v="1250" actId="20577"/>
        <pc:sldMkLst>
          <pc:docMk/>
          <pc:sldMk cId="4120804606" sldId="271"/>
        </pc:sldMkLst>
        <pc:spChg chg="mod">
          <ac:chgData name="Ronnel D. Palenzuela" userId="27216d6f-a712-48da-bcb2-613e4bc945ac" providerId="ADAL" clId="{16736750-74B4-184C-AACF-97E7E4B9FAA6}" dt="2024-08-11T08:08:21.681" v="1145"/>
          <ac:spMkLst>
            <pc:docMk/>
            <pc:sldMk cId="4120804606" sldId="27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0:17.053" v="1250" actId="20577"/>
          <ac:spMkLst>
            <pc:docMk/>
            <pc:sldMk cId="4120804606" sldId="271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736750-74B4-184C-AACF-97E7E4B9FAA6}" dt="2024-08-11T08:09:48.461" v="1154" actId="478"/>
          <ac:picMkLst>
            <pc:docMk/>
            <pc:sldMk cId="4120804606" sldId="271"/>
            <ac:picMk id="4" creationId="{05CF3097-3CF3-75ED-05FC-9536932B2EE9}"/>
          </ac:picMkLst>
        </pc:picChg>
        <pc:picChg chg="add del mod">
          <ac:chgData name="Ronnel D. Palenzuela" userId="27216d6f-a712-48da-bcb2-613e4bc945ac" providerId="ADAL" clId="{16736750-74B4-184C-AACF-97E7E4B9FAA6}" dt="2024-08-11T08:18:17.760" v="1203" actId="478"/>
          <ac:picMkLst>
            <pc:docMk/>
            <pc:sldMk cId="4120804606" sldId="271"/>
            <ac:picMk id="5" creationId="{665C9A19-3821-78C6-FC0A-487058CA88E4}"/>
          </ac:picMkLst>
        </pc:picChg>
        <pc:picChg chg="add del mod">
          <ac:chgData name="Ronnel D. Palenzuela" userId="27216d6f-a712-48da-bcb2-613e4bc945ac" providerId="ADAL" clId="{16736750-74B4-184C-AACF-97E7E4B9FAA6}" dt="2024-08-11T08:18:10.881" v="1199" actId="478"/>
          <ac:picMkLst>
            <pc:docMk/>
            <pc:sldMk cId="4120804606" sldId="271"/>
            <ac:picMk id="6" creationId="{571E8300-9783-5EBD-3CC8-5324DBDFD52C}"/>
          </ac:picMkLst>
        </pc:picChg>
        <pc:picChg chg="add del mod">
          <ac:chgData name="Ronnel D. Palenzuela" userId="27216d6f-a712-48da-bcb2-613e4bc945ac" providerId="ADAL" clId="{16736750-74B4-184C-AACF-97E7E4B9FAA6}" dt="2024-08-11T08:19:22.200" v="1207" actId="478"/>
          <ac:picMkLst>
            <pc:docMk/>
            <pc:sldMk cId="4120804606" sldId="271"/>
            <ac:picMk id="7" creationId="{28745F73-0D36-24F7-98C0-E083AC4F1A88}"/>
          </ac:picMkLst>
        </pc:picChg>
        <pc:picChg chg="add mod">
          <ac:chgData name="Ronnel D. Palenzuela" userId="27216d6f-a712-48da-bcb2-613e4bc945ac" providerId="ADAL" clId="{16736750-74B4-184C-AACF-97E7E4B9FAA6}" dt="2024-08-11T08:28:37.501" v="1248" actId="1076"/>
          <ac:picMkLst>
            <pc:docMk/>
            <pc:sldMk cId="4120804606" sldId="271"/>
            <ac:picMk id="8" creationId="{762CEDE9-A9D3-C688-E605-DC73BE380267}"/>
          </ac:picMkLst>
        </pc:picChg>
        <pc:picChg chg="add del mod">
          <ac:chgData name="Ronnel D. Palenzuela" userId="27216d6f-a712-48da-bcb2-613e4bc945ac" providerId="ADAL" clId="{16736750-74B4-184C-AACF-97E7E4B9FAA6}" dt="2024-08-11T08:21:51.715" v="1233" actId="478"/>
          <ac:picMkLst>
            <pc:docMk/>
            <pc:sldMk cId="4120804606" sldId="271"/>
            <ac:picMk id="9" creationId="{B6DAC2B0-EC1A-2208-6BFC-EAB9EA85DF1C}"/>
          </ac:picMkLst>
        </pc:picChg>
        <pc:picChg chg="add mod">
          <ac:chgData name="Ronnel D. Palenzuela" userId="27216d6f-a712-48da-bcb2-613e4bc945ac" providerId="ADAL" clId="{16736750-74B4-184C-AACF-97E7E4B9FAA6}" dt="2024-08-11T08:28:33.027" v="1244" actId="1076"/>
          <ac:picMkLst>
            <pc:docMk/>
            <pc:sldMk cId="4120804606" sldId="271"/>
            <ac:picMk id="11" creationId="{14161C46-4147-A2BC-6E6B-03C93F3A5393}"/>
          </ac:picMkLst>
        </pc:picChg>
        <pc:picChg chg="del">
          <ac:chgData name="Ronnel D. Palenzuela" userId="27216d6f-a712-48da-bcb2-613e4bc945ac" providerId="ADAL" clId="{16736750-74B4-184C-AACF-97E7E4B9FAA6}" dt="2024-08-11T08:08:26.254" v="1146" actId="478"/>
          <ac:picMkLst>
            <pc:docMk/>
            <pc:sldMk cId="4120804606" sldId="271"/>
            <ac:picMk id="14" creationId="{DEEFCEAC-1237-459D-26DA-27A3A5A33B86}"/>
          </ac:picMkLst>
        </pc:picChg>
        <pc:picChg chg="del">
          <ac:chgData name="Ronnel D. Palenzuela" userId="27216d6f-a712-48da-bcb2-613e4bc945ac" providerId="ADAL" clId="{16736750-74B4-184C-AACF-97E7E4B9FAA6}" dt="2024-08-11T08:08:26.809" v="1147" actId="478"/>
          <ac:picMkLst>
            <pc:docMk/>
            <pc:sldMk cId="4120804606" sldId="271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8:43.052" v="1339" actId="20577"/>
        <pc:sldMkLst>
          <pc:docMk/>
          <pc:sldMk cId="2005021045" sldId="272"/>
        </pc:sldMkLst>
        <pc:spChg chg="mod">
          <ac:chgData name="Ronnel D. Palenzuela" userId="27216d6f-a712-48da-bcb2-613e4bc945ac" providerId="ADAL" clId="{16736750-74B4-184C-AACF-97E7E4B9FAA6}" dt="2024-08-11T08:33:35.166" v="1280" actId="20577"/>
          <ac:spMkLst>
            <pc:docMk/>
            <pc:sldMk cId="2005021045" sldId="27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8:43.052" v="1339" actId="20577"/>
          <ac:spMkLst>
            <pc:docMk/>
            <pc:sldMk cId="2005021045" sldId="272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8:38:33.161" v="1335" actId="1076"/>
          <ac:picMkLst>
            <pc:docMk/>
            <pc:sldMk cId="2005021045" sldId="272"/>
            <ac:picMk id="4" creationId="{C58E0955-A6E5-3DF9-60B5-434CA13B5223}"/>
          </ac:picMkLst>
        </pc:picChg>
        <pc:picChg chg="add mod">
          <ac:chgData name="Ronnel D. Palenzuela" userId="27216d6f-a712-48da-bcb2-613e4bc945ac" providerId="ADAL" clId="{16736750-74B4-184C-AACF-97E7E4B9FAA6}" dt="2024-08-11T08:38:22.972" v="1329" actId="1076"/>
          <ac:picMkLst>
            <pc:docMk/>
            <pc:sldMk cId="2005021045" sldId="272"/>
            <ac:picMk id="5" creationId="{011B8271-BC30-5D9C-4A14-C6A2BD722232}"/>
          </ac:picMkLst>
        </pc:picChg>
        <pc:picChg chg="add mod">
          <ac:chgData name="Ronnel D. Palenzuela" userId="27216d6f-a712-48da-bcb2-613e4bc945ac" providerId="ADAL" clId="{16736750-74B4-184C-AACF-97E7E4B9FAA6}" dt="2024-08-11T08:38:30.888" v="1333" actId="1076"/>
          <ac:picMkLst>
            <pc:docMk/>
            <pc:sldMk cId="2005021045" sldId="272"/>
            <ac:picMk id="6" creationId="{7318861F-9B77-C07E-C1CE-32F286B82B60}"/>
          </ac:picMkLst>
        </pc:picChg>
        <pc:picChg chg="add mod">
          <ac:chgData name="Ronnel D. Palenzuela" userId="27216d6f-a712-48da-bcb2-613e4bc945ac" providerId="ADAL" clId="{16736750-74B4-184C-AACF-97E7E4B9FAA6}" dt="2024-08-11T08:38:32.013" v="1334" actId="1076"/>
          <ac:picMkLst>
            <pc:docMk/>
            <pc:sldMk cId="2005021045" sldId="272"/>
            <ac:picMk id="7" creationId="{C8697425-57CC-FF65-50F6-27D241D928DA}"/>
          </ac:picMkLst>
        </pc:picChg>
        <pc:picChg chg="del">
          <ac:chgData name="Ronnel D. Palenzuela" userId="27216d6f-a712-48da-bcb2-613e4bc945ac" providerId="ADAL" clId="{16736750-74B4-184C-AACF-97E7E4B9FAA6}" dt="2024-08-11T08:30:57.107" v="1253" actId="478"/>
          <ac:picMkLst>
            <pc:docMk/>
            <pc:sldMk cId="2005021045" sldId="272"/>
            <ac:picMk id="8" creationId="{762CEDE9-A9D3-C688-E605-DC73BE380267}"/>
          </ac:picMkLst>
        </pc:picChg>
        <pc:picChg chg="del">
          <ac:chgData name="Ronnel D. Palenzuela" userId="27216d6f-a712-48da-bcb2-613e4bc945ac" providerId="ADAL" clId="{16736750-74B4-184C-AACF-97E7E4B9FAA6}" dt="2024-08-11T08:30:57.503" v="1254" actId="478"/>
          <ac:picMkLst>
            <pc:docMk/>
            <pc:sldMk cId="2005021045" sldId="272"/>
            <ac:picMk id="11" creationId="{14161C46-4147-A2BC-6E6B-03C93F3A5393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4:36.582" v="1494" actId="207"/>
        <pc:sldMkLst>
          <pc:docMk/>
          <pc:sldMk cId="716507679" sldId="273"/>
        </pc:sldMkLst>
        <pc:spChg chg="mod">
          <ac:chgData name="Ronnel D. Palenzuela" userId="27216d6f-a712-48da-bcb2-613e4bc945ac" providerId="ADAL" clId="{16736750-74B4-184C-AACF-97E7E4B9FAA6}" dt="2024-08-11T09:27:17.626" v="1447"/>
          <ac:spMkLst>
            <pc:docMk/>
            <pc:sldMk cId="716507679" sldId="27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4:36.582" v="1494" actId="207"/>
          <ac:spMkLst>
            <pc:docMk/>
            <pc:sldMk cId="716507679" sldId="273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08:41:45.309" v="1346" actId="478"/>
          <ac:picMkLst>
            <pc:docMk/>
            <pc:sldMk cId="716507679" sldId="273"/>
            <ac:picMk id="4" creationId="{C58E0955-A6E5-3DF9-60B5-434CA13B5223}"/>
          </ac:picMkLst>
        </pc:picChg>
        <pc:picChg chg="del">
          <ac:chgData name="Ronnel D. Palenzuela" userId="27216d6f-a712-48da-bcb2-613e4bc945ac" providerId="ADAL" clId="{16736750-74B4-184C-AACF-97E7E4B9FAA6}" dt="2024-08-11T08:41:44.959" v="1345" actId="478"/>
          <ac:picMkLst>
            <pc:docMk/>
            <pc:sldMk cId="716507679" sldId="273"/>
            <ac:picMk id="5" creationId="{011B8271-BC30-5D9C-4A14-C6A2BD722232}"/>
          </ac:picMkLst>
        </pc:picChg>
        <pc:picChg chg="del">
          <ac:chgData name="Ronnel D. Palenzuela" userId="27216d6f-a712-48da-bcb2-613e4bc945ac" providerId="ADAL" clId="{16736750-74B4-184C-AACF-97E7E4B9FAA6}" dt="2024-08-11T08:41:44.691" v="1344" actId="478"/>
          <ac:picMkLst>
            <pc:docMk/>
            <pc:sldMk cId="716507679" sldId="273"/>
            <ac:picMk id="6" creationId="{7318861F-9B77-C07E-C1CE-32F286B82B60}"/>
          </ac:picMkLst>
        </pc:picChg>
        <pc:picChg chg="del">
          <ac:chgData name="Ronnel D. Palenzuela" userId="27216d6f-a712-48da-bcb2-613e4bc945ac" providerId="ADAL" clId="{16736750-74B4-184C-AACF-97E7E4B9FAA6}" dt="2024-08-11T08:41:44.331" v="1343" actId="478"/>
          <ac:picMkLst>
            <pc:docMk/>
            <pc:sldMk cId="716507679" sldId="273"/>
            <ac:picMk id="7" creationId="{C8697425-57CC-FF65-50F6-27D241D928DA}"/>
          </ac:picMkLst>
        </pc:picChg>
        <pc:picChg chg="add mod">
          <ac:chgData name="Ronnel D. Palenzuela" userId="27216d6f-a712-48da-bcb2-613e4bc945ac" providerId="ADAL" clId="{16736750-74B4-184C-AACF-97E7E4B9FAA6}" dt="2024-08-11T09:33:19.257" v="1478" actId="1076"/>
          <ac:picMkLst>
            <pc:docMk/>
            <pc:sldMk cId="716507679" sldId="273"/>
            <ac:picMk id="8" creationId="{6A41232A-1391-85E0-E984-111E1B99BCB9}"/>
          </ac:picMkLst>
        </pc:picChg>
        <pc:picChg chg="add mod">
          <ac:chgData name="Ronnel D. Palenzuela" userId="27216d6f-a712-48da-bcb2-613e4bc945ac" providerId="ADAL" clId="{16736750-74B4-184C-AACF-97E7E4B9FAA6}" dt="2024-08-11T09:33:17.730" v="1477" actId="1076"/>
          <ac:picMkLst>
            <pc:docMk/>
            <pc:sldMk cId="716507679" sldId="273"/>
            <ac:picMk id="9" creationId="{EC279DBC-B987-F36B-2CF3-861842904062}"/>
          </ac:picMkLst>
        </pc:picChg>
      </pc:sldChg>
      <pc:sldChg chg="modSp add del mod">
        <pc:chgData name="Ronnel D. Palenzuela" userId="27216d6f-a712-48da-bcb2-613e4bc945ac" providerId="ADAL" clId="{16736750-74B4-184C-AACF-97E7E4B9FAA6}" dt="2024-08-11T09:23:48.477" v="1385" actId="2696"/>
        <pc:sldMkLst>
          <pc:docMk/>
          <pc:sldMk cId="1830806133" sldId="274"/>
        </pc:sldMkLst>
        <pc:spChg chg="mod">
          <ac:chgData name="Ronnel D. Palenzuela" userId="27216d6f-a712-48da-bcb2-613e4bc945ac" providerId="ADAL" clId="{16736750-74B4-184C-AACF-97E7E4B9FAA6}" dt="2024-08-11T09:23:37.355" v="1382" actId="1076"/>
          <ac:spMkLst>
            <pc:docMk/>
            <pc:sldMk cId="1830806133" sldId="274"/>
            <ac:spMk id="2" creationId="{1FD87645-D8E6-23DE-A822-448BF1054783}"/>
          </ac:spMkLst>
        </pc:spChg>
      </pc:sldChg>
      <pc:sldChg chg="addSp delSp modSp new add del mod modShow">
        <pc:chgData name="Ronnel D. Palenzuela" userId="27216d6f-a712-48da-bcb2-613e4bc945ac" providerId="ADAL" clId="{16736750-74B4-184C-AACF-97E7E4B9FAA6}" dt="2024-08-12T01:08:08.349" v="2627" actId="478"/>
        <pc:sldMkLst>
          <pc:docMk/>
          <pc:sldMk cId="4070147815" sldId="275"/>
        </pc:sldMkLst>
        <pc:spChg chg="mod">
          <ac:chgData name="Ronnel D. Palenzuela" userId="27216d6f-a712-48da-bcb2-613e4bc945ac" providerId="ADAL" clId="{16736750-74B4-184C-AACF-97E7E4B9FAA6}" dt="2024-08-11T09:23:54.422" v="1398" actId="207"/>
          <ac:spMkLst>
            <pc:docMk/>
            <pc:sldMk cId="4070147815" sldId="275"/>
            <ac:spMk id="2" creationId="{72D16057-EC3B-FB8F-5DA4-3B5CAD5F2095}"/>
          </ac:spMkLst>
        </pc:spChg>
        <pc:spChg chg="del">
          <ac:chgData name="Ronnel D. Palenzuela" userId="27216d6f-a712-48da-bcb2-613e4bc945ac" providerId="ADAL" clId="{16736750-74B4-184C-AACF-97E7E4B9FAA6}" dt="2024-08-11T09:25:00.857" v="1434" actId="478"/>
          <ac:spMkLst>
            <pc:docMk/>
            <pc:sldMk cId="4070147815" sldId="275"/>
            <ac:spMk id="3" creationId="{61C2E07B-D7DC-27D2-F796-78B79090AD46}"/>
          </ac:spMkLst>
        </pc:spChg>
        <pc:spChg chg="del mod">
          <ac:chgData name="Ronnel D. Palenzuela" userId="27216d6f-a712-48da-bcb2-613e4bc945ac" providerId="ADAL" clId="{16736750-74B4-184C-AACF-97E7E4B9FAA6}" dt="2024-08-11T09:25:04.168" v="1436" actId="478"/>
          <ac:spMkLst>
            <pc:docMk/>
            <pc:sldMk cId="4070147815" sldId="275"/>
            <ac:spMk id="4" creationId="{BFAA05E5-3AFA-16A4-35BE-E3698034E94A}"/>
          </ac:spMkLst>
        </pc:spChg>
        <pc:spChg chg="del">
          <ac:chgData name="Ronnel D. Palenzuela" userId="27216d6f-a712-48da-bcb2-613e4bc945ac" providerId="ADAL" clId="{16736750-74B4-184C-AACF-97E7E4B9FAA6}" dt="2024-08-11T09:25:02.528" v="1435" actId="478"/>
          <ac:spMkLst>
            <pc:docMk/>
            <pc:sldMk cId="4070147815" sldId="275"/>
            <ac:spMk id="5" creationId="{9090BE7E-E541-40F4-CAB7-4ED9ED41B3E7}"/>
          </ac:spMkLst>
        </pc:spChg>
        <pc:spChg chg="del">
          <ac:chgData name="Ronnel D. Palenzuela" userId="27216d6f-a712-48da-bcb2-613e4bc945ac" providerId="ADAL" clId="{16736750-74B4-184C-AACF-97E7E4B9FAA6}" dt="2024-08-11T09:25:06.438" v="1437" actId="478"/>
          <ac:spMkLst>
            <pc:docMk/>
            <pc:sldMk cId="4070147815" sldId="275"/>
            <ac:spMk id="6" creationId="{AAD5694D-5962-5E7B-910A-644A4450844C}"/>
          </ac:spMkLst>
        </pc:spChg>
        <pc:picChg chg="add mod">
          <ac:chgData name="Ronnel D. Palenzuela" userId="27216d6f-a712-48da-bcb2-613e4bc945ac" providerId="ADAL" clId="{16736750-74B4-184C-AACF-97E7E4B9FAA6}" dt="2024-08-11T09:25:08.382" v="1439" actId="1076"/>
          <ac:picMkLst>
            <pc:docMk/>
            <pc:sldMk cId="4070147815" sldId="275"/>
            <ac:picMk id="7" creationId="{99864649-FA50-6FFA-B187-2476F03C0B8A}"/>
          </ac:picMkLst>
        </pc:picChg>
        <pc:picChg chg="add mod">
          <ac:chgData name="Ronnel D. Palenzuela" userId="27216d6f-a712-48da-bcb2-613e4bc945ac" providerId="ADAL" clId="{16736750-74B4-184C-AACF-97E7E4B9FAA6}" dt="2024-08-11T09:25:23.798" v="1441" actId="1076"/>
          <ac:picMkLst>
            <pc:docMk/>
            <pc:sldMk cId="4070147815" sldId="275"/>
            <ac:picMk id="8" creationId="{D3D96A7B-3E18-8096-4822-82F2190AA200}"/>
          </ac:picMkLst>
        </pc:picChg>
        <pc:picChg chg="add mod">
          <ac:chgData name="Ronnel D. Palenzuela" userId="27216d6f-a712-48da-bcb2-613e4bc945ac" providerId="ADAL" clId="{16736750-74B4-184C-AACF-97E7E4B9FAA6}" dt="2024-08-11T09:26:15.599" v="1444" actId="1076"/>
          <ac:picMkLst>
            <pc:docMk/>
            <pc:sldMk cId="4070147815" sldId="275"/>
            <ac:picMk id="9" creationId="{DC8ADF69-4686-1FA6-97CE-7E914C4105AC}"/>
          </ac:picMkLst>
        </pc:picChg>
        <pc:picChg chg="add del mod">
          <ac:chgData name="Ronnel D. Palenzuela" userId="27216d6f-a712-48da-bcb2-613e4bc945ac" providerId="ADAL" clId="{16736750-74B4-184C-AACF-97E7E4B9FAA6}" dt="2024-08-12T01:08:08.349" v="2627" actId="478"/>
          <ac:picMkLst>
            <pc:docMk/>
            <pc:sldMk cId="4070147815" sldId="275"/>
            <ac:picMk id="10" creationId="{D6F205F6-07AF-131A-C9BC-55B5083256E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7:58.074" v="1526" actId="20577"/>
        <pc:sldMkLst>
          <pc:docMk/>
          <pc:sldMk cId="3621742425" sldId="276"/>
        </pc:sldMkLst>
        <pc:spChg chg="mod">
          <ac:chgData name="Ronnel D. Palenzuela" userId="27216d6f-a712-48da-bcb2-613e4bc945ac" providerId="ADAL" clId="{16736750-74B4-184C-AACF-97E7E4B9FAA6}" dt="2024-08-11T09:36:08.788" v="1507"/>
          <ac:spMkLst>
            <pc:docMk/>
            <pc:sldMk cId="3621742425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7:58.074" v="1526" actId="20577"/>
          <ac:spMkLst>
            <pc:docMk/>
            <pc:sldMk cId="3621742425" sldId="27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9:36:18.848" v="1513" actId="1076"/>
          <ac:picMkLst>
            <pc:docMk/>
            <pc:sldMk cId="3621742425" sldId="276"/>
            <ac:picMk id="4" creationId="{7D236930-8DEA-71E6-6EFE-32878ED88FCB}"/>
          </ac:picMkLst>
        </pc:picChg>
        <pc:picChg chg="add mod">
          <ac:chgData name="Ronnel D. Palenzuela" userId="27216d6f-a712-48da-bcb2-613e4bc945ac" providerId="ADAL" clId="{16736750-74B4-184C-AACF-97E7E4B9FAA6}" dt="2024-08-11T09:36:21.005" v="1514" actId="1076"/>
          <ac:picMkLst>
            <pc:docMk/>
            <pc:sldMk cId="3621742425" sldId="276"/>
            <ac:picMk id="5" creationId="{48A92B06-E8F1-465B-BA38-C701071C2CB0}"/>
          </ac:picMkLst>
        </pc:picChg>
        <pc:picChg chg="del">
          <ac:chgData name="Ronnel D. Palenzuela" userId="27216d6f-a712-48da-bcb2-613e4bc945ac" providerId="ADAL" clId="{16736750-74B4-184C-AACF-97E7E4B9FAA6}" dt="2024-08-11T09:35:36.078" v="1496" actId="478"/>
          <ac:picMkLst>
            <pc:docMk/>
            <pc:sldMk cId="3621742425" sldId="276"/>
            <ac:picMk id="8" creationId="{6A41232A-1391-85E0-E984-111E1B99BCB9}"/>
          </ac:picMkLst>
        </pc:picChg>
        <pc:picChg chg="del">
          <ac:chgData name="Ronnel D. Palenzuela" userId="27216d6f-a712-48da-bcb2-613e4bc945ac" providerId="ADAL" clId="{16736750-74B4-184C-AACF-97E7E4B9FAA6}" dt="2024-08-11T09:35:36.389" v="1497" actId="478"/>
          <ac:picMkLst>
            <pc:docMk/>
            <pc:sldMk cId="3621742425" sldId="276"/>
            <ac:picMk id="9" creationId="{EC279DBC-B987-F36B-2CF3-861842904062}"/>
          </ac:picMkLst>
        </pc:picChg>
      </pc:sldChg>
      <pc:sldChg chg="addSp delSp modSp add del mod modNotesTx">
        <pc:chgData name="Ronnel D. Palenzuela" userId="27216d6f-a712-48da-bcb2-613e4bc945ac" providerId="ADAL" clId="{16736750-74B4-184C-AACF-97E7E4B9FAA6}" dt="2024-08-11T10:21:41.293" v="1630"/>
        <pc:sldMkLst>
          <pc:docMk/>
          <pc:sldMk cId="908275361" sldId="277"/>
        </pc:sldMkLst>
        <pc:spChg chg="mod">
          <ac:chgData name="Ronnel D. Palenzuela" userId="27216d6f-a712-48da-bcb2-613e4bc945ac" providerId="ADAL" clId="{16736750-74B4-184C-AACF-97E7E4B9FAA6}" dt="2024-08-11T10:17:35.535" v="1565" actId="20577"/>
          <ac:spMkLst>
            <pc:docMk/>
            <pc:sldMk cId="908275361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19:03.303" v="1605" actId="207"/>
          <ac:spMkLst>
            <pc:docMk/>
            <pc:sldMk cId="908275361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12:20.490" v="1529" actId="478"/>
          <ac:picMkLst>
            <pc:docMk/>
            <pc:sldMk cId="908275361" sldId="277"/>
            <ac:picMk id="4" creationId="{7D236930-8DEA-71E6-6EFE-32878ED88FCB}"/>
          </ac:picMkLst>
        </pc:picChg>
        <pc:picChg chg="del">
          <ac:chgData name="Ronnel D. Palenzuela" userId="27216d6f-a712-48da-bcb2-613e4bc945ac" providerId="ADAL" clId="{16736750-74B4-184C-AACF-97E7E4B9FAA6}" dt="2024-08-11T10:12:20.868" v="1530" actId="478"/>
          <ac:picMkLst>
            <pc:docMk/>
            <pc:sldMk cId="908275361" sldId="277"/>
            <ac:picMk id="5" creationId="{48A92B06-E8F1-465B-BA38-C701071C2CB0}"/>
          </ac:picMkLst>
        </pc:picChg>
        <pc:picChg chg="add del mod">
          <ac:chgData name="Ronnel D. Palenzuela" userId="27216d6f-a712-48da-bcb2-613e4bc945ac" providerId="ADAL" clId="{16736750-74B4-184C-AACF-97E7E4B9FAA6}" dt="2024-08-11T10:17:55.266" v="1566" actId="478"/>
          <ac:picMkLst>
            <pc:docMk/>
            <pc:sldMk cId="908275361" sldId="277"/>
            <ac:picMk id="6" creationId="{95424F7C-61E3-7971-3ED3-0E45DFC06ACC}"/>
          </ac:picMkLst>
        </pc:picChg>
        <pc:picChg chg="add mod">
          <ac:chgData name="Ronnel D. Palenzuela" userId="27216d6f-a712-48da-bcb2-613e4bc945ac" providerId="ADAL" clId="{16736750-74B4-184C-AACF-97E7E4B9FAA6}" dt="2024-08-11T10:18:17.368" v="1576" actId="1076"/>
          <ac:picMkLst>
            <pc:docMk/>
            <pc:sldMk cId="908275361" sldId="277"/>
            <ac:picMk id="7" creationId="{9516A05D-894B-7EC0-51E9-33F7A244CA5D}"/>
          </ac:picMkLst>
        </pc:picChg>
        <pc:picChg chg="add mod">
          <ac:chgData name="Ronnel D. Palenzuela" userId="27216d6f-a712-48da-bcb2-613e4bc945ac" providerId="ADAL" clId="{16736750-74B4-184C-AACF-97E7E4B9FAA6}" dt="2024-08-11T10:18:22.970" v="1580" actId="14100"/>
          <ac:picMkLst>
            <pc:docMk/>
            <pc:sldMk cId="908275361" sldId="277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29:24.402" v="1741" actId="1076"/>
        <pc:sldMkLst>
          <pc:docMk/>
          <pc:sldMk cId="928633288" sldId="278"/>
        </pc:sldMkLst>
        <pc:spChg chg="mod">
          <ac:chgData name="Ronnel D. Palenzuela" userId="27216d6f-a712-48da-bcb2-613e4bc945ac" providerId="ADAL" clId="{16736750-74B4-184C-AACF-97E7E4B9FAA6}" dt="2024-08-11T10:22:14.060" v="1661" actId="20577"/>
          <ac:spMkLst>
            <pc:docMk/>
            <pc:sldMk cId="928633288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28:32.158" v="1730" actId="207"/>
          <ac:spMkLst>
            <pc:docMk/>
            <pc:sldMk cId="928633288" sldId="27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29:23.562" v="1740" actId="1076"/>
          <ac:picMkLst>
            <pc:docMk/>
            <pc:sldMk cId="928633288" sldId="278"/>
            <ac:picMk id="4" creationId="{52F48CE9-2A4C-9BB0-0621-C561F6B91A33}"/>
          </ac:picMkLst>
        </pc:picChg>
        <pc:picChg chg="add mod">
          <ac:chgData name="Ronnel D. Palenzuela" userId="27216d6f-a712-48da-bcb2-613e4bc945ac" providerId="ADAL" clId="{16736750-74B4-184C-AACF-97E7E4B9FAA6}" dt="2024-08-11T10:29:24.402" v="1741" actId="1076"/>
          <ac:picMkLst>
            <pc:docMk/>
            <pc:sldMk cId="928633288" sldId="278"/>
            <ac:picMk id="5" creationId="{59B35BCD-7340-3A02-2CB8-2FBE0A617B62}"/>
          </ac:picMkLst>
        </pc:picChg>
        <pc:picChg chg="del">
          <ac:chgData name="Ronnel D. Palenzuela" userId="27216d6f-a712-48da-bcb2-613e4bc945ac" providerId="ADAL" clId="{16736750-74B4-184C-AACF-97E7E4B9FAA6}" dt="2024-08-11T10:22:22.851" v="1662" actId="478"/>
          <ac:picMkLst>
            <pc:docMk/>
            <pc:sldMk cId="928633288" sldId="278"/>
            <ac:picMk id="7" creationId="{9516A05D-894B-7EC0-51E9-33F7A244CA5D}"/>
          </ac:picMkLst>
        </pc:picChg>
        <pc:picChg chg="del">
          <ac:chgData name="Ronnel D. Palenzuela" userId="27216d6f-a712-48da-bcb2-613e4bc945ac" providerId="ADAL" clId="{16736750-74B4-184C-AACF-97E7E4B9FAA6}" dt="2024-08-11T10:22:24.031" v="1663" actId="478"/>
          <ac:picMkLst>
            <pc:docMk/>
            <pc:sldMk cId="928633288" sldId="278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50:20.515" v="1826" actId="1076"/>
        <pc:sldMkLst>
          <pc:docMk/>
          <pc:sldMk cId="2220697961" sldId="279"/>
        </pc:sldMkLst>
        <pc:spChg chg="mod">
          <ac:chgData name="Ronnel D. Palenzuela" userId="27216d6f-a712-48da-bcb2-613e4bc945ac" providerId="ADAL" clId="{16736750-74B4-184C-AACF-97E7E4B9FAA6}" dt="2024-08-11T10:33:50.865" v="1743"/>
          <ac:spMkLst>
            <pc:docMk/>
            <pc:sldMk cId="2220697961" sldId="27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36:20.786" v="1790"/>
          <ac:spMkLst>
            <pc:docMk/>
            <pc:sldMk cId="2220697961" sldId="279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33:52.820" v="1744" actId="478"/>
          <ac:picMkLst>
            <pc:docMk/>
            <pc:sldMk cId="2220697961" sldId="279"/>
            <ac:picMk id="4" creationId="{52F48CE9-2A4C-9BB0-0621-C561F6B91A33}"/>
          </ac:picMkLst>
        </pc:picChg>
        <pc:picChg chg="del">
          <ac:chgData name="Ronnel D. Palenzuela" userId="27216d6f-a712-48da-bcb2-613e4bc945ac" providerId="ADAL" clId="{16736750-74B4-184C-AACF-97E7E4B9FAA6}" dt="2024-08-11T10:33:53.161" v="1745" actId="478"/>
          <ac:picMkLst>
            <pc:docMk/>
            <pc:sldMk cId="2220697961" sldId="279"/>
            <ac:picMk id="5" creationId="{59B35BCD-7340-3A02-2CB8-2FBE0A617B62}"/>
          </ac:picMkLst>
        </pc:picChg>
        <pc:picChg chg="add del mod">
          <ac:chgData name="Ronnel D. Palenzuela" userId="27216d6f-a712-48da-bcb2-613e4bc945ac" providerId="ADAL" clId="{16736750-74B4-184C-AACF-97E7E4B9FAA6}" dt="2024-08-11T10:35:17.454" v="1755" actId="478"/>
          <ac:picMkLst>
            <pc:docMk/>
            <pc:sldMk cId="2220697961" sldId="279"/>
            <ac:picMk id="6" creationId="{444F1BE0-3550-1DD3-6280-D3193130D524}"/>
          </ac:picMkLst>
        </pc:picChg>
        <pc:picChg chg="add mod">
          <ac:chgData name="Ronnel D. Palenzuela" userId="27216d6f-a712-48da-bcb2-613e4bc945ac" providerId="ADAL" clId="{16736750-74B4-184C-AACF-97E7E4B9FAA6}" dt="2024-08-11T10:50:20.515" v="1826" actId="1076"/>
          <ac:picMkLst>
            <pc:docMk/>
            <pc:sldMk cId="2220697961" sldId="279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02:07.030" v="1881"/>
        <pc:sldMkLst>
          <pc:docMk/>
          <pc:sldMk cId="2456681114" sldId="280"/>
        </pc:sldMkLst>
        <pc:spChg chg="mod">
          <ac:chgData name="Ronnel D. Palenzuela" userId="27216d6f-a712-48da-bcb2-613e4bc945ac" providerId="ADAL" clId="{16736750-74B4-184C-AACF-97E7E4B9FAA6}" dt="2024-08-11T10:50:13.888" v="1824" actId="20577"/>
          <ac:spMkLst>
            <pc:docMk/>
            <pc:sldMk cId="2456681114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01:42.294" v="1880" actId="27636"/>
          <ac:spMkLst>
            <pc:docMk/>
            <pc:sldMk cId="2456681114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52:05.480" v="1866" actId="1076"/>
          <ac:picMkLst>
            <pc:docMk/>
            <pc:sldMk cId="2456681114" sldId="280"/>
            <ac:picMk id="4" creationId="{73833336-6A94-55AD-10D0-0089D9921599}"/>
          </ac:picMkLst>
        </pc:picChg>
        <pc:picChg chg="add mod">
          <ac:chgData name="Ronnel D. Palenzuela" userId="27216d6f-a712-48da-bcb2-613e4bc945ac" providerId="ADAL" clId="{16736750-74B4-184C-AACF-97E7E4B9FAA6}" dt="2024-08-11T10:52:07.011" v="1867" actId="1076"/>
          <ac:picMkLst>
            <pc:docMk/>
            <pc:sldMk cId="2456681114" sldId="280"/>
            <ac:picMk id="5" creationId="{A413D30E-4FEC-659F-7A93-6D8C19127C82}"/>
          </ac:picMkLst>
        </pc:picChg>
        <pc:picChg chg="del">
          <ac:chgData name="Ronnel D. Palenzuela" userId="27216d6f-a712-48da-bcb2-613e4bc945ac" providerId="ADAL" clId="{16736750-74B4-184C-AACF-97E7E4B9FAA6}" dt="2024-08-11T10:50:15.693" v="1825" actId="478"/>
          <ac:picMkLst>
            <pc:docMk/>
            <pc:sldMk cId="2456681114" sldId="280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25:32.352" v="2048" actId="1076"/>
        <pc:sldMkLst>
          <pc:docMk/>
          <pc:sldMk cId="1557213172" sldId="281"/>
        </pc:sldMkLst>
        <pc:spChg chg="mod">
          <ac:chgData name="Ronnel D. Palenzuela" userId="27216d6f-a712-48da-bcb2-613e4bc945ac" providerId="ADAL" clId="{16736750-74B4-184C-AACF-97E7E4B9FAA6}" dt="2024-08-11T11:15:51.541" v="1975" actId="20577"/>
          <ac:spMkLst>
            <pc:docMk/>
            <pc:sldMk cId="1557213172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16:45.122" v="2003" actId="207"/>
          <ac:spMkLst>
            <pc:docMk/>
            <pc:sldMk cId="1557213172" sldId="281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58:22.444" v="1871" actId="478"/>
          <ac:picMkLst>
            <pc:docMk/>
            <pc:sldMk cId="1557213172" sldId="281"/>
            <ac:picMk id="4" creationId="{73833336-6A94-55AD-10D0-0089D9921599}"/>
          </ac:picMkLst>
        </pc:picChg>
        <pc:picChg chg="del">
          <ac:chgData name="Ronnel D. Palenzuela" userId="27216d6f-a712-48da-bcb2-613e4bc945ac" providerId="ADAL" clId="{16736750-74B4-184C-AACF-97E7E4B9FAA6}" dt="2024-08-11T10:58:21.160" v="1870" actId="478"/>
          <ac:picMkLst>
            <pc:docMk/>
            <pc:sldMk cId="1557213172" sldId="281"/>
            <ac:picMk id="5" creationId="{A413D30E-4FEC-659F-7A93-6D8C19127C82}"/>
          </ac:picMkLst>
        </pc:picChg>
        <pc:picChg chg="add del mod">
          <ac:chgData name="Ronnel D. Palenzuela" userId="27216d6f-a712-48da-bcb2-613e4bc945ac" providerId="ADAL" clId="{16736750-74B4-184C-AACF-97E7E4B9FAA6}" dt="2024-08-11T11:23:21.071" v="2009" actId="478"/>
          <ac:picMkLst>
            <pc:docMk/>
            <pc:sldMk cId="1557213172" sldId="281"/>
            <ac:picMk id="6" creationId="{852FA35F-6B76-3ACC-4F39-F65EF2740076}"/>
          </ac:picMkLst>
        </pc:picChg>
        <pc:picChg chg="add mod">
          <ac:chgData name="Ronnel D. Palenzuela" userId="27216d6f-a712-48da-bcb2-613e4bc945ac" providerId="ADAL" clId="{16736750-74B4-184C-AACF-97E7E4B9FAA6}" dt="2024-08-11T11:25:32.352" v="2048" actId="1076"/>
          <ac:picMkLst>
            <pc:docMk/>
            <pc:sldMk cId="1557213172" sldId="281"/>
            <ac:picMk id="7" creationId="{C0442B70-B5E1-0D06-9A6B-2C529318C43C}"/>
          </ac:picMkLst>
        </pc:picChg>
        <pc:picChg chg="add mod">
          <ac:chgData name="Ronnel D. Palenzuela" userId="27216d6f-a712-48da-bcb2-613e4bc945ac" providerId="ADAL" clId="{16736750-74B4-184C-AACF-97E7E4B9FAA6}" dt="2024-08-11T11:25:25.205" v="2043" actId="1076"/>
          <ac:picMkLst>
            <pc:docMk/>
            <pc:sldMk cId="1557213172" sldId="281"/>
            <ac:picMk id="8" creationId="{2E2C6D27-AF3A-A4C2-F435-87D1586FAACA}"/>
          </ac:picMkLst>
        </pc:picChg>
        <pc:picChg chg="add mod">
          <ac:chgData name="Ronnel D. Palenzuela" userId="27216d6f-a712-48da-bcb2-613e4bc945ac" providerId="ADAL" clId="{16736750-74B4-184C-AACF-97E7E4B9FAA6}" dt="2024-08-11T11:25:26.120" v="2044" actId="1076"/>
          <ac:picMkLst>
            <pc:docMk/>
            <pc:sldMk cId="1557213172" sldId="281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38:34.643" v="2166" actId="1076"/>
        <pc:sldMkLst>
          <pc:docMk/>
          <pc:sldMk cId="296683317" sldId="282"/>
        </pc:sldMkLst>
        <pc:spChg chg="mod">
          <ac:chgData name="Ronnel D. Palenzuela" userId="27216d6f-a712-48da-bcb2-613e4bc945ac" providerId="ADAL" clId="{16736750-74B4-184C-AACF-97E7E4B9FAA6}" dt="2024-08-11T11:36:00.243" v="2116"/>
          <ac:spMkLst>
            <pc:docMk/>
            <pc:sldMk cId="296683317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36:43.156" v="2154" actId="33524"/>
          <ac:spMkLst>
            <pc:docMk/>
            <pc:sldMk cId="296683317" sldId="282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11:37:17.460" v="2156" actId="22"/>
          <ac:spMkLst>
            <pc:docMk/>
            <pc:sldMk cId="296683317" sldId="282"/>
            <ac:spMk id="5" creationId="{01186E94-225A-646B-6BE7-DE3170C2B523}"/>
          </ac:spMkLst>
        </pc:spChg>
        <pc:picChg chg="add mod">
          <ac:chgData name="Ronnel D. Palenzuela" userId="27216d6f-a712-48da-bcb2-613e4bc945ac" providerId="ADAL" clId="{16736750-74B4-184C-AACF-97E7E4B9FAA6}" dt="2024-08-11T11:38:34.643" v="2166" actId="1076"/>
          <ac:picMkLst>
            <pc:docMk/>
            <pc:sldMk cId="296683317" sldId="282"/>
            <ac:picMk id="6" creationId="{C94A0A88-9294-A7B5-558E-0329F8DF2C01}"/>
          </ac:picMkLst>
        </pc:picChg>
        <pc:picChg chg="del">
          <ac:chgData name="Ronnel D. Palenzuela" userId="27216d6f-a712-48da-bcb2-613e4bc945ac" providerId="ADAL" clId="{16736750-74B4-184C-AACF-97E7E4B9FAA6}" dt="2024-08-11T11:35:26.093" v="2099" actId="478"/>
          <ac:picMkLst>
            <pc:docMk/>
            <pc:sldMk cId="296683317" sldId="282"/>
            <ac:picMk id="7" creationId="{C0442B70-B5E1-0D06-9A6B-2C529318C43C}"/>
          </ac:picMkLst>
        </pc:picChg>
        <pc:picChg chg="del">
          <ac:chgData name="Ronnel D. Palenzuela" userId="27216d6f-a712-48da-bcb2-613e4bc945ac" providerId="ADAL" clId="{16736750-74B4-184C-AACF-97E7E4B9FAA6}" dt="2024-08-11T11:35:26.422" v="2100" actId="478"/>
          <ac:picMkLst>
            <pc:docMk/>
            <pc:sldMk cId="296683317" sldId="282"/>
            <ac:picMk id="8" creationId="{2E2C6D27-AF3A-A4C2-F435-87D1586FAACA}"/>
          </ac:picMkLst>
        </pc:picChg>
        <pc:picChg chg="del">
          <ac:chgData name="Ronnel D. Palenzuela" userId="27216d6f-a712-48da-bcb2-613e4bc945ac" providerId="ADAL" clId="{16736750-74B4-184C-AACF-97E7E4B9FAA6}" dt="2024-08-11T11:35:26.655" v="2101" actId="478"/>
          <ac:picMkLst>
            <pc:docMk/>
            <pc:sldMk cId="296683317" sldId="282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44:29.650" v="2204" actId="20577"/>
        <pc:sldMkLst>
          <pc:docMk/>
          <pc:sldMk cId="993575964" sldId="283"/>
        </pc:sldMkLst>
        <pc:spChg chg="mod">
          <ac:chgData name="Ronnel D. Palenzuela" userId="27216d6f-a712-48da-bcb2-613e4bc945ac" providerId="ADAL" clId="{16736750-74B4-184C-AACF-97E7E4B9FAA6}" dt="2024-08-11T11:39:12.084" v="2168"/>
          <ac:spMkLst>
            <pc:docMk/>
            <pc:sldMk cId="99357596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0:34.052" v="2197" actId="207"/>
          <ac:spMkLst>
            <pc:docMk/>
            <pc:sldMk cId="993575964" sldId="283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1:43:38.835" v="2202" actId="1076"/>
          <ac:picMkLst>
            <pc:docMk/>
            <pc:sldMk cId="993575964" sldId="283"/>
            <ac:picMk id="4" creationId="{B7960360-83A2-6270-EECE-30A36048B200}"/>
          </ac:picMkLst>
        </pc:picChg>
        <pc:picChg chg="del">
          <ac:chgData name="Ronnel D. Palenzuela" userId="27216d6f-a712-48da-bcb2-613e4bc945ac" providerId="ADAL" clId="{16736750-74B4-184C-AACF-97E7E4B9FAA6}" dt="2024-08-11T11:39:13.621" v="2169" actId="478"/>
          <ac:picMkLst>
            <pc:docMk/>
            <pc:sldMk cId="993575964" sldId="283"/>
            <ac:picMk id="6" creationId="{C94A0A88-9294-A7B5-558E-0329F8DF2C01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50:32.912" v="2231" actId="1076"/>
        <pc:sldMkLst>
          <pc:docMk/>
          <pc:sldMk cId="1253337562" sldId="284"/>
        </pc:sldMkLst>
        <pc:spChg chg="mod">
          <ac:chgData name="Ronnel D. Palenzuela" userId="27216d6f-a712-48da-bcb2-613e4bc945ac" providerId="ADAL" clId="{16736750-74B4-184C-AACF-97E7E4B9FAA6}" dt="2024-08-11T11:45:06.797" v="2206"/>
          <ac:spMkLst>
            <pc:docMk/>
            <pc:sldMk cId="1253337562" sldId="284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8:12.471" v="2222"/>
          <ac:spMkLst>
            <pc:docMk/>
            <pc:sldMk cId="1253337562" sldId="284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1:48:48.651" v="2224" actId="478"/>
          <ac:picMkLst>
            <pc:docMk/>
            <pc:sldMk cId="1253337562" sldId="284"/>
            <ac:picMk id="4" creationId="{B7960360-83A2-6270-EECE-30A36048B200}"/>
          </ac:picMkLst>
        </pc:picChg>
        <pc:picChg chg="add mod">
          <ac:chgData name="Ronnel D. Palenzuela" userId="27216d6f-a712-48da-bcb2-613e4bc945ac" providerId="ADAL" clId="{16736750-74B4-184C-AACF-97E7E4B9FAA6}" dt="2024-08-11T11:50:17.104" v="2227" actId="1076"/>
          <ac:picMkLst>
            <pc:docMk/>
            <pc:sldMk cId="1253337562" sldId="284"/>
            <ac:picMk id="5" creationId="{9D0F0297-4AB5-4797-A885-928619C7A572}"/>
          </ac:picMkLst>
        </pc:picChg>
        <pc:picChg chg="add mod">
          <ac:chgData name="Ronnel D. Palenzuela" userId="27216d6f-a712-48da-bcb2-613e4bc945ac" providerId="ADAL" clId="{16736750-74B4-184C-AACF-97E7E4B9FAA6}" dt="2024-08-11T11:50:32.912" v="2231" actId="1076"/>
          <ac:picMkLst>
            <pc:docMk/>
            <pc:sldMk cId="1253337562" sldId="284"/>
            <ac:picMk id="6" creationId="{F1C8719A-AF10-CA25-32B8-5B12B63B6F48}"/>
          </ac:picMkLst>
        </pc:picChg>
      </pc:sldChg>
      <pc:sldChg chg="addSp delSp modSp add mod">
        <pc:chgData name="Ronnel D. Palenzuela" userId="27216d6f-a712-48da-bcb2-613e4bc945ac" providerId="ADAL" clId="{16736750-74B4-184C-AACF-97E7E4B9FAA6}" dt="2024-08-11T12:26:02.933" v="2546" actId="20577"/>
        <pc:sldMkLst>
          <pc:docMk/>
          <pc:sldMk cId="2980579114" sldId="285"/>
        </pc:sldMkLst>
        <pc:spChg chg="mod">
          <ac:chgData name="Ronnel D. Palenzuela" userId="27216d6f-a712-48da-bcb2-613e4bc945ac" providerId="ADAL" clId="{16736750-74B4-184C-AACF-97E7E4B9FAA6}" dt="2024-08-11T12:25:58.060" v="2543" actId="20577"/>
          <ac:spMkLst>
            <pc:docMk/>
            <pc:sldMk cId="2980579114" sldId="28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6:02.933" v="2546" actId="20577"/>
          <ac:spMkLst>
            <pc:docMk/>
            <pc:sldMk cId="2980579114" sldId="28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2:11:35.139" v="2251" actId="1076"/>
          <ac:picMkLst>
            <pc:docMk/>
            <pc:sldMk cId="2980579114" sldId="285"/>
            <ac:picMk id="4" creationId="{74248AEE-FABF-0F2A-B1B2-1777799F48BD}"/>
          </ac:picMkLst>
        </pc:picChg>
        <pc:picChg chg="del">
          <ac:chgData name="Ronnel D. Palenzuela" userId="27216d6f-a712-48da-bcb2-613e4bc945ac" providerId="ADAL" clId="{16736750-74B4-184C-AACF-97E7E4B9FAA6}" dt="2024-08-11T12:09:33.931" v="2234" actId="478"/>
          <ac:picMkLst>
            <pc:docMk/>
            <pc:sldMk cId="2980579114" sldId="285"/>
            <ac:picMk id="5" creationId="{9D0F0297-4AB5-4797-A885-928619C7A572}"/>
          </ac:picMkLst>
        </pc:picChg>
        <pc:picChg chg="del">
          <ac:chgData name="Ronnel D. Palenzuela" userId="27216d6f-a712-48da-bcb2-613e4bc945ac" providerId="ADAL" clId="{16736750-74B4-184C-AACF-97E7E4B9FAA6}" dt="2024-08-11T12:09:35.158" v="2235" actId="478"/>
          <ac:picMkLst>
            <pc:docMk/>
            <pc:sldMk cId="2980579114" sldId="285"/>
            <ac:picMk id="6" creationId="{F1C8719A-AF10-CA25-32B8-5B12B63B6F48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25:18.008" v="2520" actId="1076"/>
        <pc:sldMkLst>
          <pc:docMk/>
          <pc:sldMk cId="1581186720" sldId="286"/>
        </pc:sldMkLst>
        <pc:spChg chg="mod">
          <ac:chgData name="Ronnel D. Palenzuela" userId="27216d6f-a712-48da-bcb2-613e4bc945ac" providerId="ADAL" clId="{16736750-74B4-184C-AACF-97E7E4B9FAA6}" dt="2024-08-11T12:25:16.630" v="2519" actId="1076"/>
          <ac:spMkLst>
            <pc:docMk/>
            <pc:sldMk cId="1581186720" sldId="28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736750-74B4-184C-AACF-97E7E4B9FAA6}" dt="2024-08-11T12:25:18.008" v="2520" actId="1076"/>
          <ac:spMkLst>
            <pc:docMk/>
            <pc:sldMk cId="1581186720" sldId="286"/>
            <ac:spMk id="5" creationId="{63E79591-2F27-370E-329D-A0B622A8CFA5}"/>
          </ac:spMkLst>
        </pc:spChg>
        <pc:spChg chg="add mod">
          <ac:chgData name="Ronnel D. Palenzuela" userId="27216d6f-a712-48da-bcb2-613e4bc945ac" providerId="ADAL" clId="{16736750-74B4-184C-AACF-97E7E4B9FAA6}" dt="2024-08-11T12:22:19.024" v="2454"/>
          <ac:spMkLst>
            <pc:docMk/>
            <pc:sldMk cId="1581186720" sldId="286"/>
            <ac:spMk id="6" creationId="{8E044E04-0B5A-32C0-8EEE-D905F6C6381E}"/>
          </ac:spMkLst>
        </pc:spChg>
        <pc:spChg chg="add mod">
          <ac:chgData name="Ronnel D. Palenzuela" userId="27216d6f-a712-48da-bcb2-613e4bc945ac" providerId="ADAL" clId="{16736750-74B4-184C-AACF-97E7E4B9FAA6}" dt="2024-08-11T12:22:33.783" v="2457" actId="767"/>
          <ac:spMkLst>
            <pc:docMk/>
            <pc:sldMk cId="1581186720" sldId="286"/>
            <ac:spMk id="7" creationId="{75AD83E7-4E98-C144-0CA8-1D34A9078DFC}"/>
          </ac:spMkLst>
        </pc:spChg>
        <pc:spChg chg="add del">
          <ac:chgData name="Ronnel D. Palenzuela" userId="27216d6f-a712-48da-bcb2-613e4bc945ac" providerId="ADAL" clId="{16736750-74B4-184C-AACF-97E7E4B9FAA6}" dt="2024-08-11T12:24:47.787" v="2511" actId="22"/>
          <ac:spMkLst>
            <pc:docMk/>
            <pc:sldMk cId="1581186720" sldId="286"/>
            <ac:spMk id="9" creationId="{5AFEA3DF-0E3B-7218-22F8-B412FEC8C03F}"/>
          </ac:spMkLst>
        </pc:spChg>
        <pc:picChg chg="del">
          <ac:chgData name="Ronnel D. Palenzuela" userId="27216d6f-a712-48da-bcb2-613e4bc945ac" providerId="ADAL" clId="{16736750-74B4-184C-AACF-97E7E4B9FAA6}" dt="2024-08-11T12:15:21.761" v="2282" actId="478"/>
          <ac:picMkLst>
            <pc:docMk/>
            <pc:sldMk cId="1581186720" sldId="286"/>
            <ac:picMk id="4" creationId="{74248AEE-FABF-0F2A-B1B2-1777799F48B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32:58.139" v="2586"/>
        <pc:sldMkLst>
          <pc:docMk/>
          <pc:sldMk cId="4278137860" sldId="287"/>
        </pc:sldMkLst>
        <pc:spChg chg="mod">
          <ac:chgData name="Ronnel D. Palenzuela" userId="27216d6f-a712-48da-bcb2-613e4bc945ac" providerId="ADAL" clId="{16736750-74B4-184C-AACF-97E7E4B9FAA6}" dt="2024-08-11T12:26:17.544" v="2548"/>
          <ac:spMkLst>
            <pc:docMk/>
            <pc:sldMk cId="4278137860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7:02.548" v="2568"/>
          <ac:spMkLst>
            <pc:docMk/>
            <pc:sldMk cId="4278137860" sldId="287"/>
            <ac:spMk id="3" creationId="{F9E9654B-D8E5-22CA-371A-57FADD13842B}"/>
          </ac:spMkLst>
        </pc:spChg>
        <pc:spChg chg="del">
          <ac:chgData name="Ronnel D. Palenzuela" userId="27216d6f-a712-48da-bcb2-613e4bc945ac" providerId="ADAL" clId="{16736750-74B4-184C-AACF-97E7E4B9FAA6}" dt="2024-08-11T12:26:19.941" v="2549" actId="478"/>
          <ac:spMkLst>
            <pc:docMk/>
            <pc:sldMk cId="4278137860" sldId="287"/>
            <ac:spMk id="5" creationId="{63E79591-2F27-370E-329D-A0B622A8CFA5}"/>
          </ac:spMkLst>
        </pc:spChg>
        <pc:picChg chg="add mod">
          <ac:chgData name="Ronnel D. Palenzuela" userId="27216d6f-a712-48da-bcb2-613e4bc945ac" providerId="ADAL" clId="{16736750-74B4-184C-AACF-97E7E4B9FAA6}" dt="2024-08-11T12:30:03.374" v="2578" actId="1076"/>
          <ac:picMkLst>
            <pc:docMk/>
            <pc:sldMk cId="4278137860" sldId="287"/>
            <ac:picMk id="4" creationId="{C94F73C7-EE3C-5039-6716-AA5F092B56AC}"/>
          </ac:picMkLst>
        </pc:picChg>
        <pc:picChg chg="add mod">
          <ac:chgData name="Ronnel D. Palenzuela" userId="27216d6f-a712-48da-bcb2-613e4bc945ac" providerId="ADAL" clId="{16736750-74B4-184C-AACF-97E7E4B9FAA6}" dt="2024-08-11T12:30:04.674" v="2579" actId="1076"/>
          <ac:picMkLst>
            <pc:docMk/>
            <pc:sldMk cId="4278137860" sldId="287"/>
            <ac:picMk id="6" creationId="{7982849D-C7FF-134E-B589-F96BF9176D03}"/>
          </ac:picMkLst>
        </pc:picChg>
      </pc:sldChg>
      <pc:sldChg chg="delSp modSp add mod">
        <pc:chgData name="Ronnel D. Palenzuela" userId="27216d6f-a712-48da-bcb2-613e4bc945ac" providerId="ADAL" clId="{16736750-74B4-184C-AACF-97E7E4B9FAA6}" dt="2024-08-12T02:16:02.449" v="3153" actId="20577"/>
        <pc:sldMkLst>
          <pc:docMk/>
          <pc:sldMk cId="3972629357" sldId="288"/>
        </pc:sldMkLst>
        <pc:spChg chg="mod">
          <ac:chgData name="Ronnel D. Palenzuela" userId="27216d6f-a712-48da-bcb2-613e4bc945ac" providerId="ADAL" clId="{16736750-74B4-184C-AACF-97E7E4B9FAA6}" dt="2024-08-12T02:16:02.449" v="3153" actId="20577"/>
          <ac:spMkLst>
            <pc:docMk/>
            <pc:sldMk cId="3972629357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11:51.983" v="3029" actId="207"/>
          <ac:spMkLst>
            <pc:docMk/>
            <pc:sldMk cId="3972629357" sldId="288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2T01:08:18.288" v="2654" actId="478"/>
          <ac:picMkLst>
            <pc:docMk/>
            <pc:sldMk cId="3972629357" sldId="288"/>
            <ac:picMk id="4" creationId="{C94F73C7-EE3C-5039-6716-AA5F092B56AC}"/>
          </ac:picMkLst>
        </pc:picChg>
        <pc:picChg chg="del">
          <ac:chgData name="Ronnel D. Palenzuela" userId="27216d6f-a712-48da-bcb2-613e4bc945ac" providerId="ADAL" clId="{16736750-74B4-184C-AACF-97E7E4B9FAA6}" dt="2024-08-12T01:08:18.480" v="2655" actId="478"/>
          <ac:picMkLst>
            <pc:docMk/>
            <pc:sldMk cId="3972629357" sldId="288"/>
            <ac:picMk id="6" creationId="{7982849D-C7FF-134E-B589-F96BF9176D03}"/>
          </ac:picMkLst>
        </pc:picChg>
      </pc:sldChg>
      <pc:sldChg chg="modSp add mod">
        <pc:chgData name="Ronnel D. Palenzuela" userId="27216d6f-a712-48da-bcb2-613e4bc945ac" providerId="ADAL" clId="{16736750-74B4-184C-AACF-97E7E4B9FAA6}" dt="2024-08-12T02:22:03.220" v="3182" actId="11"/>
        <pc:sldMkLst>
          <pc:docMk/>
          <pc:sldMk cId="2990164252" sldId="289"/>
        </pc:sldMkLst>
        <pc:spChg chg="mod">
          <ac:chgData name="Ronnel D. Palenzuela" userId="27216d6f-a712-48da-bcb2-613e4bc945ac" providerId="ADAL" clId="{16736750-74B4-184C-AACF-97E7E4B9FAA6}" dt="2024-08-12T02:16:06.498" v="3154" actId="20577"/>
          <ac:spMkLst>
            <pc:docMk/>
            <pc:sldMk cId="2990164252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2:03.220" v="3182" actId="11"/>
          <ac:spMkLst>
            <pc:docMk/>
            <pc:sldMk cId="2990164252" sldId="289"/>
            <ac:spMk id="3" creationId="{F9E9654B-D8E5-22CA-371A-57FADD13842B}"/>
          </ac:spMkLst>
        </pc:spChg>
      </pc:sldChg>
      <pc:sldChg chg="modSp add mod">
        <pc:chgData name="Ronnel D. Palenzuela" userId="27216d6f-a712-48da-bcb2-613e4bc945ac" providerId="ADAL" clId="{16736750-74B4-184C-AACF-97E7E4B9FAA6}" dt="2024-08-13T03:37:12.131" v="3508" actId="207"/>
        <pc:sldMkLst>
          <pc:docMk/>
          <pc:sldMk cId="1111498698" sldId="290"/>
        </pc:sldMkLst>
        <pc:spChg chg="mod">
          <ac:chgData name="Ronnel D. Palenzuela" userId="27216d6f-a712-48da-bcb2-613e4bc945ac" providerId="ADAL" clId="{16736750-74B4-184C-AACF-97E7E4B9FAA6}" dt="2024-08-13T03:27:17.210" v="3359" actId="20577"/>
          <ac:spMkLst>
            <pc:docMk/>
            <pc:sldMk cId="1111498698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3T03:37:12.131" v="3508" actId="207"/>
          <ac:spMkLst>
            <pc:docMk/>
            <pc:sldMk cId="1111498698" sldId="290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927110459" sldId="290"/>
        </pc:sldMkLst>
        <pc:spChg chg="mod">
          <ac:chgData name="Ronnel D. Palenzuela" userId="27216d6f-a712-48da-bcb2-613e4bc945ac" providerId="ADAL" clId="{16736750-74B4-184C-AACF-97E7E4B9FAA6}" dt="2024-08-12T02:17:40.195" v="3179" actId="20577"/>
          <ac:spMkLst>
            <pc:docMk/>
            <pc:sldMk cId="1927110459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5:46.161" v="3276" actId="20577"/>
          <ac:spMkLst>
            <pc:docMk/>
            <pc:sldMk cId="1927110459" sldId="290"/>
            <ac:spMk id="3" creationId="{F9E9654B-D8E5-22CA-371A-57FADD13842B}"/>
          </ac:spMkLst>
        </pc:spChg>
      </pc:sldChg>
      <pc:sldChg chg="modSp add mod ord">
        <pc:chgData name="Ronnel D. Palenzuela" userId="27216d6f-a712-48da-bcb2-613e4bc945ac" providerId="ADAL" clId="{16736750-74B4-184C-AACF-97E7E4B9FAA6}" dt="2024-08-13T03:34:24.591" v="3466" actId="207"/>
        <pc:sldMkLst>
          <pc:docMk/>
          <pc:sldMk cId="815011119" sldId="291"/>
        </pc:sldMkLst>
        <pc:spChg chg="mod">
          <ac:chgData name="Ronnel D. Palenzuela" userId="27216d6f-a712-48da-bcb2-613e4bc945ac" providerId="ADAL" clId="{16736750-74B4-184C-AACF-97E7E4B9FAA6}" dt="2024-08-13T03:34:24.591" v="3466" actId="207"/>
          <ac:spMkLst>
            <pc:docMk/>
            <pc:sldMk cId="81501111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81441069" sldId="291"/>
        </pc:sldMkLst>
        <pc:spChg chg="mod">
          <ac:chgData name="Ronnel D. Palenzuela" userId="27216d6f-a712-48da-bcb2-613e4bc945ac" providerId="ADAL" clId="{16736750-74B4-184C-AACF-97E7E4B9FAA6}" dt="2024-08-12T02:28:06.903" v="3321" actId="11"/>
          <ac:spMkLst>
            <pc:docMk/>
            <pc:sldMk cId="178144106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65234647" sldId="292"/>
        </pc:sldMkLst>
        <pc:spChg chg="mod">
          <ac:chgData name="Ronnel D. Palenzuela" userId="27216d6f-a712-48da-bcb2-613e4bc945ac" providerId="ADAL" clId="{16736750-74B4-184C-AACF-97E7E4B9FAA6}" dt="2024-08-12T02:28:26.710" v="3324" actId="403"/>
          <ac:spMkLst>
            <pc:docMk/>
            <pc:sldMk cId="1765234647" sldId="292"/>
            <ac:spMk id="3" creationId="{F9E9654B-D8E5-22CA-371A-57FADD13842B}"/>
          </ac:spMkLst>
        </pc:spChg>
      </pc:sldChg>
      <pc:sldMasterChg chg="modSldLayout">
        <pc:chgData name="Ronnel D. Palenzuela" userId="27216d6f-a712-48da-bcb2-613e4bc945ac" providerId="ADAL" clId="{16736750-74B4-184C-AACF-97E7E4B9FAA6}" dt="2024-08-11T07:03:06.010" v="731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736750-74B4-184C-AACF-97E7E4B9FAA6}" dt="2024-08-11T07:03:06.010" v="731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736750-74B4-184C-AACF-97E7E4B9FAA6}" dt="2024-08-11T07:03:06.010" v="731" actId="20577"/>
            <ac:spMkLst>
              <pc:docMk/>
              <pc:sldMasterMk cId="651270159" sldId="2147483648"/>
              <pc:sldLayoutMk cId="2921653432" sldId="2147483649"/>
              <ac:spMk id="5" creationId="{3794B7A0-4232-A0AC-7E3A-3BF632F0C83D}"/>
            </ac:spMkLst>
          </pc:spChg>
        </pc:sldLayoutChg>
      </pc:sldMasterChg>
    </pc:docChg>
  </pc:docChgLst>
  <pc:docChgLst>
    <pc:chgData name="Ronnel D. Palenzuela" userId="27216d6f-a712-48da-bcb2-613e4bc945ac" providerId="ADAL" clId="{16FF8E01-DE24-0F4F-A559-943D670B7764}"/>
    <pc:docChg chg="undo custSel addSld delSld modSld sldOrd modMainMaster">
      <pc:chgData name="Ronnel D. Palenzuela" userId="27216d6f-a712-48da-bcb2-613e4bc945ac" providerId="ADAL" clId="{16FF8E01-DE24-0F4F-A559-943D670B7764}" dt="2024-08-15T06:12:31.924" v="2533" actId="729"/>
      <pc:docMkLst>
        <pc:docMk/>
      </pc:docMkLst>
      <pc:sldChg chg="modSp mod">
        <pc:chgData name="Ronnel D. Palenzuela" userId="27216d6f-a712-48da-bcb2-613e4bc945ac" providerId="ADAL" clId="{16FF8E01-DE24-0F4F-A559-943D670B7764}" dt="2024-08-14T16:09:01.930" v="1419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FF8E01-DE24-0F4F-A559-943D670B7764}" dt="2024-08-14T16:08:42.416" v="1364" actId="14100"/>
          <ac:spMkLst>
            <pc:docMk/>
            <pc:sldMk cId="3455369248" sldId="257"/>
            <ac:spMk id="2" creationId="{4B9DC0FD-E73C-26A6-891F-61B461076958}"/>
          </ac:spMkLst>
        </pc:spChg>
        <pc:spChg chg="mod">
          <ac:chgData name="Ronnel D. Palenzuela" userId="27216d6f-a712-48da-bcb2-613e4bc945ac" providerId="ADAL" clId="{16FF8E01-DE24-0F4F-A559-943D670B7764}" dt="2024-08-14T16:09:01.930" v="1419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56538018" sldId="259"/>
        </pc:sldMkLst>
      </pc:sldChg>
      <pc:sldChg chg="modSp mod modNotesTx">
        <pc:chgData name="Ronnel D. Palenzuela" userId="27216d6f-a712-48da-bcb2-613e4bc945ac" providerId="ADAL" clId="{16FF8E01-DE24-0F4F-A559-943D670B7764}" dt="2024-08-14T16:25:10.072" v="1665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FF8E01-DE24-0F4F-A559-943D670B7764}" dt="2024-08-14T16:09:37.186" v="1435" actId="1076"/>
          <ac:spMkLst>
            <pc:docMk/>
            <pc:sldMk cId="3611571112" sldId="263"/>
            <ac:spMk id="2" creationId="{4B9DC0FD-E73C-26A6-891F-61B461076958}"/>
          </ac:spMkLst>
        </pc:spChg>
      </pc:sldChg>
      <pc:sldChg chg="modSp mod">
        <pc:chgData name="Ronnel D. Palenzuela" userId="27216d6f-a712-48da-bcb2-613e4bc945ac" providerId="ADAL" clId="{16FF8E01-DE24-0F4F-A559-943D670B7764}" dt="2024-08-14T15:58:28.162" v="1311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FF8E01-DE24-0F4F-A559-943D670B7764}" dt="2024-08-14T15:58:28.162" v="1311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1.309" v="136" actId="2890"/>
        <pc:sldMkLst>
          <pc:docMk/>
          <pc:sldMk cId="393610469" sldId="265"/>
        </pc:sldMkLst>
      </pc:sldChg>
      <pc:sldChg chg="addSp delSp modSp add del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538568147" sldId="265"/>
        </pc:sldMkLst>
        <pc:spChg chg="mod">
          <ac:chgData name="Ronnel D. Palenzuela" userId="27216d6f-a712-48da-bcb2-613e4bc945ac" providerId="ADAL" clId="{16FF8E01-DE24-0F4F-A559-943D670B7764}" dt="2024-08-14T14:55:35.293" v="832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46:58.170" v="402" actId="113"/>
          <ac:spMkLst>
            <pc:docMk/>
            <pc:sldMk cId="538568147" sldId="26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4:08:52.904" v="652" actId="1076"/>
          <ac:picMkLst>
            <pc:docMk/>
            <pc:sldMk cId="538568147" sldId="265"/>
            <ac:picMk id="5" creationId="{70008023-F501-145C-0B44-5194C048510F}"/>
          </ac:picMkLst>
        </pc:picChg>
        <pc:picChg chg="add mod">
          <ac:chgData name="Ronnel D. Palenzuela" userId="27216d6f-a712-48da-bcb2-613e4bc945ac" providerId="ADAL" clId="{16FF8E01-DE24-0F4F-A559-943D670B7764}" dt="2024-08-14T14:08:59.711" v="656" actId="1076"/>
          <ac:picMkLst>
            <pc:docMk/>
            <pc:sldMk cId="538568147" sldId="265"/>
            <ac:picMk id="6" creationId="{24353777-D960-C968-46B2-C9D39EBD397E}"/>
          </ac:picMkLst>
        </pc:picChg>
        <pc:picChg chg="del">
          <ac:chgData name="Ronnel D. Palenzuela" userId="27216d6f-a712-48da-bcb2-613e4bc945ac" providerId="ADAL" clId="{16FF8E01-DE24-0F4F-A559-943D670B7764}" dt="2024-08-14T13:36:35.785" v="186" actId="478"/>
          <ac:picMkLst>
            <pc:docMk/>
            <pc:sldMk cId="538568147" sldId="265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FF8E01-DE24-0F4F-A559-943D670B7764}" dt="2024-08-14T13:36:36.302" v="188" actId="478"/>
          <ac:picMkLst>
            <pc:docMk/>
            <pc:sldMk cId="538568147" sldId="265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FF8E01-DE24-0F4F-A559-943D670B7764}" dt="2024-08-14T13:36:36.076" v="187" actId="478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FF8E01-DE24-0F4F-A559-943D670B7764}" dt="2024-08-14T13:36:36.597" v="189" actId="478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82960047" sldId="266"/>
        </pc:sldMkLst>
        <pc:spChg chg="mod">
          <ac:chgData name="Ronnel D. Palenzuela" userId="27216d6f-a712-48da-bcb2-613e4bc945ac" providerId="ADAL" clId="{16FF8E01-DE24-0F4F-A559-943D670B7764}" dt="2024-08-14T13:45:50.997" v="383" actId="20577"/>
          <ac:spMkLst>
            <pc:docMk/>
            <pc:sldMk cId="178296004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52:01.538" v="473" actId="207"/>
          <ac:spMkLst>
            <pc:docMk/>
            <pc:sldMk cId="1782960047" sldId="26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3:54:36.838" v="483" actId="1076"/>
          <ac:spMkLst>
            <pc:docMk/>
            <pc:sldMk cId="1782960047" sldId="266"/>
            <ac:spMk id="6" creationId="{D96DF1EF-8473-896F-2BBC-6D1558971D10}"/>
          </ac:spMkLst>
        </pc:spChg>
        <pc:picChg chg="del">
          <ac:chgData name="Ronnel D. Palenzuela" userId="27216d6f-a712-48da-bcb2-613e4bc945ac" providerId="ADAL" clId="{16FF8E01-DE24-0F4F-A559-943D670B7764}" dt="2024-08-14T13:45:55.174" v="384" actId="478"/>
          <ac:picMkLst>
            <pc:docMk/>
            <pc:sldMk cId="1782960047" sldId="266"/>
            <ac:picMk id="5" creationId="{70008023-F501-145C-0B44-5194C048510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029220167" sldId="266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149631211" sldId="267"/>
        </pc:sldMkLst>
        <pc:spChg chg="mod">
          <ac:chgData name="Ronnel D. Palenzuela" userId="27216d6f-a712-48da-bcb2-613e4bc945ac" providerId="ADAL" clId="{16FF8E01-DE24-0F4F-A559-943D670B7764}" dt="2024-08-14T15:58:59.103" v="1314" actId="11"/>
          <ac:spMkLst>
            <pc:docMk/>
            <pc:sldMk cId="2149631211" sldId="267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13:54:04.562" v="479" actId="2696"/>
        <pc:sldMkLst>
          <pc:docMk/>
          <pc:sldMk cId="2717857131" sldId="267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85671655" sldId="267"/>
        </pc:sldMkLst>
      </pc:sldChg>
      <pc:sldChg chg="add del">
        <pc:chgData name="Ronnel D. Palenzuela" userId="27216d6f-a712-48da-bcb2-613e4bc945ac" providerId="ADAL" clId="{16FF8E01-DE24-0F4F-A559-943D670B7764}" dt="2024-08-14T13:54:30.391" v="482" actId="2696"/>
        <pc:sldMkLst>
          <pc:docMk/>
          <pc:sldMk cId="3367849497" sldId="267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55138258" sldId="268"/>
        </pc:sldMkLst>
        <pc:spChg chg="mod">
          <ac:chgData name="Ronnel D. Palenzuela" userId="27216d6f-a712-48da-bcb2-613e4bc945ac" providerId="ADAL" clId="{16FF8E01-DE24-0F4F-A559-943D670B7764}" dt="2024-08-14T15:59:15.816" v="1315" actId="11"/>
          <ac:spMkLst>
            <pc:docMk/>
            <pc:sldMk cId="155138258" sldId="268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637530094" sldId="268"/>
        </pc:sldMkLst>
      </pc:sldChg>
      <pc:sldChg chg="add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831007090" sldId="269"/>
        </pc:sldMkLst>
        <pc:spChg chg="mod">
          <ac:chgData name="Ronnel D. Palenzuela" userId="27216d6f-a712-48da-bcb2-613e4bc945ac" providerId="ADAL" clId="{16FF8E01-DE24-0F4F-A559-943D670B7764}" dt="2024-08-14T14:10:47.606" v="696" actId="20577"/>
          <ac:spMkLst>
            <pc:docMk/>
            <pc:sldMk cId="2831007090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4:16:06.339" v="778" actId="1076"/>
          <ac:spMkLst>
            <pc:docMk/>
            <pc:sldMk cId="2831007090" sldId="269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4:15:42.779" v="771" actId="113"/>
          <ac:spMkLst>
            <pc:docMk/>
            <pc:sldMk cId="2831007090" sldId="269"/>
            <ac:spMk id="4" creationId="{CB6DD4F9-08BE-3AF6-FDDC-AB693A0D38F1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18365145" sldId="269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07698705" sldId="270"/>
        </pc:sldMkLst>
      </pc:sldChg>
      <pc:sldChg chg="addSp del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073403413" sldId="270"/>
        </pc:sldMkLst>
        <pc:spChg chg="mod">
          <ac:chgData name="Ronnel D. Palenzuela" userId="27216d6f-a712-48da-bcb2-613e4bc945ac" providerId="ADAL" clId="{16FF8E01-DE24-0F4F-A559-943D670B7764}" dt="2024-08-14T14:55:39.952" v="834" actId="20577"/>
          <ac:spMkLst>
            <pc:docMk/>
            <pc:sldMk cId="2073403413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5:31:54.057" v="880" actId="207"/>
          <ac:spMkLst>
            <pc:docMk/>
            <pc:sldMk cId="2073403413" sldId="27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5:09:23.422" v="836" actId="478"/>
          <ac:picMkLst>
            <pc:docMk/>
            <pc:sldMk cId="2073403413" sldId="270"/>
            <ac:picMk id="4" creationId="{369191B6-2A1C-3113-9BFD-747A4657F8D7}"/>
          </ac:picMkLst>
        </pc:picChg>
        <pc:picChg chg="del">
          <ac:chgData name="Ronnel D. Palenzuela" userId="27216d6f-a712-48da-bcb2-613e4bc945ac" providerId="ADAL" clId="{16FF8E01-DE24-0F4F-A559-943D670B7764}" dt="2024-08-14T14:53:40.293" v="791" actId="478"/>
          <ac:picMkLst>
            <pc:docMk/>
            <pc:sldMk cId="2073403413" sldId="270"/>
            <ac:picMk id="5" creationId="{70008023-F501-145C-0B44-5194C048510F}"/>
          </ac:picMkLst>
        </pc:picChg>
        <pc:picChg chg="del">
          <ac:chgData name="Ronnel D. Palenzuela" userId="27216d6f-a712-48da-bcb2-613e4bc945ac" providerId="ADAL" clId="{16FF8E01-DE24-0F4F-A559-943D670B7764}" dt="2024-08-14T14:53:41.454" v="792" actId="478"/>
          <ac:picMkLst>
            <pc:docMk/>
            <pc:sldMk cId="2073403413" sldId="270"/>
            <ac:picMk id="6" creationId="{24353777-D960-C968-46B2-C9D39EBD397E}"/>
          </ac:picMkLst>
        </pc:picChg>
        <pc:picChg chg="add del mod">
          <ac:chgData name="Ronnel D. Palenzuela" userId="27216d6f-a712-48da-bcb2-613e4bc945ac" providerId="ADAL" clId="{16FF8E01-DE24-0F4F-A559-943D670B7764}" dt="2024-08-14T15:09:24.556" v="837" actId="478"/>
          <ac:picMkLst>
            <pc:docMk/>
            <pc:sldMk cId="2073403413" sldId="270"/>
            <ac:picMk id="7" creationId="{CFF5A6F2-A391-E973-A9F9-EEAEDEBC41C8}"/>
          </ac:picMkLst>
        </pc:picChg>
        <pc:picChg chg="add del mod">
          <ac:chgData name="Ronnel D. Palenzuela" userId="27216d6f-a712-48da-bcb2-613e4bc945ac" providerId="ADAL" clId="{16FF8E01-DE24-0F4F-A559-943D670B7764}" dt="2024-08-14T15:38:21.939" v="921"/>
          <ac:picMkLst>
            <pc:docMk/>
            <pc:sldMk cId="2073403413" sldId="270"/>
            <ac:picMk id="8" creationId="{7628CA4E-3E92-F09C-D2FD-C46202C5E649}"/>
          </ac:picMkLst>
        </pc:picChg>
        <pc:picChg chg="add mod">
          <ac:chgData name="Ronnel D. Palenzuela" userId="27216d6f-a712-48da-bcb2-613e4bc945ac" providerId="ADAL" clId="{16FF8E01-DE24-0F4F-A559-943D670B7764}" dt="2024-08-14T15:34:34.583" v="908" actId="1076"/>
          <ac:picMkLst>
            <pc:docMk/>
            <pc:sldMk cId="2073403413" sldId="270"/>
            <ac:picMk id="9" creationId="{FFA2BE38-0E04-5FB6-310F-C9B71C57486B}"/>
          </ac:picMkLst>
        </pc:picChg>
        <pc:picChg chg="add mod">
          <ac:chgData name="Ronnel D. Palenzuela" userId="27216d6f-a712-48da-bcb2-613e4bc945ac" providerId="ADAL" clId="{16FF8E01-DE24-0F4F-A559-943D670B7764}" dt="2024-08-14T15:34:23.881" v="905" actId="1076"/>
          <ac:picMkLst>
            <pc:docMk/>
            <pc:sldMk cId="2073403413" sldId="270"/>
            <ac:picMk id="10" creationId="{667804E6-901E-3F8A-8E71-F3840CE73713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406508294" sldId="271"/>
        </pc:sldMkLst>
        <pc:spChg chg="mod">
          <ac:chgData name="Ronnel D. Palenzuela" userId="27216d6f-a712-48da-bcb2-613e4bc945ac" providerId="ADAL" clId="{16FF8E01-DE24-0F4F-A559-943D670B7764}" dt="2024-08-14T15:45:04.117" v="1046" actId="20577"/>
          <ac:spMkLst>
            <pc:docMk/>
            <pc:sldMk cId="2406508294" sldId="271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5:35:02.613" v="915" actId="22"/>
          <ac:spMkLst>
            <pc:docMk/>
            <pc:sldMk cId="2406508294" sldId="271"/>
            <ac:spMk id="5" creationId="{4142F3C9-0F99-D487-F109-5D1080BCD242}"/>
          </ac:spMkLst>
        </pc:spChg>
        <pc:spChg chg="add mod">
          <ac:chgData name="Ronnel D. Palenzuela" userId="27216d6f-a712-48da-bcb2-613e4bc945ac" providerId="ADAL" clId="{16FF8E01-DE24-0F4F-A559-943D670B7764}" dt="2024-08-14T15:35:21.596" v="919" actId="1076"/>
          <ac:spMkLst>
            <pc:docMk/>
            <pc:sldMk cId="2406508294" sldId="271"/>
            <ac:spMk id="7" creationId="{59101826-B0CF-114B-0320-F5905D2B047C}"/>
          </ac:spMkLst>
        </pc:spChg>
        <pc:picChg chg="del">
          <ac:chgData name="Ronnel D. Palenzuela" userId="27216d6f-a712-48da-bcb2-613e4bc945ac" providerId="ADAL" clId="{16FF8E01-DE24-0F4F-A559-943D670B7764}" dt="2024-08-14T15:34:53.519" v="911" actId="478"/>
          <ac:picMkLst>
            <pc:docMk/>
            <pc:sldMk cId="2406508294" sldId="271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5:34:52.857" v="910" actId="478"/>
          <ac:picMkLst>
            <pc:docMk/>
            <pc:sldMk cId="2406508294" sldId="271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5:34:53.775" v="912" actId="478"/>
          <ac:picMkLst>
            <pc:docMk/>
            <pc:sldMk cId="2406508294" sldId="271"/>
            <ac:picMk id="10" creationId="{667804E6-901E-3F8A-8E71-F3840CE73713}"/>
          </ac:picMkLst>
        </pc:picChg>
        <pc:picChg chg="add del mod">
          <ac:chgData name="Ronnel D. Palenzuela" userId="27216d6f-a712-48da-bcb2-613e4bc945ac" providerId="ADAL" clId="{16FF8E01-DE24-0F4F-A559-943D670B7764}" dt="2024-08-14T15:40:56.703" v="965" actId="478"/>
          <ac:picMkLst>
            <pc:docMk/>
            <pc:sldMk cId="2406508294" sldId="271"/>
            <ac:picMk id="11" creationId="{7451C57A-98EA-DF71-2373-89D7F90904C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120804606" sldId="271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005021045" sldId="272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217730064" sldId="272"/>
        </pc:sldMkLst>
        <pc:spChg chg="mod">
          <ac:chgData name="Ronnel D. Palenzuela" userId="27216d6f-a712-48da-bcb2-613e4bc945ac" providerId="ADAL" clId="{16FF8E01-DE24-0F4F-A559-943D670B7764}" dt="2024-08-14T15:59:35.416" v="1316" actId="11"/>
          <ac:spMkLst>
            <pc:docMk/>
            <pc:sldMk cId="2217730064" sldId="272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716507679" sldId="273"/>
        </pc:sldMkLst>
      </pc:sldChg>
      <pc:sldChg chg="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73650369" sldId="273"/>
        </pc:sldMkLst>
        <pc:spChg chg="mod">
          <ac:chgData name="Ronnel D. Palenzuela" userId="27216d6f-a712-48da-bcb2-613e4bc945ac" providerId="ADAL" clId="{16FF8E01-DE24-0F4F-A559-943D670B7764}" dt="2024-08-14T15:59:48.974" v="1318" actId="11"/>
          <ac:spMkLst>
            <pc:docMk/>
            <pc:sldMk cId="1773650369" sldId="273"/>
            <ac:spMk id="3" creationId="{F9E9654B-D8E5-22CA-371A-57FADD13842B}"/>
          </ac:spMkLst>
        </pc:spChg>
      </pc:sldChg>
      <pc:sldChg chg="add del ord">
        <pc:chgData name="Ronnel D. Palenzuela" userId="27216d6f-a712-48da-bcb2-613e4bc945ac" providerId="ADAL" clId="{16FF8E01-DE24-0F4F-A559-943D670B7764}" dt="2024-08-14T16:09:44.931" v="1436" actId="2696"/>
        <pc:sldMkLst>
          <pc:docMk/>
          <pc:sldMk cId="415108391" sldId="274"/>
        </pc:sldMkLst>
      </pc:sldChg>
      <pc:sldChg chg="addSp modSp add mod modNotesTx">
        <pc:chgData name="Ronnel D. Palenzuela" userId="27216d6f-a712-48da-bcb2-613e4bc945ac" providerId="ADAL" clId="{16FF8E01-DE24-0F4F-A559-943D670B7764}" dt="2024-08-14T17:35:56.996" v="2348" actId="207"/>
        <pc:sldMkLst>
          <pc:docMk/>
          <pc:sldMk cId="3520817057" sldId="274"/>
        </pc:sldMkLst>
        <pc:spChg chg="mod">
          <ac:chgData name="Ronnel D. Palenzuela" userId="27216d6f-a712-48da-bcb2-613e4bc945ac" providerId="ADAL" clId="{16FF8E01-DE24-0F4F-A559-943D670B7764}" dt="2024-08-14T16:34:48.838" v="1740" actId="1076"/>
          <ac:spMkLst>
            <pc:docMk/>
            <pc:sldMk cId="3520817057" sldId="274"/>
            <ac:spMk id="2" creationId="{4B9DC0FD-E73C-26A6-891F-61B461076958}"/>
          </ac:spMkLst>
        </pc:spChg>
        <pc:spChg chg="add mod">
          <ac:chgData name="Ronnel D. Palenzuela" userId="27216d6f-a712-48da-bcb2-613e4bc945ac" providerId="ADAL" clId="{16FF8E01-DE24-0F4F-A559-943D670B7764}" dt="2024-08-14T17:35:56.996" v="2348" actId="207"/>
          <ac:spMkLst>
            <pc:docMk/>
            <pc:sldMk cId="3520817057" sldId="274"/>
            <ac:spMk id="4" creationId="{02334A40-A4A9-25FE-DC7A-9B1C1C6A0886}"/>
          </ac:spMkLst>
        </pc:spChg>
      </pc:sldChg>
      <pc:sldChg chg="addSp delSp modSp add del mod">
        <pc:chgData name="Ronnel D. Palenzuela" userId="27216d6f-a712-48da-bcb2-613e4bc945ac" providerId="ADAL" clId="{16FF8E01-DE24-0F4F-A559-943D670B7764}" dt="2024-08-14T16:15:45.956" v="1532" actId="2696"/>
        <pc:sldMkLst>
          <pc:docMk/>
          <pc:sldMk cId="2172138736" sldId="275"/>
        </pc:sldMkLst>
        <pc:spChg chg="mod">
          <ac:chgData name="Ronnel D. Palenzuela" userId="27216d6f-a712-48da-bcb2-613e4bc945ac" providerId="ADAL" clId="{16FF8E01-DE24-0F4F-A559-943D670B7764}" dt="2024-08-14T16:15:14.648" v="1524" actId="20577"/>
          <ac:spMkLst>
            <pc:docMk/>
            <pc:sldMk cId="2172138736" sldId="27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40.915" v="1531"/>
          <ac:spMkLst>
            <pc:docMk/>
            <pc:sldMk cId="2172138736" sldId="275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6:15:16.283" v="1525" actId="478"/>
          <ac:picMkLst>
            <pc:docMk/>
            <pc:sldMk cId="2172138736" sldId="275"/>
            <ac:picMk id="4" creationId="{3DD2775A-1217-7607-D818-9986C2B95701}"/>
          </ac:picMkLst>
        </pc:picChg>
        <pc:picChg chg="del">
          <ac:chgData name="Ronnel D. Palenzuela" userId="27216d6f-a712-48da-bcb2-613e4bc945ac" providerId="ADAL" clId="{16FF8E01-DE24-0F4F-A559-943D670B7764}" dt="2024-08-14T16:10:15.858" v="1472" actId="478"/>
          <ac:picMkLst>
            <pc:docMk/>
            <pc:sldMk cId="2172138736" sldId="275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6:10:15.605" v="1471" actId="478"/>
          <ac:picMkLst>
            <pc:docMk/>
            <pc:sldMk cId="2172138736" sldId="275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6:10:16.066" v="1473" actId="478"/>
          <ac:picMkLst>
            <pc:docMk/>
            <pc:sldMk cId="2172138736" sldId="275"/>
            <ac:picMk id="10" creationId="{667804E6-901E-3F8A-8E71-F3840CE7371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70147815" sldId="275"/>
        </pc:sldMkLst>
      </pc:sldChg>
      <pc:sldChg chg="modSp add mod ord modNotesTx">
        <pc:chgData name="Ronnel D. Palenzuela" userId="27216d6f-a712-48da-bcb2-613e4bc945ac" providerId="ADAL" clId="{16FF8E01-DE24-0F4F-A559-943D670B7764}" dt="2024-08-14T16:34:54.089" v="1743" actId="20577"/>
        <pc:sldMkLst>
          <pc:docMk/>
          <pc:sldMk cId="2154677164" sldId="276"/>
        </pc:sldMkLst>
        <pc:spChg chg="mod">
          <ac:chgData name="Ronnel D. Palenzuela" userId="27216d6f-a712-48da-bcb2-613e4bc945ac" providerId="ADAL" clId="{16FF8E01-DE24-0F4F-A559-943D670B7764}" dt="2024-08-14T16:34:54.089" v="1743" actId="20577"/>
          <ac:spMkLst>
            <pc:docMk/>
            <pc:sldMk cId="2154677164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04.817" v="1513" actId="207"/>
          <ac:spMkLst>
            <pc:docMk/>
            <pc:sldMk cId="2154677164" sldId="276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621742425" sldId="276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08275361" sldId="277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4:40.231" v="1652"/>
        <pc:sldMkLst>
          <pc:docMk/>
          <pc:sldMk cId="1655093992" sldId="277"/>
        </pc:sldMkLst>
        <pc:spChg chg="mod">
          <ac:chgData name="Ronnel D. Palenzuela" userId="27216d6f-a712-48da-bcb2-613e4bc945ac" providerId="ADAL" clId="{16FF8E01-DE24-0F4F-A559-943D670B7764}" dt="2024-08-14T16:15:53.933" v="1548" actId="20577"/>
          <ac:spMkLst>
            <pc:docMk/>
            <pc:sldMk cId="1655093992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6:03.761" v="1554" actId="207"/>
          <ac:spMkLst>
            <pc:docMk/>
            <pc:sldMk cId="1655093992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15:49.738" v="1534" actId="478"/>
          <ac:picMkLst>
            <pc:docMk/>
            <pc:sldMk cId="1655093992" sldId="277"/>
            <ac:picMk id="4" creationId="{3DD2775A-1217-7607-D818-9986C2B95701}"/>
          </ac:picMkLst>
        </pc:picChg>
        <pc:picChg chg="add mod">
          <ac:chgData name="Ronnel D. Palenzuela" userId="27216d6f-a712-48da-bcb2-613e4bc945ac" providerId="ADAL" clId="{16FF8E01-DE24-0F4F-A559-943D670B7764}" dt="2024-08-14T16:22:20.410" v="1645" actId="1076"/>
          <ac:picMkLst>
            <pc:docMk/>
            <pc:sldMk cId="1655093992" sldId="277"/>
            <ac:picMk id="5" creationId="{21F98874-7EDA-6F8F-7A52-E913F2501EF4}"/>
          </ac:picMkLst>
        </pc:picChg>
        <pc:picChg chg="add mod">
          <ac:chgData name="Ronnel D. Palenzuela" userId="27216d6f-a712-48da-bcb2-613e4bc945ac" providerId="ADAL" clId="{16FF8E01-DE24-0F4F-A559-943D670B7764}" dt="2024-08-14T16:22:19.327" v="1644" actId="1076"/>
          <ac:picMkLst>
            <pc:docMk/>
            <pc:sldMk cId="1655093992" sldId="277"/>
            <ac:picMk id="6" creationId="{AB87846A-7FEB-769F-7BA7-C9DDDB12476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28633288" sldId="278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5:33.500" v="1670"/>
        <pc:sldMkLst>
          <pc:docMk/>
          <pc:sldMk cId="1084106175" sldId="278"/>
        </pc:sldMkLst>
        <pc:spChg chg="mod">
          <ac:chgData name="Ronnel D. Palenzuela" userId="27216d6f-a712-48da-bcb2-613e4bc945ac" providerId="ADAL" clId="{16FF8E01-DE24-0F4F-A559-943D670B7764}" dt="2024-08-14T16:16:15.683" v="1568" actId="20577"/>
          <ac:spMkLst>
            <pc:docMk/>
            <pc:sldMk cId="1084106175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13.356" v="1628" actId="207"/>
          <ac:spMkLst>
            <pc:docMk/>
            <pc:sldMk cId="1084106175" sldId="27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6:17:30.269" v="1608" actId="22"/>
          <ac:spMkLst>
            <pc:docMk/>
            <pc:sldMk cId="1084106175" sldId="278"/>
            <ac:spMk id="5" creationId="{161974CA-D17A-C7C9-D387-4B786DACE39F}"/>
          </ac:spMkLst>
        </pc:spChg>
        <pc:picChg chg="add mod">
          <ac:chgData name="Ronnel D. Palenzuela" userId="27216d6f-a712-48da-bcb2-613e4bc945ac" providerId="ADAL" clId="{16FF8E01-DE24-0F4F-A559-943D670B7764}" dt="2024-08-14T16:24:18.313" v="1650" actId="1076"/>
          <ac:picMkLst>
            <pc:docMk/>
            <pc:sldMk cId="1084106175" sldId="278"/>
            <ac:picMk id="6" creationId="{1DBAEE34-611C-C72E-D674-1D598742FCFC}"/>
          </ac:picMkLst>
        </pc:picChg>
      </pc:sldChg>
      <pc:sldChg chg="addSp delSp modSp add mod modNotesTx">
        <pc:chgData name="Ronnel D. Palenzuela" userId="27216d6f-a712-48da-bcb2-613e4bc945ac" providerId="ADAL" clId="{16FF8E01-DE24-0F4F-A559-943D670B7764}" dt="2024-08-14T16:28:49.228" v="1688" actId="1076"/>
        <pc:sldMkLst>
          <pc:docMk/>
          <pc:sldMk cId="562485659" sldId="279"/>
        </pc:sldMkLst>
        <pc:spChg chg="mod">
          <ac:chgData name="Ronnel D. Palenzuela" userId="27216d6f-a712-48da-bcb2-613e4bc945ac" providerId="ADAL" clId="{16FF8E01-DE24-0F4F-A559-943D670B7764}" dt="2024-08-14T16:16:20.804" v="1575" actId="20577"/>
          <ac:spMkLst>
            <pc:docMk/>
            <pc:sldMk cId="562485659" sldId="279"/>
            <ac:spMk id="2" creationId="{1FD87645-D8E6-23DE-A822-448BF1054783}"/>
          </ac:spMkLst>
        </pc:spChg>
        <pc:spChg chg="add del mod">
          <ac:chgData name="Ronnel D. Palenzuela" userId="27216d6f-a712-48da-bcb2-613e4bc945ac" providerId="ADAL" clId="{16FF8E01-DE24-0F4F-A559-943D670B7764}" dt="2024-08-14T16:18:17.416" v="1630" actId="207"/>
          <ac:spMkLst>
            <pc:docMk/>
            <pc:sldMk cId="562485659" sldId="27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FF8E01-DE24-0F4F-A559-943D670B7764}" dt="2024-08-14T16:17:08.500" v="1600" actId="478"/>
          <ac:spMkLst>
            <pc:docMk/>
            <pc:sldMk cId="562485659" sldId="279"/>
            <ac:spMk id="5" creationId="{C512883A-C3F1-9C1D-1BC0-B118C33FB485}"/>
          </ac:spMkLst>
        </pc:spChg>
        <pc:picChg chg="add mod">
          <ac:chgData name="Ronnel D. Palenzuela" userId="27216d6f-a712-48da-bcb2-613e4bc945ac" providerId="ADAL" clId="{16FF8E01-DE24-0F4F-A559-943D670B7764}" dt="2024-08-14T16:28:47.407" v="1687" actId="1076"/>
          <ac:picMkLst>
            <pc:docMk/>
            <pc:sldMk cId="562485659" sldId="279"/>
            <ac:picMk id="6" creationId="{25F73CC1-53BA-4567-E3BA-1C63F2D9CE93}"/>
          </ac:picMkLst>
        </pc:picChg>
        <pc:picChg chg="add mod">
          <ac:chgData name="Ronnel D. Palenzuela" userId="27216d6f-a712-48da-bcb2-613e4bc945ac" providerId="ADAL" clId="{16FF8E01-DE24-0F4F-A559-943D670B7764}" dt="2024-08-14T16:28:49.228" v="1688" actId="1076"/>
          <ac:picMkLst>
            <pc:docMk/>
            <pc:sldMk cId="562485659" sldId="279"/>
            <ac:picMk id="7" creationId="{3FAF6F31-D00C-5848-28EC-E4192A65B29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220697961" sldId="279"/>
        </pc:sldMkLst>
      </pc:sldChg>
      <pc:sldChg chg="addSp modSp add mod modNotesTx">
        <pc:chgData name="Ronnel D. Palenzuela" userId="27216d6f-a712-48da-bcb2-613e4bc945ac" providerId="ADAL" clId="{16FF8E01-DE24-0F4F-A559-943D670B7764}" dt="2024-08-14T17:09:09.590" v="2182"/>
        <pc:sldMkLst>
          <pc:docMk/>
          <pc:sldMk cId="2101055377" sldId="280"/>
        </pc:sldMkLst>
        <pc:spChg chg="mod">
          <ac:chgData name="Ronnel D. Palenzuela" userId="27216d6f-a712-48da-bcb2-613e4bc945ac" providerId="ADAL" clId="{16FF8E01-DE24-0F4F-A559-943D670B7764}" dt="2024-08-14T16:16:29.753" v="1592" actId="20577"/>
          <ac:spMkLst>
            <pc:docMk/>
            <pc:sldMk cId="2101055377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1.161" v="1632" actId="207"/>
          <ac:spMkLst>
            <pc:docMk/>
            <pc:sldMk cId="2101055377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4" creationId="{B5ABF6ED-2604-A356-F8D2-8A031F072FC1}"/>
          </ac:picMkLst>
        </pc:pic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5" creationId="{EE318E40-1124-8135-1738-B9359FE8125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456681114" sldId="280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57213172" sldId="281"/>
        </pc:sldMkLst>
      </pc:sldChg>
      <pc:sldChg chg="addSp modSp add mod ord modNotesTx">
        <pc:chgData name="Ronnel D. Palenzuela" userId="27216d6f-a712-48da-bcb2-613e4bc945ac" providerId="ADAL" clId="{16FF8E01-DE24-0F4F-A559-943D670B7764}" dt="2024-08-14T17:09:31.130" v="2186"/>
        <pc:sldMkLst>
          <pc:docMk/>
          <pc:sldMk cId="4052999246" sldId="281"/>
        </pc:sldMkLst>
        <pc:spChg chg="mod">
          <ac:chgData name="Ronnel D. Palenzuela" userId="27216d6f-a712-48da-bcb2-613e4bc945ac" providerId="ADAL" clId="{16FF8E01-DE24-0F4F-A559-943D670B7764}" dt="2024-08-14T16:16:42.177" v="1594"/>
          <ac:spMkLst>
            <pc:docMk/>
            <pc:sldMk cId="4052999246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5.511" v="1634" actId="207"/>
          <ac:spMkLst>
            <pc:docMk/>
            <pc:sldMk cId="4052999246" sldId="28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1:29.020" v="1716" actId="1076"/>
          <ac:picMkLst>
            <pc:docMk/>
            <pc:sldMk cId="4052999246" sldId="281"/>
            <ac:picMk id="4" creationId="{5548C54F-301E-DCA9-21D7-E0AD96A9FA43}"/>
          </ac:picMkLst>
        </pc:picChg>
        <pc:picChg chg="add mod">
          <ac:chgData name="Ronnel D. Palenzuela" userId="27216d6f-a712-48da-bcb2-613e4bc945ac" providerId="ADAL" clId="{16FF8E01-DE24-0F4F-A559-943D670B7764}" dt="2024-08-14T16:31:30.328" v="1717" actId="1076"/>
          <ac:picMkLst>
            <pc:docMk/>
            <pc:sldMk cId="4052999246" sldId="281"/>
            <ac:picMk id="5" creationId="{89C006CD-3837-CB39-23CD-A101C01CDA9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6683317" sldId="282"/>
        </pc:sldMkLst>
      </pc:sldChg>
      <pc:sldChg chg="addSp delSp modSp add mod ord">
        <pc:chgData name="Ronnel D. Palenzuela" userId="27216d6f-a712-48da-bcb2-613e4bc945ac" providerId="ADAL" clId="{16FF8E01-DE24-0F4F-A559-943D670B7764}" dt="2024-08-14T16:58:26.475" v="2121" actId="20577"/>
        <pc:sldMkLst>
          <pc:docMk/>
          <pc:sldMk cId="3651396270" sldId="282"/>
        </pc:sldMkLst>
        <pc:spChg chg="mod">
          <ac:chgData name="Ronnel D. Palenzuela" userId="27216d6f-a712-48da-bcb2-613e4bc945ac" providerId="ADAL" clId="{16FF8E01-DE24-0F4F-A559-943D670B7764}" dt="2024-08-14T16:38:16.616" v="1763" actId="20577"/>
          <ac:spMkLst>
            <pc:docMk/>
            <pc:sldMk cId="3651396270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8:26.475" v="2121" actId="20577"/>
          <ac:spMkLst>
            <pc:docMk/>
            <pc:sldMk cId="3651396270" sldId="282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33:50.779" v="1722" actId="478"/>
          <ac:picMkLst>
            <pc:docMk/>
            <pc:sldMk cId="3651396270" sldId="282"/>
            <ac:picMk id="4" creationId="{3DD2775A-1217-7607-D818-9986C2B95701}"/>
          </ac:picMkLst>
        </pc:picChg>
        <pc:picChg chg="add del mod">
          <ac:chgData name="Ronnel D. Palenzuela" userId="27216d6f-a712-48da-bcb2-613e4bc945ac" providerId="ADAL" clId="{16FF8E01-DE24-0F4F-A559-943D670B7764}" dt="2024-08-14T16:33:57.413" v="1726" actId="478"/>
          <ac:picMkLst>
            <pc:docMk/>
            <pc:sldMk cId="3651396270" sldId="282"/>
            <ac:picMk id="5" creationId="{5C4865FA-8A85-CD96-7E00-91EA3C1322EA}"/>
          </ac:picMkLst>
        </pc:picChg>
        <pc:picChg chg="add mod">
          <ac:chgData name="Ronnel D. Palenzuela" userId="27216d6f-a712-48da-bcb2-613e4bc945ac" providerId="ADAL" clId="{16FF8E01-DE24-0F4F-A559-943D670B7764}" dt="2024-08-14T16:37:32.689" v="1754" actId="1076"/>
          <ac:picMkLst>
            <pc:docMk/>
            <pc:sldMk cId="3651396270" sldId="282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93575964" sldId="283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2:26.342" v="2138"/>
        <pc:sldMkLst>
          <pc:docMk/>
          <pc:sldMk cId="3162599194" sldId="283"/>
        </pc:sldMkLst>
        <pc:spChg chg="mod">
          <ac:chgData name="Ronnel D. Palenzuela" userId="27216d6f-a712-48da-bcb2-613e4bc945ac" providerId="ADAL" clId="{16FF8E01-DE24-0F4F-A559-943D670B7764}" dt="2024-08-14T16:47:28.766" v="1822"/>
          <ac:spMkLst>
            <pc:docMk/>
            <pc:sldMk cId="316259919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2:16.070" v="1994" actId="207"/>
          <ac:spMkLst>
            <pc:docMk/>
            <pc:sldMk cId="3162599194" sldId="283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6:57:40.683" v="2117" actId="1076"/>
          <ac:spMkLst>
            <pc:docMk/>
            <pc:sldMk cId="3162599194" sldId="283"/>
            <ac:spMk id="4" creationId="{B086C906-76C1-C80B-2402-3CD150AED030}"/>
          </ac:spMkLst>
        </pc:spChg>
        <pc:spChg chg="add mod">
          <ac:chgData name="Ronnel D. Palenzuela" userId="27216d6f-a712-48da-bcb2-613e4bc945ac" providerId="ADAL" clId="{16FF8E01-DE24-0F4F-A559-943D670B7764}" dt="2024-08-14T16:52:23.273" v="2000" actId="113"/>
          <ac:spMkLst>
            <pc:docMk/>
            <pc:sldMk cId="3162599194" sldId="283"/>
            <ac:spMk id="5" creationId="{374C59D7-230E-26A4-3307-5D188332993A}"/>
          </ac:spMkLst>
        </pc:spChg>
        <pc:picChg chg="del">
          <ac:chgData name="Ronnel D. Palenzuela" userId="27216d6f-a712-48da-bcb2-613e4bc945ac" providerId="ADAL" clId="{16FF8E01-DE24-0F4F-A559-943D670B7764}" dt="2024-08-14T16:39:23.886" v="1788" actId="478"/>
          <ac:picMkLst>
            <pc:docMk/>
            <pc:sldMk cId="3162599194" sldId="283"/>
            <ac:picMk id="6" creationId="{FB4307CA-B2C0-91D7-AC3C-D22C8F2AE28E}"/>
          </ac:picMkLst>
        </pc:picChg>
      </pc:sldChg>
      <pc:sldChg chg="delSp modSp add del mod">
        <pc:chgData name="Ronnel D. Palenzuela" userId="27216d6f-a712-48da-bcb2-613e4bc945ac" providerId="ADAL" clId="{16FF8E01-DE24-0F4F-A559-943D670B7764}" dt="2024-08-14T16:52:56.130" v="2002" actId="2696"/>
        <pc:sldMkLst>
          <pc:docMk/>
          <pc:sldMk cId="476145324" sldId="284"/>
        </pc:sldMkLst>
        <pc:spChg chg="mod">
          <ac:chgData name="Ronnel D. Palenzuela" userId="27216d6f-a712-48da-bcb2-613e4bc945ac" providerId="ADAL" clId="{16FF8E01-DE24-0F4F-A559-943D670B7764}" dt="2024-08-14T16:39:28.295" v="1798" actId="20577"/>
          <ac:spMkLst>
            <pc:docMk/>
            <pc:sldMk cId="476145324" sldId="284"/>
            <ac:spMk id="2" creationId="{1FD87645-D8E6-23DE-A822-448BF1054783}"/>
          </ac:spMkLst>
        </pc:spChg>
        <pc:picChg chg="del">
          <ac:chgData name="Ronnel D. Palenzuela" userId="27216d6f-a712-48da-bcb2-613e4bc945ac" providerId="ADAL" clId="{16FF8E01-DE24-0F4F-A559-943D670B7764}" dt="2024-08-14T16:39:22.241" v="1787" actId="478"/>
          <ac:picMkLst>
            <pc:docMk/>
            <pc:sldMk cId="476145324" sldId="284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253337562" sldId="284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80579114" sldId="285"/>
        </pc:sldMkLst>
      </pc:sldChg>
      <pc:sldChg chg="modSp add del mod">
        <pc:chgData name="Ronnel D. Palenzuela" userId="27216d6f-a712-48da-bcb2-613e4bc945ac" providerId="ADAL" clId="{16FF8E01-DE24-0F4F-A559-943D670B7764}" dt="2024-08-14T16:55:44.538" v="2067" actId="2696"/>
        <pc:sldMkLst>
          <pc:docMk/>
          <pc:sldMk cId="3500652590" sldId="285"/>
        </pc:sldMkLst>
        <pc:spChg chg="mod">
          <ac:chgData name="Ronnel D. Palenzuela" userId="27216d6f-a712-48da-bcb2-613e4bc945ac" providerId="ADAL" clId="{16FF8E01-DE24-0F4F-A559-943D670B7764}" dt="2024-08-14T16:39:32.355" v="1805" actId="20577"/>
          <ac:spMkLst>
            <pc:docMk/>
            <pc:sldMk cId="3500652590" sldId="285"/>
            <ac:spMk id="2" creationId="{1FD87645-D8E6-23DE-A822-448BF1054783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81186720" sldId="286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4:33.737" v="2156" actId="1076"/>
        <pc:sldMkLst>
          <pc:docMk/>
          <pc:sldMk cId="1740139509" sldId="286"/>
        </pc:sldMkLst>
        <pc:spChg chg="mod">
          <ac:chgData name="Ronnel D. Palenzuela" userId="27216d6f-a712-48da-bcb2-613e4bc945ac" providerId="ADAL" clId="{16FF8E01-DE24-0F4F-A559-943D670B7764}" dt="2024-08-14T16:53:39.266" v="2019" actId="20577"/>
          <ac:spMkLst>
            <pc:docMk/>
            <pc:sldMk cId="1740139509" sldId="28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4:54.289" v="2059" actId="27636"/>
          <ac:spMkLst>
            <pc:docMk/>
            <pc:sldMk cId="1740139509" sldId="286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02.572" v="2104" actId="1076"/>
          <ac:spMkLst>
            <pc:docMk/>
            <pc:sldMk cId="1740139509" sldId="286"/>
            <ac:spMk id="4" creationId="{B086C906-76C1-C80B-2402-3CD150AED030}"/>
          </ac:spMkLst>
        </pc:spChg>
        <pc:spChg chg="del mod">
          <ac:chgData name="Ronnel D. Palenzuela" userId="27216d6f-a712-48da-bcb2-613e4bc945ac" providerId="ADAL" clId="{16FF8E01-DE24-0F4F-A559-943D670B7764}" dt="2024-08-14T16:54:29.712" v="2047" actId="478"/>
          <ac:spMkLst>
            <pc:docMk/>
            <pc:sldMk cId="1740139509" sldId="286"/>
            <ac:spMk id="5" creationId="{374C59D7-230E-26A4-3307-5D188332993A}"/>
          </ac:spMkLst>
        </pc:spChg>
        <pc:picChg chg="add mod">
          <ac:chgData name="Ronnel D. Palenzuela" userId="27216d6f-a712-48da-bcb2-613e4bc945ac" providerId="ADAL" clId="{16FF8E01-DE24-0F4F-A559-943D670B7764}" dt="2024-08-14T17:04:33.737" v="2156" actId="1076"/>
          <ac:picMkLst>
            <pc:docMk/>
            <pc:sldMk cId="1740139509" sldId="286"/>
            <ac:picMk id="6" creationId="{7355D678-29E7-A4B1-013E-B622157A0CE9}"/>
          </ac:picMkLst>
        </pc:picChg>
      </pc:sldChg>
      <pc:sldChg chg="addSp delSp modSp add mod ord modNotesTx">
        <pc:chgData name="Ronnel D. Palenzuela" userId="27216d6f-a712-48da-bcb2-613e4bc945ac" providerId="ADAL" clId="{16FF8E01-DE24-0F4F-A559-943D670B7764}" dt="2024-08-14T17:09:41.649" v="2189" actId="20578"/>
        <pc:sldMkLst>
          <pc:docMk/>
          <pc:sldMk cId="2244338286" sldId="287"/>
        </pc:sldMkLst>
        <pc:spChg chg="mod">
          <ac:chgData name="Ronnel D. Palenzuela" userId="27216d6f-a712-48da-bcb2-613e4bc945ac" providerId="ADAL" clId="{16FF8E01-DE24-0F4F-A559-943D670B7764}" dt="2024-08-14T16:55:51.174" v="2074" actId="20577"/>
          <ac:spMkLst>
            <pc:docMk/>
            <pc:sldMk cId="2244338286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6:49.755" v="2102" actId="27636"/>
          <ac:spMkLst>
            <pc:docMk/>
            <pc:sldMk cId="2244338286" sldId="287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17.574" v="2108" actId="1076"/>
          <ac:spMkLst>
            <pc:docMk/>
            <pc:sldMk cId="2244338286" sldId="287"/>
            <ac:spMk id="4" creationId="{B086C906-76C1-C80B-2402-3CD150AED030}"/>
          </ac:spMkLst>
        </pc:spChg>
        <pc:picChg chg="add del mod">
          <ac:chgData name="Ronnel D. Palenzuela" userId="27216d6f-a712-48da-bcb2-613e4bc945ac" providerId="ADAL" clId="{16FF8E01-DE24-0F4F-A559-943D670B7764}" dt="2024-08-14T17:06:20.306" v="2162" actId="478"/>
          <ac:picMkLst>
            <pc:docMk/>
            <pc:sldMk cId="2244338286" sldId="287"/>
            <ac:picMk id="5" creationId="{C84F9925-8BF0-7942-2733-4A5D508AEA7C}"/>
          </ac:picMkLst>
        </pc:picChg>
        <pc:picChg chg="add mod">
          <ac:chgData name="Ronnel D. Palenzuela" userId="27216d6f-a712-48da-bcb2-613e4bc945ac" providerId="ADAL" clId="{16FF8E01-DE24-0F4F-A559-943D670B7764}" dt="2024-08-14T17:07:53.726" v="2172" actId="1076"/>
          <ac:picMkLst>
            <pc:docMk/>
            <pc:sldMk cId="2244338286" sldId="287"/>
            <ac:picMk id="6" creationId="{FABA4C1D-2D18-55BC-C0A4-FFF3AFC35C03}"/>
          </ac:picMkLst>
        </pc:picChg>
        <pc:picChg chg="add mod">
          <ac:chgData name="Ronnel D. Palenzuela" userId="27216d6f-a712-48da-bcb2-613e4bc945ac" providerId="ADAL" clId="{16FF8E01-DE24-0F4F-A559-943D670B7764}" dt="2024-08-14T17:07:55.489" v="2173" actId="1076"/>
          <ac:picMkLst>
            <pc:docMk/>
            <pc:sldMk cId="2244338286" sldId="287"/>
            <ac:picMk id="7" creationId="{C43B6C84-21DD-D63D-908A-759A84CA71F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278137860" sldId="287"/>
        </pc:sldMkLst>
      </pc:sldChg>
      <pc:sldChg chg="addSp delSp modSp add mod ord modNotesTx">
        <pc:chgData name="Ronnel D. Palenzuela" userId="27216d6f-a712-48da-bcb2-613e4bc945ac" providerId="ADAL" clId="{16FF8E01-DE24-0F4F-A559-943D670B7764}" dt="2024-08-15T02:15:44.096" v="2527" actId="20577"/>
        <pc:sldMkLst>
          <pc:docMk/>
          <pc:sldMk cId="2479479881" sldId="288"/>
        </pc:sldMkLst>
        <pc:spChg chg="mod">
          <ac:chgData name="Ronnel D. Palenzuela" userId="27216d6f-a712-48da-bcb2-613e4bc945ac" providerId="ADAL" clId="{16FF8E01-DE24-0F4F-A559-943D670B7764}" dt="2024-08-14T17:10:09.427" v="2193"/>
          <ac:spMkLst>
            <pc:docMk/>
            <pc:sldMk cId="2479479881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2:15:44.096" v="2527" actId="20577"/>
          <ac:spMkLst>
            <pc:docMk/>
            <pc:sldMk cId="2479479881" sldId="28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4:50.208" v="2303" actId="1076"/>
          <ac:picMkLst>
            <pc:docMk/>
            <pc:sldMk cId="2479479881" sldId="288"/>
            <ac:picMk id="4" creationId="{AF7B02EF-789B-13F1-37A8-FD2A27B92C39}"/>
          </ac:picMkLst>
        </pc:picChg>
        <pc:picChg chg="add mod">
          <ac:chgData name="Ronnel D. Palenzuela" userId="27216d6f-a712-48da-bcb2-613e4bc945ac" providerId="ADAL" clId="{16FF8E01-DE24-0F4F-A559-943D670B7764}" dt="2024-08-14T17:24:49.104" v="2302" actId="1076"/>
          <ac:picMkLst>
            <pc:docMk/>
            <pc:sldMk cId="2479479881" sldId="288"/>
            <ac:picMk id="5" creationId="{D6307E59-5ABC-0E69-DD46-32B7DC644359}"/>
          </ac:picMkLst>
        </pc:picChg>
        <pc:picChg chg="del">
          <ac:chgData name="Ronnel D. Palenzuela" userId="27216d6f-a712-48da-bcb2-613e4bc945ac" providerId="ADAL" clId="{16FF8E01-DE24-0F4F-A559-943D670B7764}" dt="2024-08-14T17:10:50.216" v="2201" actId="478"/>
          <ac:picMkLst>
            <pc:docMk/>
            <pc:sldMk cId="2479479881" sldId="288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972629357" sldId="288"/>
        </pc:sldMkLst>
      </pc:sldChg>
      <pc:sldChg chg="addSp delSp modSp add mod modNotesTx">
        <pc:chgData name="Ronnel D. Palenzuela" userId="27216d6f-a712-48da-bcb2-613e4bc945ac" providerId="ADAL" clId="{16FF8E01-DE24-0F4F-A559-943D670B7764}" dt="2024-08-15T03:52:08.349" v="2531" actId="20577"/>
        <pc:sldMkLst>
          <pc:docMk/>
          <pc:sldMk cId="1306085031" sldId="289"/>
        </pc:sldMkLst>
        <pc:spChg chg="mod">
          <ac:chgData name="Ronnel D. Palenzuela" userId="27216d6f-a712-48da-bcb2-613e4bc945ac" providerId="ADAL" clId="{16FF8E01-DE24-0F4F-A559-943D670B7764}" dt="2024-08-14T17:10:29.110" v="2196" actId="20577"/>
          <ac:spMkLst>
            <pc:docMk/>
            <pc:sldMk cId="1306085031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3:52:08.349" v="2531" actId="20577"/>
          <ac:spMkLst>
            <pc:docMk/>
            <pc:sldMk cId="1306085031" sldId="28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8:52.052" v="2320" actId="1076"/>
          <ac:picMkLst>
            <pc:docMk/>
            <pc:sldMk cId="1306085031" sldId="289"/>
            <ac:picMk id="4" creationId="{348B68C4-CC0D-0D98-D64F-7F073EC0550F}"/>
          </ac:picMkLst>
        </pc:picChg>
        <pc:picChg chg="add del mod">
          <ac:chgData name="Ronnel D. Palenzuela" userId="27216d6f-a712-48da-bcb2-613e4bc945ac" providerId="ADAL" clId="{16FF8E01-DE24-0F4F-A559-943D670B7764}" dt="2024-08-14T17:34:52.342" v="2323" actId="478"/>
          <ac:picMkLst>
            <pc:docMk/>
            <pc:sldMk cId="1306085031" sldId="289"/>
            <ac:picMk id="5" creationId="{514E46FE-484E-F430-4A44-43DE9197FE51}"/>
          </ac:picMkLst>
        </pc:picChg>
        <pc:picChg chg="del">
          <ac:chgData name="Ronnel D. Palenzuela" userId="27216d6f-a712-48da-bcb2-613e4bc945ac" providerId="ADAL" clId="{16FF8E01-DE24-0F4F-A559-943D670B7764}" dt="2024-08-14T17:10:48.048" v="2199" actId="478"/>
          <ac:picMkLst>
            <pc:docMk/>
            <pc:sldMk cId="1306085031" sldId="289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34:57.159" v="2326" actId="1076"/>
          <ac:picMkLst>
            <pc:docMk/>
            <pc:sldMk cId="1306085031" sldId="289"/>
            <ac:picMk id="7" creationId="{EA60A796-7362-0FE0-7118-D1172B57B748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90164252" sldId="289"/>
        </pc:sldMkLst>
      </pc:sldChg>
      <pc:sldChg chg="addSp delSp modSp add mod">
        <pc:chgData name="Ronnel D. Palenzuela" userId="27216d6f-a712-48da-bcb2-613e4bc945ac" providerId="ADAL" clId="{16FF8E01-DE24-0F4F-A559-943D670B7764}" dt="2024-08-14T17:50:12.782" v="2526" actId="207"/>
        <pc:sldMkLst>
          <pc:docMk/>
          <pc:sldMk cId="926710605" sldId="290"/>
        </pc:sldMkLst>
        <pc:spChg chg="mod">
          <ac:chgData name="Ronnel D. Palenzuela" userId="27216d6f-a712-48da-bcb2-613e4bc945ac" providerId="ADAL" clId="{16FF8E01-DE24-0F4F-A559-943D670B7764}" dt="2024-08-14T17:13:25.130" v="2214" actId="20577"/>
          <ac:spMkLst>
            <pc:docMk/>
            <pc:sldMk cId="926710605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50:12.782" v="2526" actId="207"/>
          <ac:spMkLst>
            <pc:docMk/>
            <pc:sldMk cId="926710605" sldId="29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7:16:19.870" v="2228" actId="478"/>
          <ac:picMkLst>
            <pc:docMk/>
            <pc:sldMk cId="926710605" sldId="290"/>
            <ac:picMk id="4" creationId="{EDC21406-25B3-5E1C-5A7A-A71E21C74D60}"/>
          </ac:picMkLst>
        </pc:picChg>
        <pc:picChg chg="add del mod">
          <ac:chgData name="Ronnel D. Palenzuela" userId="27216d6f-a712-48da-bcb2-613e4bc945ac" providerId="ADAL" clId="{16FF8E01-DE24-0F4F-A559-943D670B7764}" dt="2024-08-14T17:41:36.468" v="2400" actId="1076"/>
          <ac:picMkLst>
            <pc:docMk/>
            <pc:sldMk cId="926710605" sldId="290"/>
            <ac:picMk id="5" creationId="{6F24035F-763D-2A44-9E4D-3B3AB777BA78}"/>
          </ac:picMkLst>
        </pc:picChg>
        <pc:picChg chg="del">
          <ac:chgData name="Ronnel D. Palenzuela" userId="27216d6f-a712-48da-bcb2-613e4bc945ac" providerId="ADAL" clId="{16FF8E01-DE24-0F4F-A559-943D670B7764}" dt="2024-08-14T17:10:49.106" v="2200" actId="478"/>
          <ac:picMkLst>
            <pc:docMk/>
            <pc:sldMk cId="926710605" sldId="290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41:43.973" v="2401" actId="1076"/>
          <ac:picMkLst>
            <pc:docMk/>
            <pc:sldMk cId="926710605" sldId="290"/>
            <ac:picMk id="7" creationId="{5A1661AD-4B34-6DA1-9F77-CE678239C894}"/>
          </ac:picMkLst>
        </pc:picChg>
        <pc:picChg chg="add mod">
          <ac:chgData name="Ronnel D. Palenzuela" userId="27216d6f-a712-48da-bcb2-613e4bc945ac" providerId="ADAL" clId="{16FF8E01-DE24-0F4F-A559-943D670B7764}" dt="2024-08-14T17:41:32.404" v="2398" actId="1076"/>
          <ac:picMkLst>
            <pc:docMk/>
            <pc:sldMk cId="926710605" sldId="290"/>
            <ac:picMk id="8" creationId="{E4E637F6-DB44-DC58-477A-29220CC8DA0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11498698" sldId="290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48:56.991" v="2524" actId="1076"/>
        <pc:sldMkLst>
          <pc:docMk/>
          <pc:sldMk cId="234676306" sldId="291"/>
        </pc:sldMkLst>
        <pc:spChg chg="mod">
          <ac:chgData name="Ronnel D. Palenzuela" userId="27216d6f-a712-48da-bcb2-613e4bc945ac" providerId="ADAL" clId="{16FF8E01-DE24-0F4F-A559-943D670B7764}" dt="2024-08-14T17:18:52.390" v="2243" actId="20577"/>
          <ac:spMkLst>
            <pc:docMk/>
            <pc:sldMk cId="234676306" sldId="29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44:12.036" v="2474" actId="20577"/>
          <ac:spMkLst>
            <pc:docMk/>
            <pc:sldMk cId="234676306" sldId="29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48:56.991" v="2524" actId="1076"/>
          <ac:picMkLst>
            <pc:docMk/>
            <pc:sldMk cId="234676306" sldId="291"/>
            <ac:picMk id="4" creationId="{77B54F2E-F3FD-7965-C9AC-7AD3C16CC21A}"/>
          </ac:picMkLst>
        </pc:picChg>
        <pc:picChg chg="del">
          <ac:chgData name="Ronnel D. Palenzuela" userId="27216d6f-a712-48da-bcb2-613e4bc945ac" providerId="ADAL" clId="{16FF8E01-DE24-0F4F-A559-943D670B7764}" dt="2024-08-14T17:43:01.527" v="2455" actId="478"/>
          <ac:picMkLst>
            <pc:docMk/>
            <pc:sldMk cId="234676306" sldId="291"/>
            <ac:picMk id="5" creationId="{6F24035F-763D-2A44-9E4D-3B3AB777BA78}"/>
          </ac:picMkLst>
        </pc:picChg>
        <pc:picChg chg="add del mod">
          <ac:chgData name="Ronnel D. Palenzuela" userId="27216d6f-a712-48da-bcb2-613e4bc945ac" providerId="ADAL" clId="{16FF8E01-DE24-0F4F-A559-943D670B7764}" dt="2024-08-14T17:47:51.981" v="2508" actId="478"/>
          <ac:picMkLst>
            <pc:docMk/>
            <pc:sldMk cId="234676306" sldId="291"/>
            <ac:picMk id="6" creationId="{50F79B71-AA73-A4EC-42FF-95E9F8E1747A}"/>
          </ac:picMkLst>
        </pc:picChg>
        <pc:picChg chg="add mod">
          <ac:chgData name="Ronnel D. Palenzuela" userId="27216d6f-a712-48da-bcb2-613e4bc945ac" providerId="ADAL" clId="{16FF8E01-DE24-0F4F-A559-943D670B7764}" dt="2024-08-14T17:48:51.118" v="2520" actId="1076"/>
          <ac:picMkLst>
            <pc:docMk/>
            <pc:sldMk cId="234676306" sldId="291"/>
            <ac:picMk id="7" creationId="{BFFCD08C-39CF-85D4-AFAB-20D06151775B}"/>
          </ac:picMkLst>
        </pc:picChg>
        <pc:picChg chg="add mod">
          <ac:chgData name="Ronnel D. Palenzuela" userId="27216d6f-a712-48da-bcb2-613e4bc945ac" providerId="ADAL" clId="{16FF8E01-DE24-0F4F-A559-943D670B7764}" dt="2024-08-14T17:48:55.627" v="2522" actId="1076"/>
          <ac:picMkLst>
            <pc:docMk/>
            <pc:sldMk cId="234676306" sldId="291"/>
            <ac:picMk id="8" creationId="{94650D83-6F61-D6E5-506A-5BEBD5E1B8C5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815011119" sldId="291"/>
        </pc:sldMkLst>
      </pc:sldChg>
      <pc:sldMasterChg chg="modSldLayout">
        <pc:chgData name="Ronnel D. Palenzuela" userId="27216d6f-a712-48da-bcb2-613e4bc945ac" providerId="ADAL" clId="{16FF8E01-DE24-0F4F-A559-943D670B7764}" dt="2024-08-14T16:14:03.102" v="1502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FF8E01-DE24-0F4F-A559-943D670B7764}" dt="2024-08-14T16:13:56.324" v="1498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FF8E01-DE24-0F4F-A559-943D670B7764}" dt="2024-08-14T16:13:56.324" v="1498" actId="20577"/>
            <ac:spMkLst>
              <pc:docMk/>
              <pc:sldMasterMk cId="651270159" sldId="2147483648"/>
              <pc:sldLayoutMk cId="2921653432" sldId="2147483649"/>
              <ac:spMk id="14" creationId="{D0B6F2F1-CE07-6C53-35DD-423B006969A2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3:59.827" v="1500" actId="20577"/>
          <pc:sldLayoutMkLst>
            <pc:docMk/>
            <pc:sldMasterMk cId="651270159" sldId="2147483648"/>
            <pc:sldLayoutMk cId="414239045" sldId="2147483650"/>
          </pc:sldLayoutMkLst>
          <pc:spChg chg="mod">
            <ac:chgData name="Ronnel D. Palenzuela" userId="27216d6f-a712-48da-bcb2-613e4bc945ac" providerId="ADAL" clId="{16FF8E01-DE24-0F4F-A559-943D670B7764}" dt="2024-08-14T16:13:59.827" v="1500" actId="20577"/>
            <ac:spMkLst>
              <pc:docMk/>
              <pc:sldMasterMk cId="651270159" sldId="2147483648"/>
              <pc:sldLayoutMk cId="414239045" sldId="2147483650"/>
              <ac:spMk id="8" creationId="{A20CEFFD-1670-10A5-7ED4-7F9703262EA1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4:03.102" v="1502" actId="20577"/>
          <pc:sldLayoutMkLst>
            <pc:docMk/>
            <pc:sldMasterMk cId="651270159" sldId="2147483648"/>
            <pc:sldLayoutMk cId="2618641526" sldId="2147483653"/>
          </pc:sldLayoutMkLst>
          <pc:spChg chg="mod">
            <ac:chgData name="Ronnel D. Palenzuela" userId="27216d6f-a712-48da-bcb2-613e4bc945ac" providerId="ADAL" clId="{16FF8E01-DE24-0F4F-A559-943D670B7764}" dt="2024-08-14T16:14:03.102" v="1502" actId="20577"/>
            <ac:spMkLst>
              <pc:docMk/>
              <pc:sldMasterMk cId="651270159" sldId="2147483648"/>
              <pc:sldLayoutMk cId="2618641526" sldId="2147483653"/>
              <ac:spMk id="11" creationId="{3E084DDE-82D5-F74F-6486-DED2612274C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8/9/25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8/9/25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8/9/25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8/9/25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8/9/25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8/9/25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 fontScale="90000"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Exploration and Exploitation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4EFD6-421F-F3A5-65F6-641E4905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B349A-24A8-25DB-3807-B1004D593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6369"/>
            <a:ext cx="10515600" cy="3112125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endParaRPr lang="en-US" sz="3500" b="1" dirty="0"/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3500" b="1" dirty="0"/>
              <a:t>Introduction 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3500" b="1" dirty="0"/>
              <a:t>Problem Definition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3500" b="1" dirty="0"/>
              <a:t>Exploration vs Exploitation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3500" b="1" dirty="0"/>
              <a:t>Epsilon Greedy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3500" b="1" dirty="0"/>
              <a:t>Optimistic Initialization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3500" b="1" dirty="0"/>
              <a:t>Upper Confidence Bound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3500" b="1" dirty="0"/>
          </a:p>
        </p:txBody>
      </p:sp>
    </p:spTree>
    <p:extLst>
      <p:ext uri="{BB962C8B-B14F-4D97-AF65-F5344CB8AC3E}">
        <p14:creationId xmlns:p14="http://schemas.microsoft.com/office/powerpoint/2010/main" val="212905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ow of slot machines in a casino&#10;&#10;AI-generated content may be incorrect.">
            <a:extLst>
              <a:ext uri="{FF2B5EF4-FFF2-40B4-BE49-F238E27FC236}">
                <a16:creationId xmlns:a16="http://schemas.microsoft.com/office/drawing/2014/main" id="{C3E5B769-3F96-A162-C777-80BF5C6EA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999" y="1269000"/>
            <a:ext cx="6480000" cy="432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E42BC9-1CEE-2697-3ED4-27A6A2690035}"/>
              </a:ext>
            </a:extLst>
          </p:cNvPr>
          <p:cNvSpPr txBox="1"/>
          <p:nvPr/>
        </p:nvSpPr>
        <p:spPr>
          <a:xfrm>
            <a:off x="889282" y="5778542"/>
            <a:ext cx="104134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/>
              <a:t>Image going to a casino and you wanted to play a slot machine </a:t>
            </a:r>
          </a:p>
        </p:txBody>
      </p:sp>
    </p:spTree>
    <p:extLst>
      <p:ext uri="{BB962C8B-B14F-4D97-AF65-F5344CB8AC3E}">
        <p14:creationId xmlns:p14="http://schemas.microsoft.com/office/powerpoint/2010/main" val="624469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DDDF-0BDF-20A1-8B46-ACAAA25B9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ow of slot machines in a casino&#10;&#10;AI-generated content may be incorrect.">
            <a:extLst>
              <a:ext uri="{FF2B5EF4-FFF2-40B4-BE49-F238E27FC236}">
                <a16:creationId xmlns:a16="http://schemas.microsoft.com/office/drawing/2014/main" id="{960D4220-FB8A-F5C5-7088-46FAE9384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999" y="1269000"/>
            <a:ext cx="6480000" cy="432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262ED0-90D4-EF2A-9411-307DBD595D6D}"/>
              </a:ext>
            </a:extLst>
          </p:cNvPr>
          <p:cNvSpPr txBox="1"/>
          <p:nvPr/>
        </p:nvSpPr>
        <p:spPr>
          <a:xfrm>
            <a:off x="1872640" y="5778542"/>
            <a:ext cx="91320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/>
              <a:t>Each machine has a different chance of a large payout </a:t>
            </a:r>
          </a:p>
        </p:txBody>
      </p:sp>
    </p:spTree>
    <p:extLst>
      <p:ext uri="{BB962C8B-B14F-4D97-AF65-F5344CB8AC3E}">
        <p14:creationId xmlns:p14="http://schemas.microsoft.com/office/powerpoint/2010/main" val="615161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EF30F-AF37-1F2F-29FF-B5EF1E1EB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ow of slot machines in a casino&#10;&#10;AI-generated content may be incorrect.">
            <a:extLst>
              <a:ext uri="{FF2B5EF4-FFF2-40B4-BE49-F238E27FC236}">
                <a16:creationId xmlns:a16="http://schemas.microsoft.com/office/drawing/2014/main" id="{93C50A84-EDC9-74D2-5718-ECA1AB5F4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999" y="1269000"/>
            <a:ext cx="6480000" cy="432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F40742-ED72-1CA3-FDFF-E548EAE3AF00}"/>
              </a:ext>
            </a:extLst>
          </p:cNvPr>
          <p:cNvSpPr txBox="1"/>
          <p:nvPr/>
        </p:nvSpPr>
        <p:spPr>
          <a:xfrm>
            <a:off x="3714961" y="5778542"/>
            <a:ext cx="47620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/>
              <a:t>Which machine do we play?</a:t>
            </a:r>
          </a:p>
        </p:txBody>
      </p:sp>
    </p:spTree>
    <p:extLst>
      <p:ext uri="{BB962C8B-B14F-4D97-AF65-F5344CB8AC3E}">
        <p14:creationId xmlns:p14="http://schemas.microsoft.com/office/powerpoint/2010/main" val="1903877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14383-6B62-6067-78E6-265F31856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Exploration vs Exploitation Dilemma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1D226-9ADF-4A4A-87DA-CA9517730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Decision-making involves a fundamental choice</a:t>
            </a:r>
          </a:p>
          <a:p>
            <a:pPr marL="0" indent="0">
              <a:buNone/>
            </a:pPr>
            <a:endParaRPr lang="en-PH" dirty="0"/>
          </a:p>
          <a:p>
            <a:pPr marL="0" indent="0">
              <a:buNone/>
            </a:pPr>
            <a:r>
              <a:rPr lang="en-PH" b="1" dirty="0"/>
              <a:t>Exploitation</a:t>
            </a:r>
            <a:r>
              <a:rPr lang="en-PH" dirty="0"/>
              <a:t> involves making the best decision given the current information</a:t>
            </a:r>
          </a:p>
          <a:p>
            <a:pPr marL="0" indent="0">
              <a:buNone/>
            </a:pPr>
            <a:r>
              <a:rPr lang="en-PH" b="1" dirty="0"/>
              <a:t>Exploration</a:t>
            </a:r>
            <a:r>
              <a:rPr lang="en-PH" dirty="0"/>
              <a:t> involves gathering more information</a:t>
            </a:r>
          </a:p>
        </p:txBody>
      </p:sp>
      <p:pic>
        <p:nvPicPr>
          <p:cNvPr id="4" name="Picture 3" descr="A row of slot machines in a casino&#10;&#10;AI-generated content may be incorrect.">
            <a:extLst>
              <a:ext uri="{FF2B5EF4-FFF2-40B4-BE49-F238E27FC236}">
                <a16:creationId xmlns:a16="http://schemas.microsoft.com/office/drawing/2014/main" id="{68A866FF-82C2-6FBC-485C-D6BAF10D4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641" y="2286869"/>
            <a:ext cx="54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619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8A20A-115B-ED0B-FD6C-431744546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ow of slot machines in a casino&#10;&#10;AI-generated content may be incorrect.">
            <a:extLst>
              <a:ext uri="{FF2B5EF4-FFF2-40B4-BE49-F238E27FC236}">
                <a16:creationId xmlns:a16="http://schemas.microsoft.com/office/drawing/2014/main" id="{77F76D15-609E-4964-108D-49C3B6937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916" y="1269000"/>
            <a:ext cx="6480000" cy="432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C941AF-6D8F-B363-5BB7-66A3AE87AB08}"/>
              </a:ext>
            </a:extLst>
          </p:cNvPr>
          <p:cNvSpPr txBox="1"/>
          <p:nvPr/>
        </p:nvSpPr>
        <p:spPr>
          <a:xfrm>
            <a:off x="155330" y="1194572"/>
            <a:ext cx="455489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/>
              <a:t>When we </a:t>
            </a:r>
            <a:r>
              <a:rPr lang="en-PH" sz="3000" b="1" dirty="0"/>
              <a:t>explore</a:t>
            </a:r>
            <a:r>
              <a:rPr lang="en-PH" sz="3000" dirty="0"/>
              <a:t>, we try to find the machine that gives the highest payout each time we pull the lever.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E931A5-1DA2-12F0-C639-C16D720011A4}"/>
              </a:ext>
            </a:extLst>
          </p:cNvPr>
          <p:cNvSpPr txBox="1"/>
          <p:nvPr/>
        </p:nvSpPr>
        <p:spPr>
          <a:xfrm>
            <a:off x="155330" y="3809496"/>
            <a:ext cx="4554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/>
              <a:t>But we sacrifice a low or zero payout each time we try new machines.</a:t>
            </a:r>
          </a:p>
        </p:txBody>
      </p:sp>
    </p:spTree>
    <p:extLst>
      <p:ext uri="{BB962C8B-B14F-4D97-AF65-F5344CB8AC3E}">
        <p14:creationId xmlns:p14="http://schemas.microsoft.com/office/powerpoint/2010/main" val="267073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B6046-97F0-39D4-314D-409AD5A23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ow of slot machines in a casino&#10;&#10;AI-generated content may be incorrect.">
            <a:extLst>
              <a:ext uri="{FF2B5EF4-FFF2-40B4-BE49-F238E27FC236}">
                <a16:creationId xmlns:a16="http://schemas.microsoft.com/office/drawing/2014/main" id="{594A5DFD-E093-05AB-4B78-45C441080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916" y="1269000"/>
            <a:ext cx="6480000" cy="432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04BCEA-D94B-9F2C-E662-B84E1D7251F7}"/>
              </a:ext>
            </a:extLst>
          </p:cNvPr>
          <p:cNvSpPr txBox="1"/>
          <p:nvPr/>
        </p:nvSpPr>
        <p:spPr>
          <a:xfrm>
            <a:off x="155330" y="1194572"/>
            <a:ext cx="45548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/>
              <a:t>When we </a:t>
            </a:r>
            <a:r>
              <a:rPr lang="en-PH" sz="3000" b="1" dirty="0"/>
              <a:t>exploit</a:t>
            </a:r>
            <a:r>
              <a:rPr lang="en-PH" sz="3000" dirty="0"/>
              <a:t>, we think that we have the machine that gives the highest payout for each pull and we never try other machines.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C75595-F110-9B84-D26A-520BEACC0327}"/>
              </a:ext>
            </a:extLst>
          </p:cNvPr>
          <p:cNvSpPr txBox="1"/>
          <p:nvPr/>
        </p:nvSpPr>
        <p:spPr>
          <a:xfrm>
            <a:off x="155330" y="4609700"/>
            <a:ext cx="4554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/>
              <a:t>We will never know if there are other machines that gives a higher payout</a:t>
            </a:r>
          </a:p>
        </p:txBody>
      </p:sp>
    </p:spTree>
    <p:extLst>
      <p:ext uri="{BB962C8B-B14F-4D97-AF65-F5344CB8AC3E}">
        <p14:creationId xmlns:p14="http://schemas.microsoft.com/office/powerpoint/2010/main" val="403502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B7E08-EFAB-BA99-366E-2028A496E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2F178-A1BD-C342-AA55-88AAB1C9D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Exploration vs Exploitation Dilemma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2E203-E26E-1740-EDA3-4C248F4E2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The best long term strategy may involve short-term sacrifices</a:t>
            </a:r>
          </a:p>
          <a:p>
            <a:pPr marL="0" indent="0">
              <a:buNone/>
            </a:pPr>
            <a:endParaRPr lang="en-PH" dirty="0"/>
          </a:p>
          <a:p>
            <a:pPr marL="0" indent="0">
              <a:buNone/>
            </a:pPr>
            <a:r>
              <a:rPr lang="en-PH" dirty="0"/>
              <a:t>To make the best overall decision, we should gather enough information</a:t>
            </a:r>
          </a:p>
        </p:txBody>
      </p:sp>
      <p:pic>
        <p:nvPicPr>
          <p:cNvPr id="4" name="Picture 3" descr="A row of slot machines in a casino&#10;&#10;AI-generated content may be incorrect.">
            <a:extLst>
              <a:ext uri="{FF2B5EF4-FFF2-40B4-BE49-F238E27FC236}">
                <a16:creationId xmlns:a16="http://schemas.microsoft.com/office/drawing/2014/main" id="{ED82CFFF-F2CA-7D7D-4718-7F531359F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641" y="2286869"/>
            <a:ext cx="54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1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61C7A-6853-E3D8-587C-38205D2B3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5A28E-116B-3D0C-B9BE-0321573C7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Exploration vs Exploitation Dilemma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01F2C-83E8-C0E1-6DEE-EF5C3AF9A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If we explore too much</a:t>
            </a:r>
            <a:r>
              <a:rPr lang="en-US" dirty="0"/>
              <a:t>, we lose short-term reward</a:t>
            </a:r>
          </a:p>
          <a:p>
            <a:pPr marL="0" indent="0">
              <a:buNone/>
            </a:pPr>
            <a:r>
              <a:rPr lang="en-US" b="1" dirty="0"/>
              <a:t>If we exploit too much</a:t>
            </a:r>
            <a:r>
              <a:rPr lang="en-US" dirty="0"/>
              <a:t>, we miss better long-term opportunities</a:t>
            </a:r>
          </a:p>
        </p:txBody>
      </p:sp>
      <p:pic>
        <p:nvPicPr>
          <p:cNvPr id="4" name="Picture 3" descr="A row of slot machines in a casino&#10;&#10;AI-generated content may be incorrect.">
            <a:extLst>
              <a:ext uri="{FF2B5EF4-FFF2-40B4-BE49-F238E27FC236}">
                <a16:creationId xmlns:a16="http://schemas.microsoft.com/office/drawing/2014/main" id="{23041D11-6694-E86C-3927-1FB828263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641" y="2286869"/>
            <a:ext cx="54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19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9D8E8-2D64-9B40-D1E6-64CB15763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Multi-Armed Bandit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C2C98-23CF-D004-4E8B-A3403F227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86869"/>
            <a:ext cx="615696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Casino slot machines have a playful nickname, </a:t>
            </a:r>
            <a:r>
              <a:rPr lang="en-US" b="1" dirty="0"/>
              <a:t>"one-armed bandit“.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Because of the single lever it has and our tendency to lose money when we play them.</a:t>
            </a:r>
            <a:endParaRPr lang="en-PH" dirty="0"/>
          </a:p>
        </p:txBody>
      </p:sp>
      <p:pic>
        <p:nvPicPr>
          <p:cNvPr id="4" name="Picture 3" descr="A cartoon of a computer server&#10;&#10;AI-generated content may be incorrect.">
            <a:extLst>
              <a:ext uri="{FF2B5EF4-FFF2-40B4-BE49-F238E27FC236}">
                <a16:creationId xmlns:a16="http://schemas.microsoft.com/office/drawing/2014/main" id="{B5F32A8B-B248-50D9-29F8-47EFBC036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094" y="2286869"/>
            <a:ext cx="434332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138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89F4-8867-2967-BD74-55A8E7EB4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337D8-C6C4-24FD-E351-2699A9FA6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Multi-Armed Bandit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8497E-571B-387D-1351-8C42F6577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86869"/>
            <a:ext cx="615696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Ordinary slot machines have only one lever.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if you had multiple levers to pull, each with different payout.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 </a:t>
            </a:r>
            <a:r>
              <a:rPr lang="en-US" b="1" dirty="0"/>
              <a:t>multi-armed bandit</a:t>
            </a:r>
            <a:r>
              <a:rPr lang="en-US" dirty="0"/>
              <a:t>. </a:t>
            </a:r>
            <a:endParaRPr lang="en-PH" dirty="0"/>
          </a:p>
        </p:txBody>
      </p:sp>
      <p:pic>
        <p:nvPicPr>
          <p:cNvPr id="4" name="Picture 3" descr="A cartoon of a computer server&#10;&#10;AI-generated content may be incorrect.">
            <a:extLst>
              <a:ext uri="{FF2B5EF4-FFF2-40B4-BE49-F238E27FC236}">
                <a16:creationId xmlns:a16="http://schemas.microsoft.com/office/drawing/2014/main" id="{E86F63D5-45E8-5852-59F5-D4C11A371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094" y="2286869"/>
            <a:ext cx="434332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39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15B6D-CCFC-2CD3-BFBF-A6B7CE6B4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E1EE2-1878-2484-47A6-73B21F36F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78" y="5295884"/>
            <a:ext cx="9082243" cy="12325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We have a bunch of slot machines… and we want to win the most money… but we don’t know which machine is best.”</a:t>
            </a:r>
            <a:endParaRPr lang="en-PH" dirty="0"/>
          </a:p>
        </p:txBody>
      </p:sp>
      <p:pic>
        <p:nvPicPr>
          <p:cNvPr id="4" name="Picture 3" descr="A cartoon of a computer server&#10;&#10;AI-generated content may be incorrect.">
            <a:extLst>
              <a:ext uri="{FF2B5EF4-FFF2-40B4-BE49-F238E27FC236}">
                <a16:creationId xmlns:a16="http://schemas.microsoft.com/office/drawing/2014/main" id="{ADC6300E-03F0-D4FC-053C-D6728BE2B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39" y="1329939"/>
            <a:ext cx="434332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814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3E0B7-7F99-0039-8037-5F11AF5E6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Regret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E1DC0-8259-D18F-B27E-349766B27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28380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000" b="1" dirty="0"/>
              <a:t>Regret</a:t>
            </a:r>
            <a:r>
              <a:rPr lang="en-US" sz="3000" dirty="0"/>
              <a:t> is the difference between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/>
              <a:t>What you </a:t>
            </a:r>
            <a:r>
              <a:rPr lang="en-US" sz="3000" i="1" dirty="0"/>
              <a:t>could have earned</a:t>
            </a:r>
            <a:r>
              <a:rPr lang="en-US" sz="3000" dirty="0"/>
              <a:t> if you always played the best arm from the start</a:t>
            </a:r>
          </a:p>
          <a:p>
            <a:pPr marL="0" indent="0">
              <a:buNone/>
            </a:pPr>
            <a:r>
              <a:rPr lang="en-US" sz="3000" dirty="0"/>
              <a:t>What you </a:t>
            </a:r>
            <a:r>
              <a:rPr lang="en-US" sz="3000" i="1" dirty="0"/>
              <a:t>actually earned</a:t>
            </a:r>
            <a:r>
              <a:rPr lang="en-US" sz="3000" dirty="0"/>
              <a:t>.</a:t>
            </a:r>
          </a:p>
          <a:p>
            <a:pPr marL="0" indent="0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233036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F240A-A431-9026-31FE-9CC589E7C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2D162-DDBB-3AB3-C094-15ACC77B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Regret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2D0FC2-A51F-0C47-569F-EAB104E951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09653" y="2286869"/>
                <a:ext cx="6572693" cy="1806666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7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7000" i="1">
                              <a:latin typeface="Cambria Math" panose="02040503050406030204" pitchFamily="18" charset="0"/>
                            </a:rPr>
                            <m:t>𝑅𝑒𝑔𝑟𝑒𝑡</m:t>
                          </m:r>
                        </m:e>
                        <m:sub>
                          <m:r>
                            <a:rPr lang="en-PH" sz="7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PH" sz="70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l-GR" sz="7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l-GR" sz="7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l-GR" sz="7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PH" sz="7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PH" sz="7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PH" sz="7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l-GR" sz="700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7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lang="en-PH" sz="7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PH" sz="7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PH" sz="700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PH" sz="700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PH" sz="70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70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PH" sz="70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PH" sz="70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sz="7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2D0FC2-A51F-0C47-569F-EAB104E951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09653" y="2286869"/>
                <a:ext cx="6572693" cy="1806666"/>
              </a:xfrm>
              <a:blipFill>
                <a:blip r:embed="rId2"/>
                <a:stretch>
                  <a:fillRect t="-134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50BD7A-DF2F-737E-8FE9-67AA94A38E1A}"/>
                  </a:ext>
                </a:extLst>
              </p:cNvPr>
              <p:cNvSpPr txBox="1"/>
              <p:nvPr/>
            </p:nvSpPr>
            <p:spPr>
              <a:xfrm>
                <a:off x="838200" y="4402795"/>
                <a:ext cx="9782839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PH" sz="3000" b="1" dirty="0"/>
                  <a:t>Where</a:t>
                </a:r>
                <a:r>
                  <a:rPr lang="en-PH" sz="3000" dirty="0"/>
                  <a:t>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l-GR" sz="30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PH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PH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PH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3000" dirty="0"/>
                  <a:t>is the mean reward of the best arm.</a:t>
                </a:r>
              </a:p>
              <a:p>
                <a14:m>
                  <m:oMath xmlns:m="http://schemas.openxmlformats.org/officeDocument/2006/math">
                    <m:r>
                      <a:rPr lang="en-PH" sz="300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PH" sz="300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PH" sz="3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3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PH" sz="3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PH" sz="3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PH" sz="3000" dirty="0"/>
                  <a:t>is the mean reward of the arm you chose at time</a:t>
                </a:r>
                <a14:m>
                  <m:oMath xmlns:m="http://schemas.openxmlformats.org/officeDocument/2006/math">
                    <m:r>
                      <a:rPr lang="en-PH" sz="30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PH" sz="3000" b="0" i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PH" sz="30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l-GR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r>
                      <a:rPr lang="el-GR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3000" dirty="0"/>
                  <a:t> is expectation (average over randomness).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50BD7A-DF2F-737E-8FE9-67AA94A38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02795"/>
                <a:ext cx="9782839" cy="1938992"/>
              </a:xfrm>
              <a:prstGeom prst="rect">
                <a:avLst/>
              </a:prstGeom>
              <a:blipFill>
                <a:blip r:embed="rId3"/>
                <a:stretch>
                  <a:fillRect l="-1496" t="-3774" b="-911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5949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EDBB6-CCBC-9D3A-5089-E68392269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FE486-B7AA-6E06-AD35-357825051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6498" y="5528061"/>
            <a:ext cx="7419001" cy="520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want </a:t>
            </a:r>
            <a:r>
              <a:rPr lang="en-US" b="1" dirty="0"/>
              <a:t>regret to grow as slowly as possible</a:t>
            </a:r>
            <a:r>
              <a:rPr lang="en-US" dirty="0"/>
              <a:t>.</a:t>
            </a:r>
            <a:endParaRPr lang="en-PH" dirty="0"/>
          </a:p>
        </p:txBody>
      </p:sp>
      <p:pic>
        <p:nvPicPr>
          <p:cNvPr id="4" name="Picture 3" descr="A cartoon of a computer server&#10;&#10;AI-generated content may be incorrect.">
            <a:extLst>
              <a:ext uri="{FF2B5EF4-FFF2-40B4-BE49-F238E27FC236}">
                <a16:creationId xmlns:a16="http://schemas.microsoft.com/office/drawing/2014/main" id="{EB750E0E-51EE-DAB5-F4F6-85B82DAC9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39" y="1329939"/>
            <a:ext cx="434332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248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0211919-52FE-D346-82CF-599D49456F1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PH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PH" dirty="0"/>
                  <a:t>-greedy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0211919-52FE-D346-82CF-599D49456F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32B76-6713-EC7A-0807-F5AD74D39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/>
              <a:t>Most of the time, play the best arm so far.</a:t>
            </a:r>
          </a:p>
          <a:p>
            <a:r>
              <a:rPr lang="en-PH" dirty="0"/>
              <a:t>Sometimes explore a random arm.</a:t>
            </a:r>
          </a:p>
          <a:p>
            <a:endParaRPr lang="en-PH" dirty="0"/>
          </a:p>
          <a:p>
            <a:r>
              <a:rPr lang="en-US" dirty="0"/>
              <a:t>Epsilon (ε) is </a:t>
            </a:r>
            <a:r>
              <a:rPr lang="en-US" b="1" dirty="0"/>
              <a:t>a small number between 0 and 1</a:t>
            </a:r>
            <a:r>
              <a:rPr lang="en-US" dirty="0"/>
              <a:t> — like </a:t>
            </a:r>
            <a:r>
              <a:rPr lang="en-US" b="1" dirty="0"/>
              <a:t>0.1</a:t>
            </a:r>
            <a:r>
              <a:rPr lang="en-US" dirty="0"/>
              <a:t> (10%) or </a:t>
            </a:r>
            <a:r>
              <a:rPr lang="en-US" b="1" dirty="0"/>
              <a:t>0.01</a:t>
            </a:r>
            <a:r>
              <a:rPr lang="en-US" dirty="0"/>
              <a:t> (1%).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It controls </a:t>
            </a:r>
            <a:r>
              <a:rPr lang="en-US" b="1" dirty="0"/>
              <a:t>how often we explore</a:t>
            </a:r>
            <a:r>
              <a:rPr lang="en-US" dirty="0"/>
              <a:t>.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812999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4E712E8-E857-5B62-E26C-4041DBB5B22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P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PH" dirty="0"/>
                  <a:t>-greedy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4E712E8-E857-5B62-E26C-4041DBB5B2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568E1C02-8259-8AC6-19D0-8D56E32A7F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41288"/>
            <a:ext cx="105156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500" dirty="0"/>
              <a:t>Constant </a:t>
            </a:r>
            <a:r>
              <a:rPr lang="en-US" altLang="en-US" sz="3500" b="1" dirty="0"/>
              <a:t>ε</a:t>
            </a:r>
            <a:r>
              <a:rPr lang="en-US" altLang="en-US" sz="3500" dirty="0"/>
              <a:t> means you always explore a little, even when you’re pretty sure which arm is best.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35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500" dirty="0"/>
              <a:t>That’s why there are smarter versions (UCB).</a:t>
            </a:r>
          </a:p>
        </p:txBody>
      </p:sp>
    </p:spTree>
    <p:extLst>
      <p:ext uri="{BB962C8B-B14F-4D97-AF65-F5344CB8AC3E}">
        <p14:creationId xmlns:p14="http://schemas.microsoft.com/office/powerpoint/2010/main" val="66863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C37DC-81DB-4C36-1069-1399EE35F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48348315-D3C3-27F5-E30A-79D1C782F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855851"/>
            <a:ext cx="2066925" cy="2209800"/>
          </a:xfrm>
          <a:prstGeom prst="rect">
            <a:avLst/>
          </a:prstGeom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CBEBF48D-B6DC-661E-8D1F-4D8DAA4B9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133F4D15-7E98-02A3-F39D-9957D9E5A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6938B5-9865-CD3D-9E86-94D87D6AC7AA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696257-3BFC-8E33-36BD-AD80F94D4942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78AED9-5C2C-CEDC-A2DE-E1B0D2D0AA99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p:pic>
        <p:nvPicPr>
          <p:cNvPr id="10" name="Picture 9" descr="A purple octopus with white spots&#10;&#10;AI-generated content may be incorrect.">
            <a:extLst>
              <a:ext uri="{FF2B5EF4-FFF2-40B4-BE49-F238E27FC236}">
                <a16:creationId xmlns:a16="http://schemas.microsoft.com/office/drawing/2014/main" id="{D62BBF72-88A3-9614-83CB-727860416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624" y="4992624"/>
            <a:ext cx="1865376" cy="186537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DAF8B66-B7AF-4673-A786-C1EDF604D737}"/>
              </a:ext>
            </a:extLst>
          </p:cNvPr>
          <p:cNvSpPr txBox="1">
            <a:spLocks/>
          </p:cNvSpPr>
          <p:nvPr/>
        </p:nvSpPr>
        <p:spPr>
          <a:xfrm>
            <a:off x="3253564" y="4897037"/>
            <a:ext cx="6049924" cy="41388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000" dirty="0"/>
              <a:t>At each step, we pick a random arm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3449394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CD7CCE49-43F0-A7C0-BEA1-0D3D20F83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855851"/>
            <a:ext cx="2066925" cy="2209800"/>
          </a:xfrm>
          <a:prstGeom prst="rect">
            <a:avLst/>
          </a:prstGeom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19C41892-AAA4-F54D-4A96-D8F1CEBAF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C24F68C8-B4CE-9488-D188-698E4F20B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8A2D41-753C-0F52-669B-28D7A1BCCA0A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DB91D1-9E73-7470-5A62-6F173C9CB46B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E45004-9749-B8D7-85C5-E6E966F9DCD4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p:pic>
        <p:nvPicPr>
          <p:cNvPr id="10" name="Picture 9" descr="A purple octopus with white spots&#10;&#10;AI-generated content may be incorrect.">
            <a:extLst>
              <a:ext uri="{FF2B5EF4-FFF2-40B4-BE49-F238E27FC236}">
                <a16:creationId xmlns:a16="http://schemas.microsoft.com/office/drawing/2014/main" id="{9C9EA717-42CA-7804-FCB5-AEB1B587D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624" y="4992624"/>
            <a:ext cx="1865376" cy="186537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12BBA6E-1A21-550A-BBA8-3760FEAFD304}"/>
              </a:ext>
            </a:extLst>
          </p:cNvPr>
          <p:cNvSpPr txBox="1">
            <a:spLocks/>
          </p:cNvSpPr>
          <p:nvPr/>
        </p:nvSpPr>
        <p:spPr>
          <a:xfrm>
            <a:off x="3146487" y="5346716"/>
            <a:ext cx="6558244" cy="96580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PH" sz="3200" dirty="0"/>
              <a:t>These are the </a:t>
            </a:r>
            <a:r>
              <a:rPr lang="en-PH" sz="3200" b="1" dirty="0"/>
              <a:t>probabilities</a:t>
            </a:r>
            <a:r>
              <a:rPr lang="en-PH" sz="3200" dirty="0"/>
              <a:t> of giving a reward. But we do not know these</a:t>
            </a:r>
            <a:endParaRPr lang="en-PH" sz="3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3F6CDB-7D83-D07A-996E-257454AD9CC0}"/>
              </a:ext>
            </a:extLst>
          </p:cNvPr>
          <p:cNvSpPr txBox="1"/>
          <p:nvPr/>
        </p:nvSpPr>
        <p:spPr>
          <a:xfrm>
            <a:off x="2100949" y="4284738"/>
            <a:ext cx="1284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000" b="1" dirty="0">
                <a:solidFill>
                  <a:srgbClr val="92D050"/>
                </a:solidFill>
              </a:rPr>
              <a:t>60%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2E2968-F8E0-FAC1-C13E-960CFC020A19}"/>
              </a:ext>
            </a:extLst>
          </p:cNvPr>
          <p:cNvSpPr txBox="1"/>
          <p:nvPr/>
        </p:nvSpPr>
        <p:spPr>
          <a:xfrm>
            <a:off x="5907187" y="4284738"/>
            <a:ext cx="1284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000" b="1" dirty="0">
                <a:solidFill>
                  <a:srgbClr val="FF6600"/>
                </a:solidFill>
              </a:rPr>
              <a:t>40%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400748-01DD-0753-2997-795614C32C92}"/>
              </a:ext>
            </a:extLst>
          </p:cNvPr>
          <p:cNvSpPr txBox="1"/>
          <p:nvPr/>
        </p:nvSpPr>
        <p:spPr>
          <a:xfrm>
            <a:off x="9303488" y="4284738"/>
            <a:ext cx="1284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000" b="1" dirty="0">
                <a:solidFill>
                  <a:srgbClr val="FFCC66"/>
                </a:solidFill>
              </a:rPr>
              <a:t>50%</a:t>
            </a:r>
          </a:p>
        </p:txBody>
      </p:sp>
    </p:spTree>
    <p:extLst>
      <p:ext uri="{BB962C8B-B14F-4D97-AF65-F5344CB8AC3E}">
        <p14:creationId xmlns:p14="http://schemas.microsoft.com/office/powerpoint/2010/main" val="1263040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F5BE-FD60-40E2-A0B2-47AF959B9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06DD8182-B303-1BDD-598F-AF71E0A9E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855851"/>
            <a:ext cx="2066925" cy="2209800"/>
          </a:xfrm>
          <a:prstGeom prst="rect">
            <a:avLst/>
          </a:prstGeom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33EA47D6-7880-BAC9-D8B0-164356C3E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8D80D561-2E49-0162-EACF-3CD68F437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25400C-6146-65B1-F686-B7EBB93A08DE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F37318-3BB7-584C-EDBA-F3F308ED4756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F1A79E-F5DA-0BC3-A098-C2B413813E90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p:pic>
        <p:nvPicPr>
          <p:cNvPr id="10" name="Picture 9" descr="A purple octopus with white spots&#10;&#10;AI-generated content may be incorrect.">
            <a:extLst>
              <a:ext uri="{FF2B5EF4-FFF2-40B4-BE49-F238E27FC236}">
                <a16:creationId xmlns:a16="http://schemas.microsoft.com/office/drawing/2014/main" id="{C932E0D8-88A8-84D2-925C-34A2BF30F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624" y="4992624"/>
            <a:ext cx="1865376" cy="18653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2D0E043-487C-5BD0-77AE-51195D7FAB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14994" y="4885079"/>
                <a:ext cx="8864759" cy="96580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PH" sz="3200" dirty="0"/>
                  <a:t>In </a:t>
                </a:r>
                <a14:m>
                  <m:oMath xmlns:m="http://schemas.openxmlformats.org/officeDocument/2006/math">
                    <m:r>
                      <a:rPr lang="en-PH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PH" sz="3200" dirty="0"/>
                  <a:t>-greedy, when to explore depends on the value of </a:t>
                </a:r>
                <a14:m>
                  <m:oMath xmlns:m="http://schemas.openxmlformats.org/officeDocument/2006/math">
                    <m:r>
                      <a:rPr lang="en-PH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2D0E043-487C-5BD0-77AE-51195D7FA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994" y="4885079"/>
                <a:ext cx="8864759" cy="965805"/>
              </a:xfrm>
              <a:prstGeom prst="rect">
                <a:avLst/>
              </a:prstGeom>
              <a:blipFill>
                <a:blip r:embed="rId4"/>
                <a:stretch>
                  <a:fillRect l="-1788" t="-12579" b="-2138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7489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E585F-A3A0-640B-688B-5AFFD3910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6CD5BD95-3466-FCB9-0FAC-C716286E9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855851"/>
            <a:ext cx="2066925" cy="2209800"/>
          </a:xfrm>
          <a:prstGeom prst="rect">
            <a:avLst/>
          </a:prstGeom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EDAB26B9-A614-ED5B-49AA-2F5346266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FC920288-29D9-1DFF-D09C-FB0E6B881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F8906A-0FBA-10C6-F7F2-0450B1EE12F9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384159-8914-B584-FCCC-AB0E9CA16F68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D3E926-0F65-DA8E-E2AA-34F4572D2979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p:pic>
        <p:nvPicPr>
          <p:cNvPr id="10" name="Picture 9" descr="A purple octopus with white spots&#10;&#10;AI-generated content may be incorrect.">
            <a:extLst>
              <a:ext uri="{FF2B5EF4-FFF2-40B4-BE49-F238E27FC236}">
                <a16:creationId xmlns:a16="http://schemas.microsoft.com/office/drawing/2014/main" id="{9DAE073F-3FDF-79DA-8610-0A4A9F713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624" y="4992624"/>
            <a:ext cx="1865376" cy="18653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98EB8B6A-816F-0F34-A9BD-1829278107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14994" y="4885079"/>
                <a:ext cx="8864759" cy="96580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PH" sz="3200" dirty="0"/>
                  <a:t>For example, the agent has a chance to explore </a:t>
                </a:r>
                <a:r>
                  <a:rPr lang="en-PH" sz="3200" b="1" dirty="0"/>
                  <a:t>10% </a:t>
                </a:r>
                <a:r>
                  <a:rPr lang="en-PH" sz="3200" dirty="0"/>
                  <a:t>of the time at each step if </a:t>
                </a:r>
                <a14:m>
                  <m:oMath xmlns:m="http://schemas.openxmlformats.org/officeDocument/2006/math">
                    <m:r>
                      <a:rPr lang="en-PH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PH" sz="3000" dirty="0"/>
                  <a:t> is set to </a:t>
                </a:r>
                <a:r>
                  <a:rPr lang="en-PH" sz="3000" b="1" dirty="0"/>
                  <a:t>.1</a:t>
                </a: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98EB8B6A-816F-0F34-A9BD-182927810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994" y="4885079"/>
                <a:ext cx="8864759" cy="965805"/>
              </a:xfrm>
              <a:prstGeom prst="rect">
                <a:avLst/>
              </a:prstGeom>
              <a:blipFill>
                <a:blip r:embed="rId4"/>
                <a:stretch>
                  <a:fillRect l="-1788" t="-12579" b="-2138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5306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8679A-949C-3A64-287D-9DDAE3887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BCA0FB89-CD66-1845-CFE4-D36E62DC8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855851"/>
            <a:ext cx="2066925" cy="2209800"/>
          </a:xfrm>
          <a:prstGeom prst="rect">
            <a:avLst/>
          </a:prstGeom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995B2EE4-E14D-C386-AB07-648F3F28A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E8DC956C-F6A0-9422-2275-EF9D5AFE8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58E9AB-FBBC-5E22-BAC4-43E4B1879088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A5515A-7F75-4C6C-9ABD-C6AF98F2FD11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197340-5A24-2E72-A4FB-5F94E457A599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p:pic>
        <p:nvPicPr>
          <p:cNvPr id="10" name="Picture 9" descr="A purple octopus with white spots&#10;&#10;AI-generated content may be incorrect.">
            <a:extLst>
              <a:ext uri="{FF2B5EF4-FFF2-40B4-BE49-F238E27FC236}">
                <a16:creationId xmlns:a16="http://schemas.microsoft.com/office/drawing/2014/main" id="{020131F7-F22D-8D06-16B2-0560AA424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624" y="4992624"/>
            <a:ext cx="1865376" cy="18653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8709BA32-77FC-EA7E-F852-A8BDFE30E8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14994" y="4885079"/>
                <a:ext cx="8864759" cy="166457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PH" sz="3200" dirty="0"/>
                  <a:t>For the remaining </a:t>
                </a:r>
                <a:r>
                  <a:rPr lang="en-PH" sz="3200" b="1" dirty="0"/>
                  <a:t>90%</a:t>
                </a:r>
                <a:r>
                  <a:rPr lang="en-PH" sz="3200" dirty="0"/>
                  <a:t>,</a:t>
                </a:r>
                <a:r>
                  <a:rPr lang="en-PH" sz="3200" b="1" dirty="0"/>
                  <a:t> </a:t>
                </a:r>
                <a:r>
                  <a:rPr lang="en-PH" sz="3200" dirty="0"/>
                  <a:t>the agent will exploit.</a:t>
                </a:r>
                <a:endParaRPr lang="en-PH" sz="3200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PH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PH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3200" dirty="0"/>
                  <a:t>= 0.1 (10% explore, 90% exploit)</a:t>
                </a:r>
                <a:endParaRPr lang="en-PH" sz="3000" b="1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8709BA32-77FC-EA7E-F852-A8BDFE30E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994" y="4885079"/>
                <a:ext cx="8864759" cy="1664577"/>
              </a:xfrm>
              <a:prstGeom prst="rect">
                <a:avLst/>
              </a:prstGeom>
              <a:blipFill>
                <a:blip r:embed="rId4"/>
                <a:stretch>
                  <a:fillRect l="-1788" t="-732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539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EE1D4-28D1-935E-DD5D-807D3D57C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8F570B8F-7055-3DD1-D447-791B8FAE0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855851"/>
            <a:ext cx="2066925" cy="2209800"/>
          </a:xfrm>
          <a:prstGeom prst="rect">
            <a:avLst/>
          </a:prstGeom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D971DEB9-B489-EC0E-AEDE-A69EF72FA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21D1F5CE-2955-B3B1-1423-4CC75DE00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5EA28B-A7D8-2EB9-EB9D-82AA1B56C3CD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050E2A-E4A9-FCAE-EF70-215F13BD72AF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3F8949-8EB3-6800-657F-FBDCE5D293E0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FC2833F-C1A3-24EA-C209-114A922DA689}"/>
              </a:ext>
            </a:extLst>
          </p:cNvPr>
          <p:cNvSpPr txBox="1">
            <a:spLocks/>
          </p:cNvSpPr>
          <p:nvPr/>
        </p:nvSpPr>
        <p:spPr>
          <a:xfrm>
            <a:off x="230080" y="4426137"/>
            <a:ext cx="2656135" cy="128389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000" dirty="0"/>
              <a:t>At each step, we pick a random arm</a:t>
            </a:r>
            <a:endParaRPr lang="en-PH" sz="3000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DCA1CA7-C340-57D5-8A58-30D4549A46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187613"/>
              </p:ext>
            </p:extLst>
          </p:nvPr>
        </p:nvGraphicFramePr>
        <p:xfrm>
          <a:off x="4654775" y="4426137"/>
          <a:ext cx="6232300" cy="19300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8075">
                  <a:extLst>
                    <a:ext uri="{9D8B030D-6E8A-4147-A177-3AD203B41FA5}">
                      <a16:colId xmlns:a16="http://schemas.microsoft.com/office/drawing/2014/main" val="21284646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16586842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502526705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147983057"/>
                    </a:ext>
                  </a:extLst>
                </a:gridCol>
              </a:tblGrid>
              <a:tr h="323545">
                <a:tc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513391"/>
                  </a:ext>
                </a:extLst>
              </a:tr>
              <a:tr h="323545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919143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Times Pulled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02146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Average 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494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7889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6EDCA-D1E8-3064-9D78-1FA377F43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5324345A-4D2C-D8E2-744A-AEFDD8606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855851"/>
            <a:ext cx="2066925" cy="2209800"/>
          </a:xfrm>
          <a:prstGeom prst="rect">
            <a:avLst/>
          </a:prstGeom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3EFE5305-CE90-BFAF-D9B3-F58433F08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B68793A3-29BD-2816-DDC0-52F3572D0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BDCB74-288E-4280-199E-DF01F564C43A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530BE7-07FE-AD39-21B2-D8D7733EF392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1B954C-58C3-BF81-F8E7-7BED411BABB3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9F5B281-E061-C5EA-5F86-28E96CA0C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009594"/>
              </p:ext>
            </p:extLst>
          </p:nvPr>
        </p:nvGraphicFramePr>
        <p:xfrm>
          <a:off x="4654775" y="4426137"/>
          <a:ext cx="6232300" cy="19300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8075">
                  <a:extLst>
                    <a:ext uri="{9D8B030D-6E8A-4147-A177-3AD203B41FA5}">
                      <a16:colId xmlns:a16="http://schemas.microsoft.com/office/drawing/2014/main" val="21284646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16586842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502526705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147983057"/>
                    </a:ext>
                  </a:extLst>
                </a:gridCol>
              </a:tblGrid>
              <a:tr h="323545">
                <a:tc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513391"/>
                  </a:ext>
                </a:extLst>
              </a:tr>
              <a:tr h="323545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919143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Times Pulled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02146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Average 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494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4470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4CD3F-D84E-B848-0C4E-FE0720A06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B48E31A6-942D-B5D3-CBEF-2EE4436EA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3CA69622-D99A-4E88-0679-E21ACBC77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60461A3A-C370-8C15-84B1-22206AF5C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FCD928-0EDF-339D-E459-02F097162F3D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5A896F-2D74-1A93-A323-B9DA1795AEB8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3069E-6CDD-3884-22AD-9DF49832DE72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16E4E20-2EBC-2BFC-CB18-F3A4B1B4F5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16E4E20-2EBC-2BFC-CB18-F3A4B1B4F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1911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79071B7-EDAD-0D95-CF46-97788AD0F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397031"/>
              </p:ext>
            </p:extLst>
          </p:nvPr>
        </p:nvGraphicFramePr>
        <p:xfrm>
          <a:off x="4654775" y="4426137"/>
          <a:ext cx="6232300" cy="19300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8075">
                  <a:extLst>
                    <a:ext uri="{9D8B030D-6E8A-4147-A177-3AD203B41FA5}">
                      <a16:colId xmlns:a16="http://schemas.microsoft.com/office/drawing/2014/main" val="21284646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16586842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502526705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147983057"/>
                    </a:ext>
                  </a:extLst>
                </a:gridCol>
              </a:tblGrid>
              <a:tr h="323545">
                <a:tc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513391"/>
                  </a:ext>
                </a:extLst>
              </a:tr>
              <a:tr h="323545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919143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Times Pulled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02146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Average 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494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512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CD038-C2CE-33D6-56C9-6CAFDA488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CD2D92E0-6A9F-EA01-5068-F0E48735E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BB397EAC-3BA3-9964-9186-819D30DA6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solidFill>
              <a:srgbClr val="00B050"/>
            </a:solidFill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6E4C64E4-BAF8-1FF0-E419-702EC66A1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A40AF2-4567-003F-6C15-344965D00E75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5D5E3B-09D5-3D4D-68C4-6AC3353B107B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030F3-C449-52BC-E9A1-69881291EB6A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5DCDB56-C2DD-3364-72F0-FB1639456B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417243"/>
              </p:ext>
            </p:extLst>
          </p:nvPr>
        </p:nvGraphicFramePr>
        <p:xfrm>
          <a:off x="4654775" y="4426137"/>
          <a:ext cx="6232300" cy="19300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8075">
                  <a:extLst>
                    <a:ext uri="{9D8B030D-6E8A-4147-A177-3AD203B41FA5}">
                      <a16:colId xmlns:a16="http://schemas.microsoft.com/office/drawing/2014/main" val="21284646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16586842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502526705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147983057"/>
                    </a:ext>
                  </a:extLst>
                </a:gridCol>
              </a:tblGrid>
              <a:tr h="323545">
                <a:tc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513391"/>
                  </a:ext>
                </a:extLst>
              </a:tr>
              <a:tr h="323545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919143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Times Pulled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02146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Average 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4944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30833069-D8F6-2947-5C4E-6F002BD8BF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30833069-D8F6-2947-5C4E-6F002BD8B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1911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311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9725D-A2A8-0C81-4CE4-69C729CD8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7D5B6EBF-5D79-71F0-0B5A-FA6838AA9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4F11E0DF-A2BC-5939-0471-15417C30A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4428C0FB-9F7E-6607-442B-9650D1923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solidFill>
              <a:srgbClr val="00B05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C30326-56E1-A27D-57DA-00E494DCDFF3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461F4-AEA9-121F-9495-263051239884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4B0C26-A29B-5800-77E8-00C0EB0EE884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B9B45AF-CD6A-9E7E-A99A-B6144CF13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630633"/>
              </p:ext>
            </p:extLst>
          </p:nvPr>
        </p:nvGraphicFramePr>
        <p:xfrm>
          <a:off x="4654775" y="4426137"/>
          <a:ext cx="6232300" cy="19300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8075">
                  <a:extLst>
                    <a:ext uri="{9D8B030D-6E8A-4147-A177-3AD203B41FA5}">
                      <a16:colId xmlns:a16="http://schemas.microsoft.com/office/drawing/2014/main" val="21284646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16586842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502526705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147983057"/>
                    </a:ext>
                  </a:extLst>
                </a:gridCol>
              </a:tblGrid>
              <a:tr h="323545">
                <a:tc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513391"/>
                  </a:ext>
                </a:extLst>
              </a:tr>
              <a:tr h="323545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919143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Times Pulled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02146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Average 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4944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2C749695-838C-3518-750D-535DB04D2F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2C749695-838C-3518-750D-535DB04D2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2058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72516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D422-67A4-BF71-1D06-C28C11C4F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BE5C161B-9615-E317-56B1-1FA28B52C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A9CCAAD0-06D0-8CAB-78B1-A82820BB6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3ACD3E7C-FC02-3052-6A25-45B7FD320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8B9A10-B5B0-FE58-9766-7F4767B1AA53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B858F2-9A3C-E902-D78D-844B4437E797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7AFAED-A0A1-A216-B0C9-278ADBE00C1A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B571874-2904-287C-E895-33C458C272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739294"/>
              </p:ext>
            </p:extLst>
          </p:nvPr>
        </p:nvGraphicFramePr>
        <p:xfrm>
          <a:off x="4654775" y="4426137"/>
          <a:ext cx="6232300" cy="19300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8075">
                  <a:extLst>
                    <a:ext uri="{9D8B030D-6E8A-4147-A177-3AD203B41FA5}">
                      <a16:colId xmlns:a16="http://schemas.microsoft.com/office/drawing/2014/main" val="21284646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16586842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502526705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147983057"/>
                    </a:ext>
                  </a:extLst>
                </a:gridCol>
              </a:tblGrid>
              <a:tr h="323545">
                <a:tc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513391"/>
                  </a:ext>
                </a:extLst>
              </a:tr>
              <a:tr h="323545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919143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Times Pulled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02146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Average 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4944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D5278EEC-1237-44F3-EFF5-EE08E6D37B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D5278EEC-1237-44F3-EFF5-EE08E6D37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2BC8D0A-34AC-5723-CB04-5AE1E1EC6A1A}"/>
              </a:ext>
            </a:extLst>
          </p:cNvPr>
          <p:cNvSpPr txBox="1">
            <a:spLocks/>
          </p:cNvSpPr>
          <p:nvPr/>
        </p:nvSpPr>
        <p:spPr>
          <a:xfrm>
            <a:off x="230080" y="4426136"/>
            <a:ext cx="2656135" cy="171647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000" dirty="0"/>
              <a:t>In this step, the agent exploited B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1750084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C16E2-58F9-F904-CF2B-7DD21E588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EAF11768-7AAE-D56C-D748-508CE8544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E61644F1-5929-8716-ECBE-DA60A5814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494786E3-C3A6-A2DD-883F-3FDCE03BE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61745F-4770-1433-E7C3-E1B19EC6BAF2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663668-1151-C743-A784-671A2F47E504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7602D3-7A61-D988-97B0-7F2CD37F1511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1B46BC6-4C34-57E2-7430-C51FA1FE8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662596"/>
              </p:ext>
            </p:extLst>
          </p:nvPr>
        </p:nvGraphicFramePr>
        <p:xfrm>
          <a:off x="4654775" y="4426137"/>
          <a:ext cx="6232300" cy="19300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8075">
                  <a:extLst>
                    <a:ext uri="{9D8B030D-6E8A-4147-A177-3AD203B41FA5}">
                      <a16:colId xmlns:a16="http://schemas.microsoft.com/office/drawing/2014/main" val="21284646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16586842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502526705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147983057"/>
                    </a:ext>
                  </a:extLst>
                </a:gridCol>
              </a:tblGrid>
              <a:tr h="323545">
                <a:tc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513391"/>
                  </a:ext>
                </a:extLst>
              </a:tr>
              <a:tr h="323545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919143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Times Pulled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02146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Average 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4944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18B80C4B-75D5-58E4-A7B8-188C2F5517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18B80C4B-75D5-58E4-A7B8-188C2F551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2205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6EAEF17-9B66-DE4C-C86D-C2A7108F3CAF}"/>
              </a:ext>
            </a:extLst>
          </p:cNvPr>
          <p:cNvSpPr txBox="1">
            <a:spLocks/>
          </p:cNvSpPr>
          <p:nvPr/>
        </p:nvSpPr>
        <p:spPr>
          <a:xfrm>
            <a:off x="230080" y="4426136"/>
            <a:ext cx="2656135" cy="171647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dirty="0"/>
              <a:t>In this step, the agent exploited C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5531300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6CE00-79A7-E6B7-F22D-2E5DEBCC3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87DA0673-E73C-03E2-A01E-481D8FC3B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8BDEEF1E-0EA3-D3B2-4D67-F5AF44206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solidFill>
              <a:srgbClr val="00B050"/>
            </a:solidFill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DE3D20D9-DB06-99FD-B29B-48755BC36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D5B585-6743-EB3F-413C-17E7F5144F30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3FE5F-AE06-8D90-6F0C-C128A7A29E9F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FD07B1-3A5C-4548-6E55-35264C74F853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06D798B-C8BD-11D6-61EC-F6CF6F691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56595"/>
              </p:ext>
            </p:extLst>
          </p:nvPr>
        </p:nvGraphicFramePr>
        <p:xfrm>
          <a:off x="4654775" y="4426137"/>
          <a:ext cx="6232300" cy="19300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8075">
                  <a:extLst>
                    <a:ext uri="{9D8B030D-6E8A-4147-A177-3AD203B41FA5}">
                      <a16:colId xmlns:a16="http://schemas.microsoft.com/office/drawing/2014/main" val="21284646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16586842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502526705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147983057"/>
                    </a:ext>
                  </a:extLst>
                </a:gridCol>
              </a:tblGrid>
              <a:tr h="323545">
                <a:tc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513391"/>
                  </a:ext>
                </a:extLst>
              </a:tr>
              <a:tr h="323545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919143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Times Pulled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02146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Average 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0.6667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4944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0991227-D2A4-5C07-FE60-A8E64337BF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0991227-D2A4-5C07-FE60-A8E64337B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2058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0A99E8C-4C82-1A30-414D-B39234C08295}"/>
              </a:ext>
            </a:extLst>
          </p:cNvPr>
          <p:cNvSpPr txBox="1">
            <a:spLocks/>
          </p:cNvSpPr>
          <p:nvPr/>
        </p:nvSpPr>
        <p:spPr>
          <a:xfrm>
            <a:off x="230080" y="4426136"/>
            <a:ext cx="2656135" cy="171647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dirty="0"/>
              <a:t>In this step, the agent explored B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20650810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836D7-61EF-1B19-3FC1-B34B1612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A90F6F4C-0F51-DA94-F43A-F67666A3F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855851"/>
            <a:ext cx="2066925" cy="2209800"/>
          </a:xfrm>
          <a:prstGeom prst="rect">
            <a:avLst/>
          </a:prstGeom>
          <a:ln w="76200">
            <a:solidFill>
              <a:srgbClr val="00B050"/>
            </a:solidFill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53624507-7B95-6828-6DA4-D7C4261A2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17747DC9-2FE5-5EEF-6A5E-CEEBFE1C0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AB0F93-89DD-FB69-9CEF-50F7233752B0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82B2D-D67E-6990-59D3-6ADC93CCB310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DB6595-C306-23AC-1A5B-E5C71E50219B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84F0048-CD0F-AA0F-B183-ABD50B002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527975"/>
              </p:ext>
            </p:extLst>
          </p:nvPr>
        </p:nvGraphicFramePr>
        <p:xfrm>
          <a:off x="4654775" y="4426137"/>
          <a:ext cx="6232300" cy="19300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8075">
                  <a:extLst>
                    <a:ext uri="{9D8B030D-6E8A-4147-A177-3AD203B41FA5}">
                      <a16:colId xmlns:a16="http://schemas.microsoft.com/office/drawing/2014/main" val="21284646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16586842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502526705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147983057"/>
                    </a:ext>
                  </a:extLst>
                </a:gridCol>
              </a:tblGrid>
              <a:tr h="323545">
                <a:tc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513391"/>
                  </a:ext>
                </a:extLst>
              </a:tr>
              <a:tr h="323545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919143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Times Pulled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02146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Average 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0.6667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4944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A7DE0D35-9539-16D4-F444-6E853DC6BA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A7DE0D35-9539-16D4-F444-6E853DC6B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1584F62-8C24-4D79-F51E-B2D4B0048036}"/>
              </a:ext>
            </a:extLst>
          </p:cNvPr>
          <p:cNvSpPr txBox="1">
            <a:spLocks/>
          </p:cNvSpPr>
          <p:nvPr/>
        </p:nvSpPr>
        <p:spPr>
          <a:xfrm>
            <a:off x="230080" y="4426136"/>
            <a:ext cx="2656135" cy="171647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dirty="0"/>
              <a:t>In this step, the agent explored A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26459760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2AA61-E53A-8A02-2574-C32D10121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7B4DEE2A-3CAA-AB38-E735-FFC6F182A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855851"/>
            <a:ext cx="2066925" cy="2209800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D61041ED-F778-DD5C-C9AF-577DF85CC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00ABF51C-056D-4338-4FFD-C73D5E82D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14C41D-7233-9F53-F4C8-78DFBEEA4A85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517AA0-B2CE-FD5E-8F7A-5F7F4E7754F5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36F899-FF1E-A1E7-81CD-08AD1195ADE8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FF2F34B-B8F3-CC15-0195-F453965E4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797708"/>
              </p:ext>
            </p:extLst>
          </p:nvPr>
        </p:nvGraphicFramePr>
        <p:xfrm>
          <a:off x="4654775" y="4426137"/>
          <a:ext cx="6232300" cy="19300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8075">
                  <a:extLst>
                    <a:ext uri="{9D8B030D-6E8A-4147-A177-3AD203B41FA5}">
                      <a16:colId xmlns:a16="http://schemas.microsoft.com/office/drawing/2014/main" val="21284646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16586842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502526705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147983057"/>
                    </a:ext>
                  </a:extLst>
                </a:gridCol>
              </a:tblGrid>
              <a:tr h="323545">
                <a:tc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513391"/>
                  </a:ext>
                </a:extLst>
              </a:tr>
              <a:tr h="323545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919143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Times Pulled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02146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Average 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0.333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0.6667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4944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30186615-1BC6-37F3-2A24-00DC5319B6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30186615-1BC6-37F3-2A24-00DC5319B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2058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1940C4A-6CBC-16EA-029E-E4EB799C9A7D}"/>
              </a:ext>
            </a:extLst>
          </p:cNvPr>
          <p:cNvSpPr txBox="1">
            <a:spLocks/>
          </p:cNvSpPr>
          <p:nvPr/>
        </p:nvSpPr>
        <p:spPr>
          <a:xfrm>
            <a:off x="230080" y="4426136"/>
            <a:ext cx="2656135" cy="171647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dirty="0"/>
              <a:t>In this step, the agent explored A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7330007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0AAA9-BF06-3A3E-D1D7-FF127781B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9BD98C84-8CDA-0FCA-756A-32B9A6284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04DD5352-7160-802C-658C-B345EAA85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03112A75-10DE-E0DD-DB3D-84C953BBE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889E72-7359-C7B7-FACE-860CE392E185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194DD2-BA4A-CBBE-D6F7-4362DB49E029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E20BB6-C849-A4DA-8D72-DF0EC493A501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6CCBFE4-594D-BE23-47A1-B6520522F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56728"/>
              </p:ext>
            </p:extLst>
          </p:nvPr>
        </p:nvGraphicFramePr>
        <p:xfrm>
          <a:off x="4654775" y="4426137"/>
          <a:ext cx="6232300" cy="19300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8075">
                  <a:extLst>
                    <a:ext uri="{9D8B030D-6E8A-4147-A177-3AD203B41FA5}">
                      <a16:colId xmlns:a16="http://schemas.microsoft.com/office/drawing/2014/main" val="21284646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16586842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502526705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147983057"/>
                    </a:ext>
                  </a:extLst>
                </a:gridCol>
              </a:tblGrid>
              <a:tr h="323545">
                <a:tc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513391"/>
                  </a:ext>
                </a:extLst>
              </a:tr>
              <a:tr h="323545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919143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Times Pulled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02146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Average 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0.333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4944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159985E1-8F69-6ACA-48EE-4B9FB95AC1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159985E1-8F69-6ACA-48EE-4B9FB95AC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2058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8BE78FE-BAFA-469E-59E2-60483F77CC45}"/>
              </a:ext>
            </a:extLst>
          </p:cNvPr>
          <p:cNvSpPr txBox="1">
            <a:spLocks/>
          </p:cNvSpPr>
          <p:nvPr/>
        </p:nvSpPr>
        <p:spPr>
          <a:xfrm>
            <a:off x="230080" y="4426136"/>
            <a:ext cx="2656135" cy="171647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dirty="0"/>
              <a:t>In this step, the agent exploited B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13586184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4CD2B-66A1-EBCD-F87B-3DDA321EA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B0B3A656-D4A0-A00D-A17D-22746AD8C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422E46F8-FADB-62C3-2718-D1E13DBFC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solidFill>
              <a:srgbClr val="00B050"/>
            </a:solidFill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3DB7F8AC-DEFA-9887-28E1-1C5257E2E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74276D-89F4-089A-DEF7-9F7D41803D90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86387E-7BA2-3051-6916-6A75DF1CF78B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8189A-4509-5238-CD44-638F2A9188A9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714991F-97BA-A3C9-24E7-ECA853821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516401"/>
              </p:ext>
            </p:extLst>
          </p:nvPr>
        </p:nvGraphicFramePr>
        <p:xfrm>
          <a:off x="4654775" y="4426137"/>
          <a:ext cx="6232300" cy="19300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8075">
                  <a:extLst>
                    <a:ext uri="{9D8B030D-6E8A-4147-A177-3AD203B41FA5}">
                      <a16:colId xmlns:a16="http://schemas.microsoft.com/office/drawing/2014/main" val="21284646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16586842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502526705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147983057"/>
                    </a:ext>
                  </a:extLst>
                </a:gridCol>
              </a:tblGrid>
              <a:tr h="323545">
                <a:tc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513391"/>
                  </a:ext>
                </a:extLst>
              </a:tr>
              <a:tr h="323545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919143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Times Pulled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02146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Average 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0.333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4944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36868AF-7291-BBB4-0B1E-3EBBE57D45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36868AF-7291-BBB4-0B1E-3EBBE57D4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2058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7CD656D-F6E3-AC1B-CFAF-592C68474051}"/>
              </a:ext>
            </a:extLst>
          </p:cNvPr>
          <p:cNvSpPr txBox="1">
            <a:spLocks/>
          </p:cNvSpPr>
          <p:nvPr/>
        </p:nvSpPr>
        <p:spPr>
          <a:xfrm>
            <a:off x="230080" y="4426136"/>
            <a:ext cx="2656135" cy="171647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dirty="0"/>
              <a:t>In this step, the </a:t>
            </a:r>
            <a:r>
              <a:rPr lang="en-US" sz="3000"/>
              <a:t>agent exploited </a:t>
            </a:r>
            <a:r>
              <a:rPr lang="en-US" sz="3000" dirty="0"/>
              <a:t>B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35079876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54000-7A9C-4662-FA78-09677EA4B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EFFF84EF-6DD7-F7D1-3C09-12F92F6BA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E9FB1DFF-C946-A346-C01B-0C2ED8E2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solidFill>
              <a:srgbClr val="00B050"/>
            </a:solidFill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FC8111BE-8528-977E-514D-62467D65B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502600-F08D-849B-1398-50976F2AF64C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70C8EA-9E67-FFB0-A184-038D2373C87D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9C5CB2-BA89-1FE2-A60B-288F6E547114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A88B47E-B667-EA35-1733-86907FC38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332607"/>
              </p:ext>
            </p:extLst>
          </p:nvPr>
        </p:nvGraphicFramePr>
        <p:xfrm>
          <a:off x="4654775" y="4426137"/>
          <a:ext cx="6232300" cy="19300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8075">
                  <a:extLst>
                    <a:ext uri="{9D8B030D-6E8A-4147-A177-3AD203B41FA5}">
                      <a16:colId xmlns:a16="http://schemas.microsoft.com/office/drawing/2014/main" val="21284646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165868426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3502526705"/>
                    </a:ext>
                  </a:extLst>
                </a:gridCol>
                <a:gridCol w="1558075">
                  <a:extLst>
                    <a:ext uri="{9D8B030D-6E8A-4147-A177-3AD203B41FA5}">
                      <a16:colId xmlns:a16="http://schemas.microsoft.com/office/drawing/2014/main" val="147983057"/>
                    </a:ext>
                  </a:extLst>
                </a:gridCol>
              </a:tblGrid>
              <a:tr h="323545">
                <a:tc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513391"/>
                  </a:ext>
                </a:extLst>
              </a:tr>
              <a:tr h="323545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919143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Times Pulled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02146"/>
                  </a:ext>
                </a:extLst>
              </a:tr>
              <a:tr h="558448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Average Reward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0.333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4944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7A252DD9-8B30-C8C0-997C-F184EE9807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7A252DD9-8B30-C8C0-997C-F184EE980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2058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09019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68A7B-2066-62B1-C6C9-CAEB6D166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CB052-2D59-E406-8D0B-F7532CE3F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Sample Mean/Estimated Average Reward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E171D2-B6D5-05A6-78D8-8B083188FA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09653" y="2151932"/>
                <a:ext cx="6572693" cy="2115926"/>
              </a:xfrm>
              <a:ln w="57150">
                <a:solidFill>
                  <a:schemeClr val="tx1"/>
                </a:solidFill>
              </a:ln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endParaRPr lang="en-PH" sz="7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7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7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PH" sz="7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PH" sz="7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PH" sz="7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PH" sz="7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7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PH" sz="7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PH" sz="7000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PH" sz="7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7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7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l-GR" sz="7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l-GR" sz="7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7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PH" sz="7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PH" sz="7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H" sz="7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7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PH" sz="7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7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E171D2-B6D5-05A6-78D8-8B083188FA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09653" y="2151932"/>
                <a:ext cx="6572693" cy="2115926"/>
              </a:xfrm>
              <a:blipFill>
                <a:blip r:embed="rId2"/>
                <a:stretch>
                  <a:fillRect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D666B2-7383-1F23-9036-4582FBFE3206}"/>
                  </a:ext>
                </a:extLst>
              </p:cNvPr>
              <p:cNvSpPr txBox="1"/>
              <p:nvPr/>
            </p:nvSpPr>
            <p:spPr>
              <a:xfrm>
                <a:off x="838200" y="4402795"/>
                <a:ext cx="9782839" cy="19584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PH" sz="3000" b="1" dirty="0"/>
                  <a:t>Where</a:t>
                </a:r>
                <a:r>
                  <a:rPr lang="en-PH" sz="3000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PH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3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PH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PH" sz="3000" dirty="0"/>
                  <a:t> is the previous sample mean for the arm.</a:t>
                </a:r>
              </a:p>
              <a:p>
                <a14:m>
                  <m:oMath xmlns:m="http://schemas.openxmlformats.org/officeDocument/2006/math">
                    <m:r>
                      <a:rPr lang="en-PH" sz="3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PH" sz="3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3000" dirty="0"/>
                  <a:t>is the new count for the arm after the pull.</a:t>
                </a:r>
              </a:p>
              <a:p>
                <a14:m>
                  <m:oMath xmlns:m="http://schemas.openxmlformats.org/officeDocument/2006/math">
                    <m:r>
                      <a:rPr lang="en-PH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l-GR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3000" dirty="0"/>
                  <a:t> is the reward observed.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D666B2-7383-1F23-9036-4582FBFE3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02795"/>
                <a:ext cx="9782839" cy="1958421"/>
              </a:xfrm>
              <a:prstGeom prst="rect">
                <a:avLst/>
              </a:prstGeom>
              <a:blipFill>
                <a:blip r:embed="rId3"/>
                <a:stretch>
                  <a:fillRect l="-1496" t="-3727" b="-869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87490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2DB5E-FC87-1B12-DD30-6C5F4702A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E7C87-722A-1DE9-2E90-80B16B3C5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Sample Mean/Estimated Average Reward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2BB6D32-84FD-9386-CAD0-943CE82FC3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7277442"/>
                  </p:ext>
                </p:extLst>
              </p:nvPr>
            </p:nvGraphicFramePr>
            <p:xfrm>
              <a:off x="1226372" y="2151932"/>
              <a:ext cx="8735212" cy="18484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8380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218380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218380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218380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</a:t>
                          </a:r>
                          <a:r>
                            <a:rPr lang="en-PH" b="1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baseline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r>
                            <a:rPr lang="en-PH" b="1" dirty="0"/>
                            <a:t> 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0.6667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2BB6D32-84FD-9386-CAD0-943CE82FC3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7277442"/>
                  </p:ext>
                </p:extLst>
              </p:nvPr>
            </p:nvGraphicFramePr>
            <p:xfrm>
              <a:off x="1226372" y="2151932"/>
              <a:ext cx="8735212" cy="18484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8380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218380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218380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218380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6667" r="-300000" b="-3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34783" r="-300000" b="-1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34783" r="-300000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0.6667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9809F2-E712-37A8-AAB8-6A53B5DED6B9}"/>
                  </a:ext>
                </a:extLst>
              </p:cNvPr>
              <p:cNvSpPr txBox="1"/>
              <p:nvPr/>
            </p:nvSpPr>
            <p:spPr>
              <a:xfrm>
                <a:off x="3299013" y="4509279"/>
                <a:ext cx="1982994" cy="5539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PH" sz="3000" i="1"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en-PH" sz="3000" i="1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9809F2-E712-37A8-AAB8-6A53B5DED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013" y="4509279"/>
                <a:ext cx="1982994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0F22212-4870-AAC2-B204-D37F803AB321}"/>
                  </a:ext>
                </a:extLst>
              </p:cNvPr>
              <p:cNvSpPr txBox="1"/>
              <p:nvPr/>
            </p:nvSpPr>
            <p:spPr>
              <a:xfrm>
                <a:off x="6096000" y="4509279"/>
                <a:ext cx="1290917" cy="5539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PH" sz="3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0F22212-4870-AAC2-B204-D37F803AB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09279"/>
                <a:ext cx="1290917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E1EB82-B107-5A5F-FE1A-6E7E9C0981FC}"/>
                  </a:ext>
                </a:extLst>
              </p:cNvPr>
              <p:cNvSpPr txBox="1"/>
              <p:nvPr/>
            </p:nvSpPr>
            <p:spPr>
              <a:xfrm>
                <a:off x="8200910" y="4509279"/>
                <a:ext cx="1290917" cy="5539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PH" sz="3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E1EB82-B107-5A5F-FE1A-6E7E9C098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0910" y="4509279"/>
                <a:ext cx="1290917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6BF0676-9C16-9D21-5F43-65BF4E3013A5}"/>
                  </a:ext>
                </a:extLst>
              </p:cNvPr>
              <p:cNvSpPr txBox="1"/>
              <p:nvPr/>
            </p:nvSpPr>
            <p:spPr>
              <a:xfrm>
                <a:off x="3299013" y="5325911"/>
                <a:ext cx="6348805" cy="959686"/>
              </a:xfrm>
              <a:prstGeom prst="rect">
                <a:avLst/>
              </a:prstGeom>
              <a:noFill/>
              <a:ln w="57150"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PH" sz="3000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PH" sz="3000" i="1"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PH" sz="3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sz="3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PH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1−0.5</m:t>
                          </m:r>
                        </m:e>
                      </m:d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=0.6667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6BF0676-9C16-9D21-5F43-65BF4E301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013" y="5325911"/>
                <a:ext cx="6348805" cy="9596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5715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59965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CB861-D197-B9FD-0A2C-8C168DBF8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Optimistic 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CFEE2-8BB4-E309-6723-C4AA526FB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“Let’s start with an </a:t>
            </a:r>
            <a:r>
              <a:rPr lang="en-US" i="1" dirty="0"/>
              <a:t>optimistic</a:t>
            </a:r>
            <a:r>
              <a:rPr lang="en-US" dirty="0"/>
              <a:t> guess for each bandit’s reward — higher than reality — so we’re encouraged to try them all!”</a:t>
            </a:r>
          </a:p>
          <a:p>
            <a:endParaRPr lang="en-US" dirty="0"/>
          </a:p>
          <a:p>
            <a:r>
              <a:rPr lang="en-US" dirty="0"/>
              <a:t>Instead of starting at </a:t>
            </a:r>
            <a:r>
              <a:rPr lang="en-US" b="1" dirty="0"/>
              <a:t>0</a:t>
            </a:r>
            <a:r>
              <a:rPr lang="en-US" dirty="0"/>
              <a:t>, let’s pretend each machine gives a reward of </a:t>
            </a:r>
            <a:r>
              <a:rPr lang="en-US" b="1" dirty="0"/>
              <a:t>1</a:t>
            </a:r>
            <a:r>
              <a:rPr lang="en-US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4138716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F17D7-4A55-7995-DF35-7E4206224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A34BA-67BF-C117-032A-8D71C235C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Optimistic 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BB01A-1480-A86D-BE11-F02166184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with high initial estimates to encourage exploration.</a:t>
            </a:r>
          </a:p>
          <a:p>
            <a:r>
              <a:rPr lang="en-US" dirty="0"/>
              <a:t>Works great when you don’t want to add randomness like ε-greedy does.</a:t>
            </a:r>
          </a:p>
          <a:p>
            <a:r>
              <a:rPr lang="en-US" dirty="0"/>
              <a:t>But if the optimism is </a:t>
            </a:r>
            <a:r>
              <a:rPr lang="en-US" i="1" dirty="0"/>
              <a:t>too</a:t>
            </a:r>
            <a:r>
              <a:rPr lang="en-US" dirty="0"/>
              <a:t> high, you might waste time on bad bandits longer than necessary.</a:t>
            </a:r>
          </a:p>
        </p:txBody>
      </p:sp>
    </p:spTree>
    <p:extLst>
      <p:ext uri="{BB962C8B-B14F-4D97-AF65-F5344CB8AC3E}">
        <p14:creationId xmlns:p14="http://schemas.microsoft.com/office/powerpoint/2010/main" val="35031812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F8020-9AE2-1B58-43A2-4E5AE5147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4348073B-722D-7DA3-C732-A91CE45F9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421E6C34-6875-B2D4-304A-1197DBBFA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8E1796F0-158E-A2C6-D246-58088BC63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7516B6-718A-EF96-F2E9-93086ED5B091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DAB637-7C48-2E38-A426-914F03F8E5E2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9630FE-8718-CBFB-E3EB-22F4E3754C20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F6427D8-C618-9A30-A9A3-41F7DC1342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F6427D8-C618-9A30-A9A3-41F7DC134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2058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652423A-2E8D-7159-4B2E-DCDC22B1BB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0201876"/>
                  </p:ext>
                </p:extLst>
              </p:nvPr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652423A-2E8D-7159-4B2E-DCDC22B1BB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0201876"/>
                  </p:ext>
                </p:extLst>
              </p:nvPr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687" b="-35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687" b="-13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687" b="-1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0427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0E843-1DC5-1DBD-547F-42CB9A619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2AAEF04C-E036-EDB9-FBC4-6B2B80FFF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6FE00D34-7901-52D5-FC1B-DDC2FCDEE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5AB29C01-670C-5525-5977-B686669BA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549D0D-8B3F-B939-B294-8DD843081B06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4321C0-3F0B-F8CB-FB75-A985B7F05DE3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4CB535-E5EA-3757-2D1A-CA1C6B0F65F4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2E9F4B10-771B-DF83-3827-CFB5E2B0E1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2E9F4B10-771B-DF83-3827-CFB5E2B0E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1911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57A0280-8D4B-F0EA-C052-7267B02A5A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2284815"/>
                  </p:ext>
                </p:extLst>
              </p:nvPr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57A0280-8D4B-F0EA-C052-7267B02A5A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2284815"/>
                  </p:ext>
                </p:extLst>
              </p:nvPr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687" b="-35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687" b="-13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687" b="-1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65089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73A4D-DF9A-11E0-AD6A-06AD3E6EB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BCD3A3E6-6FEF-E505-55A0-458E204B2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DE109730-743B-4BD5-3759-0A32A4DF7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23E47680-5D75-FEAF-3B9A-79ED6747A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AA3D7B-FB52-1DB7-0E68-4C59989A1343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76EC60-F264-1EDE-91F0-4AF7522118FA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3D6814-6660-C668-7EB3-3A2B3424745B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2223450B-F18F-E0EC-4C89-EA24CA1DEF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2223450B-F18F-E0EC-4C89-EA24CA1DE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1911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C2B20CA-46E8-8C37-2FE8-857B1CAB3C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1046045"/>
                  </p:ext>
                </p:extLst>
              </p:nvPr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C2B20CA-46E8-8C37-2FE8-857B1CAB3C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1046045"/>
                  </p:ext>
                </p:extLst>
              </p:nvPr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687" b="-35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687" b="-13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687" b="-1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788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07361-874B-50E3-EBA5-3AB987FA4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C2CAFD9E-9635-94EA-2777-DF790C964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EB9D38AF-1804-16B1-80C0-8F670078F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AEE421F3-131B-0344-475B-A07F4D839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solidFill>
              <a:srgbClr val="00B05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DFE9F6-57AB-E762-ECFC-C5D665FC7CA5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936D9C-3AE6-803B-D137-DF6B4D67D133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F04FD0-C5DA-5CBF-0EE2-574A671E6C6B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D3629847-8A00-C511-7D94-257A1F9B0CE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D3629847-8A00-C511-7D94-257A1F9B0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2058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24BDA1F-C1E7-40B9-B575-E734B466BA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1857325"/>
                  </p:ext>
                </p:extLst>
              </p:nvPr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24BDA1F-C1E7-40B9-B575-E734B466BA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1857325"/>
                  </p:ext>
                </p:extLst>
              </p:nvPr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687" b="-35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687" b="-13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687" b="-1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28841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06DB4-6EF7-A7FC-9E7C-ECA760D48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622E385D-4DCB-ECEF-ED52-0B1456A15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0A9CAD73-DE46-D1E3-0750-5EE5FCAD2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A0F1B71D-D560-C5C4-0CEE-635DC4E05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solidFill>
              <a:srgbClr val="00B05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66ABF1-0E9F-9BB3-9B74-5070F3BA6718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4E8CD8-5F4A-A018-806D-E3655EA1E5F8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5C4355-9DB4-C24F-7915-4D3D8AA0BDEE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5DAF372-DB18-7859-BAF7-FDC7026E54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5DAF372-DB18-7859-BAF7-FDC7026E5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D211D08-6706-8465-AF83-9325A3F399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0596708"/>
                  </p:ext>
                </p:extLst>
              </p:nvPr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D211D08-6706-8465-AF83-9325A3F399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0596708"/>
                  </p:ext>
                </p:extLst>
              </p:nvPr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687" b="-35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687" b="-13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687" b="-1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1424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F36A6-B928-AC8D-335E-62FEA216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48A40744-E306-8DE6-C7B7-E22210275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3E54FEBD-9920-D39F-54B6-27774945F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4275CFA0-0CF9-EBD6-6EAA-29F71E16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D01341-1897-2700-0CE8-957459228368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43C152-9A31-0961-7AC6-08BFBB565B89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C024B6-F5C9-2B9A-1B92-CFD448D86D5E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A3DDEECD-2B6C-07B2-04A9-330F22E672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A3DDEECD-2B6C-07B2-04A9-330F22E67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2205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C906629-B6D5-39A7-3422-ECAAAD579DD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0.66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C906629-B6D5-39A7-3422-ECAAAD579DD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687" b="-35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687" b="-13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687" b="-1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0.66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1085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6D469-DCD1-534A-5969-7A04881A2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C9977063-364C-1B5D-9B17-5F1A768CD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EBE4D5F0-A24C-7B09-4CAB-FAF8FBBC4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E2F48907-B2BB-3AED-70AD-6B4B0DABB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solidFill>
              <a:srgbClr val="00B05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E81601-986B-84B3-2BFB-BCF25BBC11C6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62C59A-9919-8528-72BB-DF1BED779933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9EE9F-DA18-A45A-0C5F-B57BFF670C19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0B03DE44-5182-CD30-356E-A14ACCC37C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0B03DE44-5182-CD30-356E-A14ACCC37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2058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3B8A232-E926-B925-BEEF-36A92EC516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0903301"/>
                  </p:ext>
                </p:extLst>
              </p:nvPr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0.75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3B8A232-E926-B925-BEEF-36A92EC516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0903301"/>
                  </p:ext>
                </p:extLst>
              </p:nvPr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687" b="-35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687" b="-13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687" b="-1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0.75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03767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42F89-7B11-A7EF-A868-5F76F997C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899BCEA1-51B5-D986-2BAD-A369EA230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523677E1-B93A-2CC3-5D2A-ADB5595BC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E5C1657E-0DFB-326A-5A20-D71152C2B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D9D0FC-7CA2-983A-D12C-12952680A8F6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75EF4C-22C8-915A-E729-0F08EA9A8651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EC7E30-F7B6-739D-B371-70595DD02675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0DC0E12-1A8C-FDFF-1364-8FB5DE377B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0DC0E12-1A8C-FDFF-1364-8FB5DE377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9686777-68D5-3BCD-1F35-4E925158E5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111510"/>
                  </p:ext>
                </p:extLst>
              </p:nvPr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9686777-68D5-3BCD-1F35-4E925158E5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111510"/>
                  </p:ext>
                </p:extLst>
              </p:nvPr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687" b="-35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687" b="-13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687" b="-1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749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63E5F-9180-F380-89BA-F1C7C5F07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7BB6932D-ADDF-5E07-FA8F-D7E3D25C8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222F2901-0AC5-6AA1-226E-2315A8948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BBFDCFDC-B453-EFCD-CC33-D198C52C3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solidFill>
              <a:srgbClr val="00B05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A8079E-30BB-739A-557F-9F018ED5B146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CD5790-7CFE-870D-669C-CC04B03C7A58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98C187-EC2A-94E8-B1FE-1615E468A449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0B2F29DE-920D-F8E6-1F95-38F794F093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0B2F29DE-920D-F8E6-1F95-38F794F09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2058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194D2AD-A4B4-436F-9EFF-2535A0FDB2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1712397"/>
                  </p:ext>
                </p:extLst>
              </p:nvPr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0.667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194D2AD-A4B4-436F-9EFF-2535A0FDB2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1712397"/>
                  </p:ext>
                </p:extLst>
              </p:nvPr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687" b="-35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687" b="-13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687" b="-1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0.667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5894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94B11-1E3C-9B2A-AB03-18A42AF63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B6579F5E-C8CE-779A-086C-13E400EC0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37E71BD9-11EC-F11D-D18C-0897D5209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5AEEBD20-D3A6-F7BD-3CDE-462D26895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solidFill>
              <a:srgbClr val="00B05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4FD253-EF99-1B5C-3816-C8C17CB9563E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805F78-FE7A-C7D4-F028-49C4C75613F1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9B75E9-C8FB-853D-5789-B3DF6C657759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1D79B51E-1322-8859-BB51-C8978B5DB8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1D79B51E-1322-8859-BB51-C8978B5DB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2058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5F945ED-BFE4-430C-7F76-4B82F139F5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6725637"/>
                  </p:ext>
                </p:extLst>
              </p:nvPr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0.714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5F945ED-BFE4-430C-7F76-4B82F139F5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6725637"/>
                  </p:ext>
                </p:extLst>
              </p:nvPr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687" b="-35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687" b="-13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687" b="-1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0.714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9387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08BF0-AE58-BBF2-1581-07E6E11FA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4866C58D-DC38-1363-A788-FFB344C5A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255C7F1C-B1E1-D04D-6B69-485D94262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A93EDA46-08BE-D5FB-6ED0-7E7BA8E7E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E58D9B-CD50-1ABF-40B6-9BFEE6BCC050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7195D5-1187-9D45-DE29-DFF429B2482D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67293D-8E87-5032-86CB-83433ECA4A3F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520FC24-5F66-5EAB-7392-D55BA4AC8C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520FC24-5F66-5EAB-7392-D55BA4AC8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2058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F08BF5E-D2A7-9D1A-C943-565D1CB314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6159731"/>
                  </p:ext>
                </p:extLst>
              </p:nvPr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0.625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F08BF5E-D2A7-9D1A-C943-565D1CB314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6159731"/>
                  </p:ext>
                </p:extLst>
              </p:nvPr>
            </p:nvGraphicFramePr>
            <p:xfrm>
              <a:off x="2550954" y="4426137"/>
              <a:ext cx="7090092" cy="19300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72523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772523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687" b="-35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687" b="-13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687" b="-1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0.625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1211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5DEF-075C-5C58-8F44-599339792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Upper Confidence Bound (UCB)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246EA7B-34D7-B879-95FA-069569076E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09653" y="2151932"/>
                <a:ext cx="6572693" cy="2115926"/>
              </a:xfrm>
              <a:prstGeom prst="rect">
                <a:avLst/>
              </a:prstGeom>
              <a:ln w="5715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 fontScale="5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PH" sz="7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7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7000" b="0" i="1" smtClean="0">
                              <a:latin typeface="Cambria Math" panose="02040503050406030204" pitchFamily="18" charset="0"/>
                            </a:rPr>
                            <m:t>𝑈𝐶𝐵</m:t>
                          </m:r>
                        </m:e>
                        <m:sub>
                          <m:r>
                            <a:rPr lang="en-PH" sz="7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PH" sz="7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7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70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PH" sz="7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7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PH" sz="7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PH" sz="7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PH" sz="7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7000" b="0" i="1" smtClean="0">
                          <a:latin typeface="Cambria Math" panose="02040503050406030204" pitchFamily="18" charset="0"/>
                        </a:rPr>
                        <m:t>)+ </m:t>
                      </m:r>
                      <m:rad>
                        <m:radPr>
                          <m:degHide m:val="on"/>
                          <m:ctrlPr>
                            <a:rPr lang="en-PH" sz="70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PH" sz="7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PH" sz="7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func>
                                <m:funcPr>
                                  <m:ctrlPr>
                                    <a:rPr lang="en-PH" sz="7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PH" sz="7000" b="0" i="0" smtClean="0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  <m:r>
                                    <a:rPr lang="en-PH" sz="7000" b="0" i="1" smtClean="0">
                                      <a:latin typeface="Cambria Math" panose="02040503050406030204" pitchFamily="18" charset="0"/>
                                    </a:rPr>
                                    <m:t>𝑜𝑔</m:t>
                                  </m:r>
                                </m:fName>
                                <m:e>
                                  <m:r>
                                    <a:rPr lang="en-PH" sz="7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func>
                            </m:num>
                            <m:den>
                              <m:sSub>
                                <m:sSubPr>
                                  <m:ctrlPr>
                                    <a:rPr lang="en-PH" sz="7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7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PH" sz="7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PH" sz="7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PH" sz="7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PH" sz="7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70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246EA7B-34D7-B879-95FA-069569076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653" y="2151932"/>
                <a:ext cx="6572693" cy="21159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6B4FCA-104D-2AFA-91ED-36A559465EF2}"/>
                  </a:ext>
                </a:extLst>
              </p:cNvPr>
              <p:cNvSpPr txBox="1"/>
              <p:nvPr/>
            </p:nvSpPr>
            <p:spPr>
              <a:xfrm>
                <a:off x="838200" y="4402795"/>
                <a:ext cx="9782839" cy="1977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PH" sz="3000" b="1" dirty="0"/>
                  <a:t>Where</a:t>
                </a:r>
                <a:r>
                  <a:rPr lang="en-PH" sz="3000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PH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3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PH" sz="3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PH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PH" sz="32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PH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PH" sz="3000" dirty="0"/>
                  <a:t> is the mean reward for this arm so far.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PH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PH" sz="3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PH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PH" sz="32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PH" sz="32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PH" sz="30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3000" dirty="0"/>
                  <a:t>is how many times you pulled this arm.</a:t>
                </a:r>
              </a:p>
              <a:p>
                <a14:m>
                  <m:oMath xmlns:m="http://schemas.openxmlformats.org/officeDocument/2006/math">
                    <m:r>
                      <a:rPr lang="en-PH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PH" sz="3000" dirty="0"/>
                  <a:t> is the total number of pulls.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6B4FCA-104D-2AFA-91ED-36A559465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02795"/>
                <a:ext cx="9782839" cy="1977849"/>
              </a:xfrm>
              <a:prstGeom prst="rect">
                <a:avLst/>
              </a:prstGeom>
              <a:blipFill>
                <a:blip r:embed="rId3"/>
                <a:stretch>
                  <a:fillRect l="-1496" t="-3692" b="-861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50867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1A19E-10E4-6FC3-9A8E-4D031F133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9BDA0-057E-0C5E-1E26-D4361C394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Upper Confidence Bound (UCB)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B22B5F-DB5C-E437-BDDC-048F7994F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35975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500" dirty="0"/>
              <a:t>For each arm:</a:t>
            </a:r>
          </a:p>
          <a:p>
            <a:pPr marL="514350" indent="-514350">
              <a:buAutoNum type="arabicPeriod"/>
            </a:pPr>
            <a:r>
              <a:rPr lang="en-US" sz="3500" dirty="0"/>
              <a:t>Take the average reward so far.</a:t>
            </a:r>
          </a:p>
          <a:p>
            <a:pPr marL="514350" indent="-514350">
              <a:buAutoNum type="arabicPeriod"/>
            </a:pPr>
            <a:r>
              <a:rPr lang="en-US" sz="3500" dirty="0"/>
              <a:t>Add an </a:t>
            </a:r>
            <a:r>
              <a:rPr lang="en-US" sz="3500" b="1" dirty="0"/>
              <a:t>exploration bonus </a:t>
            </a:r>
            <a:r>
              <a:rPr lang="en-US" sz="3500" dirty="0"/>
              <a:t>that is bigger when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500" dirty="0"/>
              <a:t>You have tried the arm only a few times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500" dirty="0"/>
              <a:t>You are still exploring</a:t>
            </a:r>
          </a:p>
          <a:p>
            <a:pPr marL="514350" indent="-514350">
              <a:buAutoNum type="arabicPeriod"/>
            </a:pPr>
            <a:r>
              <a:rPr lang="en-US" sz="3500" dirty="0"/>
              <a:t>Pick the arm with the biggest sum,</a:t>
            </a:r>
          </a:p>
          <a:p>
            <a:pPr marL="457200" lvl="1" indent="0">
              <a:buNone/>
            </a:pP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4468635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AD53B-64B2-2F43-9E99-9F61200E6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B605F-FEBE-BE80-48B1-8C4C0B310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Upper Confidence Bound (UCB)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FFF22CC-0A5B-8EA4-EBB9-F60C43FBE2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86869"/>
                <a:ext cx="10515600" cy="359756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3500" b="1" dirty="0"/>
                  <a:t>In the beginning</a:t>
                </a:r>
                <a:r>
                  <a:rPr lang="en-US" sz="35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3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3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PH" sz="35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PH" sz="3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PH" sz="35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PH" sz="35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3500" dirty="0"/>
                  <a:t>and the exploration bonus </a:t>
                </a:r>
                <a:r>
                  <a:rPr lang="en-US" sz="3500" b="1" dirty="0">
                    <a:solidFill>
                      <a:srgbClr val="00B050"/>
                    </a:solidFill>
                  </a:rPr>
                  <a:t>is BIG</a:t>
                </a:r>
                <a:r>
                  <a:rPr lang="en-US" sz="3500" dirty="0"/>
                  <a:t>. This makes the agent try each arm more.</a:t>
                </a:r>
              </a:p>
              <a:p>
                <a:pPr marL="0" indent="0">
                  <a:buNone/>
                </a:pPr>
                <a:endParaRPr lang="en-US" sz="3500" dirty="0"/>
              </a:p>
              <a:p>
                <a:pPr marL="0" indent="0">
                  <a:buNone/>
                </a:pPr>
                <a:r>
                  <a:rPr lang="en-US" sz="3500" b="1" dirty="0"/>
                  <a:t>In the end</a:t>
                </a:r>
                <a:r>
                  <a:rPr lang="en-US" sz="35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3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3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PH" sz="35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PH" sz="3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PH" sz="35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PH" sz="35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3500" b="1" dirty="0">
                    <a:solidFill>
                      <a:srgbClr val="00B050"/>
                    </a:solidFill>
                  </a:rPr>
                  <a:t>gets bigger </a:t>
                </a:r>
                <a:r>
                  <a:rPr lang="en-US" sz="3500" dirty="0"/>
                  <a:t>for good arms and the exploration bonus gets smaller. This makes the agent start exploiting good arms.</a:t>
                </a:r>
              </a:p>
              <a:p>
                <a:pPr marL="0" indent="0">
                  <a:buNone/>
                </a:pPr>
                <a:endParaRPr lang="en-US" sz="2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FFF22CC-0A5B-8EA4-EBB9-F60C43FBE2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86869"/>
                <a:ext cx="10515600" cy="3597564"/>
              </a:xfrm>
              <a:blipFill>
                <a:blip r:embed="rId2"/>
                <a:stretch>
                  <a:fillRect l="-1739" t="-3898" r="-5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33513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0CBB0-277D-CE49-7A8F-275CCA577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C4E90FBF-9EFD-8929-30C7-6CC01C30E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A7CD1CF9-BDED-8121-319C-0BB28DD9F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5E2985F9-49C2-0A1F-0533-F8752A289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DAE113-7414-4EEE-885E-87D79FBFD253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EF374A-8E97-26D7-1999-E167BAC0E489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569888-8CDB-CCD0-1F01-A58320CFFC34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BD133522-4D1D-68E6-B794-F01FB8260A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BD133522-4D1D-68E6-B794-F01FB8260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1911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2BE8FF8F-F01B-9BE7-75ED-BA7D466E09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7273310"/>
                  </p:ext>
                </p:extLst>
              </p:nvPr>
            </p:nvGraphicFramePr>
            <p:xfrm>
              <a:off x="1730057" y="4269726"/>
              <a:ext cx="7458072" cy="24884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4518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UCB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74638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2BE8FF8F-F01B-9BE7-75ED-BA7D466E09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7273310"/>
                  </p:ext>
                </p:extLst>
              </p:nvPr>
            </p:nvGraphicFramePr>
            <p:xfrm>
              <a:off x="1730057" y="4269726"/>
              <a:ext cx="7458072" cy="24884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4518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980" b="-4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980" b="-216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980" b="-8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UCB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74638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0490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F07B-2805-41DF-1692-95822463E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43E407A1-5F68-A3AE-5789-8A9172EA6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D4B82524-92AE-71BF-2F81-A35B27A91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solidFill>
              <a:srgbClr val="00B050"/>
            </a:solidFill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C6A90D23-FE3D-5C27-F0AA-AECA92139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FFB290-64FF-30CA-138E-2FB2B0BD795E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4689CF-76EC-62B9-BCA8-3545F190AC4E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8391E-2070-22A7-0B29-B0E28CCB5CF6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1017AC48-279B-F522-3BAD-D6379CE088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1017AC48-279B-F522-3BAD-D6379CE08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1911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6B42C55F-9671-5BE1-8561-DEF6E4E18D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6675086"/>
                  </p:ext>
                </p:extLst>
              </p:nvPr>
            </p:nvGraphicFramePr>
            <p:xfrm>
              <a:off x="1730057" y="4269726"/>
              <a:ext cx="7458072" cy="24884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4518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UCB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1.17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74638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6B42C55F-9671-5BE1-8561-DEF6E4E18D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6675086"/>
                  </p:ext>
                </p:extLst>
              </p:nvPr>
            </p:nvGraphicFramePr>
            <p:xfrm>
              <a:off x="1730057" y="4269726"/>
              <a:ext cx="7458072" cy="24884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4518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980" b="-4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980" b="-216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980" b="-8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UCB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1.17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74638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6388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5D65-6404-2903-CC86-274AAA734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71CE41D4-F72F-7882-51CC-817E93E9F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2FD6F1C4-5BDC-D9B6-2D9F-0C73104C0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35A04978-DBDA-3FE7-74AC-C205B4CC8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solidFill>
              <a:srgbClr val="00B05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18AAFC-B308-13EF-0CF8-B3D2EA39D5CC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F9963-2682-D41A-D0B7-E11ACCCB35C6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D059B3-EEB4-B7C7-2680-F86FD52AEFD4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1CCA1BC-A942-8E80-430D-AC6155988D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1CCA1BC-A942-8E80-430D-AC6155988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2058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E61112E-C773-F972-E4D2-3BD1453E8E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0002339"/>
                  </p:ext>
                </p:extLst>
              </p:nvPr>
            </p:nvGraphicFramePr>
            <p:xfrm>
              <a:off x="1730057" y="4269726"/>
              <a:ext cx="7458072" cy="24884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4518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UCB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1.48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2.48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74638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E61112E-C773-F972-E4D2-3BD1453E8E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0002339"/>
                  </p:ext>
                </p:extLst>
              </p:nvPr>
            </p:nvGraphicFramePr>
            <p:xfrm>
              <a:off x="1730057" y="4269726"/>
              <a:ext cx="7458072" cy="24884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4518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980" b="-4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980" b="-216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980" b="-8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UCB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1.48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2.48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74638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53624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0E1BF-267F-F3B7-0FA5-D71E10092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33E8A114-799E-EBBF-143B-C41C581ED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93A8973A-454A-F1FD-BE24-8534C1E24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F6A8D2DF-FF71-D71B-0546-6D341A48B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58FE54-E0ED-84C6-B367-7182F38887C5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DEEBC8-18C1-ECBF-5A17-AB419CEBBE39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F537FE-E474-B87B-1920-BAA1540F0856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F7B5E0CD-AD0F-97EB-7EF4-63429C8D1E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F7B5E0CD-AD0F-97EB-7EF4-63429C8D1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9F4A98D-4D29-32E5-DB19-3D2F069C4E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7439606"/>
                  </p:ext>
                </p:extLst>
              </p:nvPr>
            </p:nvGraphicFramePr>
            <p:xfrm>
              <a:off x="1730057" y="4269726"/>
              <a:ext cx="7458072" cy="24884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4518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UCB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1.66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2.66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2.66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74638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9F4A98D-4D29-32E5-DB19-3D2F069C4E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7439606"/>
                  </p:ext>
                </p:extLst>
              </p:nvPr>
            </p:nvGraphicFramePr>
            <p:xfrm>
              <a:off x="1730057" y="4269726"/>
              <a:ext cx="7458072" cy="24884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4518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980" b="-4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980" b="-216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980" b="-8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UCB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1.66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2.66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2.66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74638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0080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4B577-9344-60D7-36F4-51BFC752E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386F1874-5B2E-F99C-6CF6-D69603288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A8F0A292-99B6-57B6-0881-4437D46A1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BDC8929A-E682-5F74-1FDD-5364C6B15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A846C5-E4B0-8BC8-F7CF-2D7665729EB1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83AA01-068B-E55A-CAEE-272674AE4117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8F67B2-56AC-881E-863B-77C9202C4EF3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36A5B62-1D44-C8A6-FC2D-44037E4D87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36A5B62-1D44-C8A6-FC2D-44037E4D8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2205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6DE5A469-0F74-8C3F-C182-34A7D535AE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0356198"/>
                  </p:ext>
                </p:extLst>
              </p:nvPr>
            </p:nvGraphicFramePr>
            <p:xfrm>
              <a:off x="1730057" y="4269726"/>
              <a:ext cx="7458072" cy="24884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4518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UCB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1.79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1.76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2.79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74638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6DE5A469-0F74-8C3F-C182-34A7D535AE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0356198"/>
                  </p:ext>
                </p:extLst>
              </p:nvPr>
            </p:nvGraphicFramePr>
            <p:xfrm>
              <a:off x="1730057" y="4269726"/>
              <a:ext cx="7458072" cy="24884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4518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980" b="-4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980" b="-216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980" b="-8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UCB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1.79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1.76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2.79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74638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64186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950CC-32B7-C322-3F33-31AC95EE2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051C60A1-FD1D-733B-A37A-21BBBCBA4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solidFill>
              <a:srgbClr val="00B050"/>
            </a:solidFill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B19A91E2-179D-A417-B83C-DE397E854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AFDDDED9-E6FA-F393-4BDC-E61C8CBF3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783AF8-2975-AB5E-DBE6-A0BFEBFA6E17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A8AE77-8CE5-DC7B-EBE3-138750E92192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2A2630-B00B-FB62-28BE-1E2214F0A096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9B7E8590-324D-2ACA-4B33-6089B1CE46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9B7E8590-324D-2ACA-4B33-6089B1CE4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2058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A03B4E6-0233-81DE-A4C4-429791D38D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4895397"/>
                  </p:ext>
                </p:extLst>
              </p:nvPr>
            </p:nvGraphicFramePr>
            <p:xfrm>
              <a:off x="1730057" y="4269726"/>
              <a:ext cx="7458072" cy="24884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4518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UCB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1.89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1.83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1.83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74638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A03B4E6-0233-81DE-A4C4-429791D38D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4895397"/>
                  </p:ext>
                </p:extLst>
              </p:nvPr>
            </p:nvGraphicFramePr>
            <p:xfrm>
              <a:off x="1730057" y="4269726"/>
              <a:ext cx="7458072" cy="24884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4518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980" b="-4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980" b="-216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980" b="-8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UCB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1.89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1.83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1.83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74638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4834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C6F75-B0ED-243A-904B-652C41B32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7C56D502-626C-206D-9C67-C449D7719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07874590-C289-A6E0-14F9-B0C954FA6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1EB949C9-3136-8819-9DEC-A06BD3523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142045-FF2C-BBEB-B966-79B04F66224F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2AED3-0309-DB70-BEEC-F4EEBDFEE200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82E447-E610-FB35-E096-047061A42612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1875DF79-DBAE-F932-4BBC-56A3C1276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1875DF79-DBAE-F932-4BBC-56A3C1276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AD852529-B875-583D-C3AE-4C8DD164EF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7791267"/>
                  </p:ext>
                </p:extLst>
              </p:nvPr>
            </p:nvGraphicFramePr>
            <p:xfrm>
              <a:off x="1730057" y="4269726"/>
              <a:ext cx="7458072" cy="24884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4518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UCB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1.89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1.89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74638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AD852529-B875-583D-C3AE-4C8DD164EF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7791267"/>
                  </p:ext>
                </p:extLst>
              </p:nvPr>
            </p:nvGraphicFramePr>
            <p:xfrm>
              <a:off x="1730057" y="4269726"/>
              <a:ext cx="7458072" cy="24884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4518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980" b="-4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980" b="-216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980" b="-8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UCB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1.89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1.89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1.89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74638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86259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2CAED-6DA2-1375-5806-A0111AC12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3A0DBCFA-DCE7-9A5D-692E-874974A26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DA9ACD10-68E2-370F-66A1-E6C4D6C52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solidFill>
              <a:srgbClr val="00B050"/>
            </a:solidFill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A184414C-A5B4-762F-FB93-2D65674DD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C98041-D547-0963-8464-853E5ACB8556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73A83E-D095-E0C0-4482-933CF13014C3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4F0348-6999-0B57-E461-D9C855C20532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8FB14913-B42B-BE42-4474-45E3B271A2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8FB14913-B42B-BE42-4474-45E3B271A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2058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E692EAF-AE25-39F4-700F-33313B277F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3582002"/>
                  </p:ext>
                </p:extLst>
              </p:nvPr>
            </p:nvGraphicFramePr>
            <p:xfrm>
              <a:off x="1730057" y="4269726"/>
              <a:ext cx="7458072" cy="24884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4518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0.66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UCB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1.51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1.94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1.94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74638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E692EAF-AE25-39F4-700F-33313B277F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3582002"/>
                  </p:ext>
                </p:extLst>
              </p:nvPr>
            </p:nvGraphicFramePr>
            <p:xfrm>
              <a:off x="1730057" y="4269726"/>
              <a:ext cx="7458072" cy="24884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4518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980" b="-4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980" b="-216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980" b="-8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0.66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UCB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1.51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1.94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1.94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74638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1687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160A0-2306-EA96-F6F0-069B21692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401852FF-70FD-39B0-22DF-3AD5D92A3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06120862-D3B4-F0D2-5058-8DD59C95E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4F819A3E-D8FE-4D72-A36B-133767BC6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216903-720D-9814-767F-3CCF25C8D212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210831-B3F8-EFD2-4F6C-79A1D5BA64F3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406304-666A-E3F6-EC4A-B9F871238A42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B46D8CE6-773E-08DA-BA93-2E947DDE0B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B46D8CE6-773E-08DA-BA93-2E947DDE0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2058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47C2B521-8585-693D-A0D0-7CA83D24AD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5982978"/>
                  </p:ext>
                </p:extLst>
              </p:nvPr>
            </p:nvGraphicFramePr>
            <p:xfrm>
              <a:off x="1730057" y="4269726"/>
              <a:ext cx="7458072" cy="24884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4518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0.66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0.33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UCB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1.87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1.98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74638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47C2B521-8585-693D-A0D0-7CA83D24AD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5982978"/>
                  </p:ext>
                </p:extLst>
              </p:nvPr>
            </p:nvGraphicFramePr>
            <p:xfrm>
              <a:off x="1730057" y="4269726"/>
              <a:ext cx="7458072" cy="24884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4518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980" b="-4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980" b="-216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980" b="-8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0.66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0.33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UCB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1.54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1.87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1.98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74638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83034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47E4A-2A65-5E03-0298-5C755FFDF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613AC798-9245-1CFD-9534-5D08F627C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57" y="1855851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4" name="Picture 3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4B4CD7FD-9F41-D1E5-5DF2-5EC6C5E5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43" y="1855851"/>
            <a:ext cx="2066925" cy="2209800"/>
          </a:xfrm>
          <a:prstGeom prst="rect">
            <a:avLst/>
          </a:prstGeom>
          <a:ln w="76200">
            <a:solidFill>
              <a:srgbClr val="00B050"/>
            </a:solidFill>
          </a:ln>
        </p:spPr>
      </p:pic>
      <p:pic>
        <p:nvPicPr>
          <p:cNvPr id="5" name="Picture 4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03B422CD-9E8B-4CFE-0BAB-AF916CDBE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1855851"/>
            <a:ext cx="2066925" cy="2209800"/>
          </a:xfrm>
          <a:prstGeom prst="rect">
            <a:avLst/>
          </a:prstGeom>
          <a:ln w="7620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9A6D21-C845-82AD-F28C-011F704258FE}"/>
              </a:ext>
            </a:extLst>
          </p:cNvPr>
          <p:cNvSpPr txBox="1"/>
          <p:nvPr/>
        </p:nvSpPr>
        <p:spPr>
          <a:xfrm>
            <a:off x="2492167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96A3D7-310B-CE73-7D42-47AF8F749D06}"/>
              </a:ext>
            </a:extLst>
          </p:cNvPr>
          <p:cNvSpPr txBox="1"/>
          <p:nvPr/>
        </p:nvSpPr>
        <p:spPr>
          <a:xfrm>
            <a:off x="6047374" y="1147965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B875CA-ACB8-64BB-BA1E-F786965E5B4E}"/>
              </a:ext>
            </a:extLst>
          </p:cNvPr>
          <p:cNvSpPr txBox="1"/>
          <p:nvPr/>
        </p:nvSpPr>
        <p:spPr>
          <a:xfrm>
            <a:off x="9580139" y="1147965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CC1F7CDC-144D-ADF1-B0CC-1FFD75BD52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CC1F7CDC-144D-ADF1-B0CC-1FFD75BD5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023"/>
                <a:ext cx="1509822" cy="413884"/>
              </a:xfrm>
              <a:prstGeom prst="rect">
                <a:avLst/>
              </a:prstGeom>
              <a:blipFill>
                <a:blip r:embed="rId3"/>
                <a:stretch>
                  <a:fillRect b="-2058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6C99C043-3526-C6F7-7BBF-03237A2EB7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6488155"/>
                  </p:ext>
                </p:extLst>
              </p:nvPr>
            </p:nvGraphicFramePr>
            <p:xfrm>
              <a:off x="1730057" y="4269726"/>
              <a:ext cx="7458072" cy="24884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4518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23545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23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Times Pulled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Average Reward </a:t>
                          </a:r>
                          <a14:m>
                            <m:oMath xmlns:m="http://schemas.openxmlformats.org/officeDocument/2006/math"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endParaRPr lang="en-PH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0.75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0.33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UCB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1.57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1.57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74638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6C99C043-3526-C6F7-7BBF-03237A2EB7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6488155"/>
                  </p:ext>
                </p:extLst>
              </p:nvPr>
            </p:nvGraphicFramePr>
            <p:xfrm>
              <a:off x="1730057" y="4269726"/>
              <a:ext cx="7458072" cy="24884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64518">
                      <a:extLst>
                        <a:ext uri="{9D8B030D-6E8A-4147-A177-3AD203B41FA5}">
                          <a16:colId xmlns:a16="http://schemas.microsoft.com/office/drawing/2014/main" val="21284646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165868426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3502526705"/>
                        </a:ext>
                      </a:extLst>
                    </a:gridCol>
                    <a:gridCol w="1864518">
                      <a:extLst>
                        <a:ext uri="{9D8B030D-6E8A-4147-A177-3AD203B41FA5}">
                          <a16:colId xmlns:a16="http://schemas.microsoft.com/office/drawing/2014/main" val="14798305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H" b="1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15133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6667" r="-300980" b="-4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8919143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34783" r="-300980" b="-216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3021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5714" r="-300980" b="-8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0.75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0.33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7494426"/>
                      </a:ext>
                    </a:extLst>
                  </a:tr>
                  <a:tr h="558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/>
                            <a:t>UCB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1.57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1.57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74638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111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941BFABA-740D-BB76-CC55-CF699DBDD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00" y="1011471"/>
            <a:ext cx="8640000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10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4124</TotalTime>
  <Words>1826</Words>
  <Application>Microsoft Macintosh PowerPoint</Application>
  <PresentationFormat>Widescreen</PresentationFormat>
  <Paragraphs>830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1" baseType="lpstr">
      <vt:lpstr>Aptos</vt:lpstr>
      <vt:lpstr>Aptos Display</vt:lpstr>
      <vt:lpstr>Arial</vt:lpstr>
      <vt:lpstr>Cambria Math</vt:lpstr>
      <vt:lpstr>Wingdings</vt:lpstr>
      <vt:lpstr>Office Theme</vt:lpstr>
      <vt:lpstr>Exploration and Exploitation</vt:lpstr>
      <vt:lpstr>Outline</vt:lpstr>
      <vt:lpstr>PowerPoint Presentation</vt:lpstr>
      <vt:lpstr>PowerPoint Presentation</vt:lpstr>
      <vt:lpstr>PowerPoint Presentation</vt:lpstr>
      <vt:lpstr>Exploration vs Exploitation Dilemma</vt:lpstr>
      <vt:lpstr>PowerPoint Presentation</vt:lpstr>
      <vt:lpstr>PowerPoint Presentation</vt:lpstr>
      <vt:lpstr>Exploration vs Exploitation Dilemma</vt:lpstr>
      <vt:lpstr>Exploration vs Exploitation Dilemma</vt:lpstr>
      <vt:lpstr>Multi-Armed Bandit Problem</vt:lpstr>
      <vt:lpstr>Multi-Armed Bandit Problem</vt:lpstr>
      <vt:lpstr>PowerPoint Presentation</vt:lpstr>
      <vt:lpstr>Regret </vt:lpstr>
      <vt:lpstr>Regret </vt:lpstr>
      <vt:lpstr>PowerPoint Presentation</vt:lpstr>
      <vt:lpstr>ε-greedy</vt:lpstr>
      <vt:lpstr>ε-greedy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Sample Mean/Estimated Average Reward</vt:lpstr>
      <vt:lpstr>Sample Mean/Estimated Average Reward</vt:lpstr>
      <vt:lpstr>Optimistic Initialization</vt:lpstr>
      <vt:lpstr>Optimistic Initialization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Upper Confidence Bound (UCB)</vt:lpstr>
      <vt:lpstr>Upper Confidence Bound (UCB)</vt:lpstr>
      <vt:lpstr>Upper Confidence Bound (UCB)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Elizer Jr. D. Ponio</cp:lastModifiedBy>
  <cp:revision>565</cp:revision>
  <dcterms:created xsi:type="dcterms:W3CDTF">2024-08-08T01:29:50Z</dcterms:created>
  <dcterms:modified xsi:type="dcterms:W3CDTF">2025-08-09T08:55:11Z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