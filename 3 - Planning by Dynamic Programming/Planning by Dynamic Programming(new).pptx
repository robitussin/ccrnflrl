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4"/>
  </p:notesMasterIdLst>
  <p:sldIdLst>
    <p:sldId id="257" r:id="rId2"/>
    <p:sldId id="383" r:id="rId3"/>
    <p:sldId id="385" r:id="rId4"/>
    <p:sldId id="386" r:id="rId5"/>
    <p:sldId id="387" r:id="rId6"/>
    <p:sldId id="388" r:id="rId7"/>
    <p:sldId id="389" r:id="rId8"/>
    <p:sldId id="390" r:id="rId9"/>
    <p:sldId id="391" r:id="rId10"/>
    <p:sldId id="393" r:id="rId11"/>
    <p:sldId id="392" r:id="rId12"/>
    <p:sldId id="394" r:id="rId13"/>
    <p:sldId id="395" r:id="rId14"/>
    <p:sldId id="396" r:id="rId15"/>
    <p:sldId id="397" r:id="rId16"/>
    <p:sldId id="398" r:id="rId17"/>
    <p:sldId id="401" r:id="rId18"/>
    <p:sldId id="400" r:id="rId19"/>
    <p:sldId id="403" r:id="rId20"/>
    <p:sldId id="405" r:id="rId21"/>
    <p:sldId id="406" r:id="rId22"/>
    <p:sldId id="407" r:id="rId23"/>
    <p:sldId id="408" r:id="rId24"/>
    <p:sldId id="409" r:id="rId25"/>
    <p:sldId id="410" r:id="rId26"/>
    <p:sldId id="411" r:id="rId27"/>
    <p:sldId id="418" r:id="rId28"/>
    <p:sldId id="414" r:id="rId29"/>
    <p:sldId id="412" r:id="rId30"/>
    <p:sldId id="415" r:id="rId31"/>
    <p:sldId id="416" r:id="rId32"/>
    <p:sldId id="417" r:id="rId33"/>
    <p:sldId id="384" r:id="rId34"/>
    <p:sldId id="419" r:id="rId35"/>
    <p:sldId id="420" r:id="rId36"/>
    <p:sldId id="422" r:id="rId37"/>
    <p:sldId id="424" r:id="rId38"/>
    <p:sldId id="425" r:id="rId39"/>
    <p:sldId id="426" r:id="rId40"/>
    <p:sldId id="427" r:id="rId41"/>
    <p:sldId id="428" r:id="rId42"/>
    <p:sldId id="429" r:id="rId43"/>
    <p:sldId id="430" r:id="rId44"/>
    <p:sldId id="443" r:id="rId45"/>
    <p:sldId id="432" r:id="rId46"/>
    <p:sldId id="440" r:id="rId47"/>
    <p:sldId id="444" r:id="rId48"/>
    <p:sldId id="445" r:id="rId49"/>
    <p:sldId id="438" r:id="rId50"/>
    <p:sldId id="452" r:id="rId51"/>
    <p:sldId id="446" r:id="rId52"/>
    <p:sldId id="454" r:id="rId53"/>
    <p:sldId id="455" r:id="rId54"/>
    <p:sldId id="456" r:id="rId55"/>
    <p:sldId id="457" r:id="rId56"/>
    <p:sldId id="458" r:id="rId57"/>
    <p:sldId id="459" r:id="rId58"/>
    <p:sldId id="460" r:id="rId59"/>
    <p:sldId id="461" r:id="rId60"/>
    <p:sldId id="450" r:id="rId61"/>
    <p:sldId id="462" r:id="rId62"/>
    <p:sldId id="463" r:id="rId63"/>
    <p:sldId id="464" r:id="rId64"/>
    <p:sldId id="465" r:id="rId65"/>
    <p:sldId id="448" r:id="rId66"/>
    <p:sldId id="449" r:id="rId67"/>
    <p:sldId id="441" r:id="rId68"/>
    <p:sldId id="466" r:id="rId69"/>
    <p:sldId id="468" r:id="rId70"/>
    <p:sldId id="471" r:id="rId71"/>
    <p:sldId id="473" r:id="rId72"/>
    <p:sldId id="470" r:id="rId73"/>
    <p:sldId id="472" r:id="rId74"/>
    <p:sldId id="474" r:id="rId75"/>
    <p:sldId id="469" r:id="rId76"/>
    <p:sldId id="475" r:id="rId77"/>
    <p:sldId id="476" r:id="rId78"/>
    <p:sldId id="477" r:id="rId79"/>
    <p:sldId id="478" r:id="rId80"/>
    <p:sldId id="479" r:id="rId81"/>
    <p:sldId id="480" r:id="rId82"/>
    <p:sldId id="481" r:id="rId83"/>
    <p:sldId id="482" r:id="rId84"/>
    <p:sldId id="483" r:id="rId85"/>
    <p:sldId id="484" r:id="rId86"/>
    <p:sldId id="485" r:id="rId87"/>
    <p:sldId id="486" r:id="rId88"/>
    <p:sldId id="487" r:id="rId89"/>
    <p:sldId id="488" r:id="rId90"/>
    <p:sldId id="489" r:id="rId91"/>
    <p:sldId id="490" r:id="rId92"/>
    <p:sldId id="491" r:id="rId93"/>
    <p:sldId id="492" r:id="rId94"/>
    <p:sldId id="493" r:id="rId95"/>
    <p:sldId id="431" r:id="rId96"/>
    <p:sldId id="494" r:id="rId97"/>
    <p:sldId id="496" r:id="rId98"/>
    <p:sldId id="497" r:id="rId99"/>
    <p:sldId id="499" r:id="rId100"/>
    <p:sldId id="498" r:id="rId101"/>
    <p:sldId id="500" r:id="rId102"/>
    <p:sldId id="501" r:id="rId103"/>
    <p:sldId id="502" r:id="rId104"/>
    <p:sldId id="503" r:id="rId105"/>
    <p:sldId id="504" r:id="rId106"/>
    <p:sldId id="505" r:id="rId107"/>
    <p:sldId id="506" r:id="rId108"/>
    <p:sldId id="507" r:id="rId109"/>
    <p:sldId id="508" r:id="rId110"/>
    <p:sldId id="509" r:id="rId111"/>
    <p:sldId id="510" r:id="rId112"/>
    <p:sldId id="511" r:id="rId113"/>
    <p:sldId id="512" r:id="rId114"/>
    <p:sldId id="513" r:id="rId115"/>
    <p:sldId id="514" r:id="rId116"/>
    <p:sldId id="515" r:id="rId117"/>
    <p:sldId id="439" r:id="rId118"/>
    <p:sldId id="434" r:id="rId119"/>
    <p:sldId id="435" r:id="rId120"/>
    <p:sldId id="436" r:id="rId121"/>
    <p:sldId id="433" r:id="rId122"/>
    <p:sldId id="516" r:id="rId1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C66"/>
    <a:srgbClr val="FFFAEA"/>
    <a:srgbClr val="FF6600"/>
    <a:srgbClr val="FFFF66"/>
    <a:srgbClr val="FF40FF"/>
    <a:srgbClr val="CBD947"/>
    <a:srgbClr val="32418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6FF8E01-DE24-0F4F-A559-943D670B7764}" v="50" dt="2024-08-14T17:48:44.40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533" autoAdjust="0"/>
    <p:restoredTop sz="78933" autoAdjust="0"/>
  </p:normalViewPr>
  <p:slideViewPr>
    <p:cSldViewPr snapToGrid="0">
      <p:cViewPr varScale="1">
        <p:scale>
          <a:sx n="125" d="100"/>
          <a:sy n="125" d="100"/>
        </p:scale>
        <p:origin x="432" y="168"/>
      </p:cViewPr>
      <p:guideLst/>
    </p:cSldViewPr>
  </p:slideViewPr>
  <p:notesTextViewPr>
    <p:cViewPr>
      <p:scale>
        <a:sx n="1" d="1"/>
        <a:sy n="1" d="1"/>
      </p:scale>
      <p:origin x="0" y="0"/>
    </p:cViewPr>
  </p:notesTextViewPr>
  <p:sorterViewPr>
    <p:cViewPr>
      <p:scale>
        <a:sx n="80" d="100"/>
        <a:sy n="8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tableStyles" Target="tableStyle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notesMaster" Target="notesMasters/notesMaster1.xml"/><Relationship Id="rId129" Type="http://schemas.microsoft.com/office/2016/11/relationships/changesInfo" Target="changesInfos/changesInfo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microsoft.com/office/2015/10/relationships/revisionInfo" Target="revisionInfo.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nnel D. Palenzuela" userId="27216d6f-a712-48da-bcb2-613e4bc945ac" providerId="ADAL" clId="{16736750-74B4-184C-AACF-97E7E4B9FAA6}"/>
    <pc:docChg chg="undo custSel addSld delSld modSld sldOrd modMainMaster">
      <pc:chgData name="Ronnel D. Palenzuela" userId="27216d6f-a712-48da-bcb2-613e4bc945ac" providerId="ADAL" clId="{16736750-74B4-184C-AACF-97E7E4B9FAA6}" dt="2024-08-13T03:37:12.131" v="3508" actId="207"/>
      <pc:docMkLst>
        <pc:docMk/>
      </pc:docMkLst>
      <pc:sldChg chg="modSp mod">
        <pc:chgData name="Ronnel D. Palenzuela" userId="27216d6f-a712-48da-bcb2-613e4bc945ac" providerId="ADAL" clId="{16736750-74B4-184C-AACF-97E7E4B9FAA6}" dt="2024-08-11T23:14:10.328" v="2625" actId="20577"/>
        <pc:sldMkLst>
          <pc:docMk/>
          <pc:sldMk cId="3455369248" sldId="257"/>
        </pc:sldMkLst>
        <pc:spChg chg="mod">
          <ac:chgData name="Ronnel D. Palenzuela" userId="27216d6f-a712-48da-bcb2-613e4bc945ac" providerId="ADAL" clId="{16736750-74B4-184C-AACF-97E7E4B9FAA6}" dt="2024-08-11T23:14:10.328" v="2625" actId="20577"/>
          <ac:spMkLst>
            <pc:docMk/>
            <pc:sldMk cId="3455369248" sldId="257"/>
            <ac:spMk id="3" creationId="{55CA8846-F5F9-9E2F-7E86-4EDFA1AEFED2}"/>
          </ac:spMkLst>
        </pc:spChg>
      </pc:sldChg>
      <pc:sldChg chg="addSp delSp modSp del mod setBg modNotesTx">
        <pc:chgData name="Ronnel D. Palenzuela" userId="27216d6f-a712-48da-bcb2-613e4bc945ac" providerId="ADAL" clId="{16736750-74B4-184C-AACF-97E7E4B9FAA6}" dt="2024-08-11T06:16:40.205" v="363" actId="2696"/>
        <pc:sldMkLst>
          <pc:docMk/>
          <pc:sldMk cId="218736974" sldId="258"/>
        </pc:sldMkLst>
        <pc:spChg chg="mod">
          <ac:chgData name="Ronnel D. Palenzuela" userId="27216d6f-a712-48da-bcb2-613e4bc945ac" providerId="ADAL" clId="{16736750-74B4-184C-AACF-97E7E4B9FAA6}" dt="2024-08-11T06:16:07.116" v="348" actId="26606"/>
          <ac:spMkLst>
            <pc:docMk/>
            <pc:sldMk cId="218736974" sldId="258"/>
            <ac:spMk id="2" creationId="{1FD87645-D8E6-23DE-A822-448BF1054783}"/>
          </ac:spMkLst>
        </pc:spChg>
        <pc:spChg chg="mod">
          <ac:chgData name="Ronnel D. Palenzuela" userId="27216d6f-a712-48da-bcb2-613e4bc945ac" providerId="ADAL" clId="{16736750-74B4-184C-AACF-97E7E4B9FAA6}" dt="2024-08-11T06:16:25.529" v="353" actId="21"/>
          <ac:spMkLst>
            <pc:docMk/>
            <pc:sldMk cId="218736974" sldId="258"/>
            <ac:spMk id="3" creationId="{F9E9654B-D8E5-22CA-371A-57FADD13842B}"/>
          </ac:spMkLst>
        </pc:spChg>
        <pc:spChg chg="add del">
          <ac:chgData name="Ronnel D. Palenzuela" userId="27216d6f-a712-48da-bcb2-613e4bc945ac" providerId="ADAL" clId="{16736750-74B4-184C-AACF-97E7E4B9FAA6}" dt="2024-08-11T06:16:07.116" v="348" actId="26606"/>
          <ac:spMkLst>
            <pc:docMk/>
            <pc:sldMk cId="218736974" sldId="258"/>
            <ac:spMk id="9" creationId="{04812C46-200A-4DEB-A05E-3ED6C68C2387}"/>
          </ac:spMkLst>
        </pc:spChg>
        <pc:spChg chg="add del">
          <ac:chgData name="Ronnel D. Palenzuela" userId="27216d6f-a712-48da-bcb2-613e4bc945ac" providerId="ADAL" clId="{16736750-74B4-184C-AACF-97E7E4B9FAA6}" dt="2024-08-11T06:16:07.116" v="348" actId="26606"/>
          <ac:spMkLst>
            <pc:docMk/>
            <pc:sldMk cId="218736974" sldId="258"/>
            <ac:spMk id="11" creationId="{D1EA859B-E555-4109-94F3-6700E046E008}"/>
          </ac:spMkLst>
        </pc:spChg>
        <pc:picChg chg="add del mod ord">
          <ac:chgData name="Ronnel D. Palenzuela" userId="27216d6f-a712-48da-bcb2-613e4bc945ac" providerId="ADAL" clId="{16736750-74B4-184C-AACF-97E7E4B9FAA6}" dt="2024-08-11T06:16:38.323" v="362" actId="21"/>
          <ac:picMkLst>
            <pc:docMk/>
            <pc:sldMk cId="218736974" sldId="258"/>
            <ac:picMk id="4" creationId="{98D0E626-B0C1-BC0F-8BBE-013B7E7B3AA6}"/>
          </ac:picMkLst>
        </pc:picChg>
      </pc:sldChg>
      <pc:sldChg chg="addSp delSp modSp mod modNotesTx">
        <pc:chgData name="Ronnel D. Palenzuela" userId="27216d6f-a712-48da-bcb2-613e4bc945ac" providerId="ADAL" clId="{16736750-74B4-184C-AACF-97E7E4B9FAA6}" dt="2024-08-11T12:37:53.539" v="2618" actId="20577"/>
        <pc:sldMkLst>
          <pc:docMk/>
          <pc:sldMk cId="3256538018" sldId="259"/>
        </pc:sldMkLst>
        <pc:spChg chg="mod">
          <ac:chgData name="Ronnel D. Palenzuela" userId="27216d6f-a712-48da-bcb2-613e4bc945ac" providerId="ADAL" clId="{16736750-74B4-184C-AACF-97E7E4B9FAA6}" dt="2024-08-11T06:18:47.941" v="388" actId="14100"/>
          <ac:spMkLst>
            <pc:docMk/>
            <pc:sldMk cId="3256538018" sldId="259"/>
            <ac:spMk id="2" creationId="{1FD87645-D8E6-23DE-A822-448BF1054783}"/>
          </ac:spMkLst>
        </pc:spChg>
        <pc:spChg chg="mod">
          <ac:chgData name="Ronnel D. Palenzuela" userId="27216d6f-a712-48da-bcb2-613e4bc945ac" providerId="ADAL" clId="{16736750-74B4-184C-AACF-97E7E4B9FAA6}" dt="2024-08-11T12:37:53.539" v="2618" actId="20577"/>
          <ac:spMkLst>
            <pc:docMk/>
            <pc:sldMk cId="3256538018" sldId="259"/>
            <ac:spMk id="3" creationId="{F9E9654B-D8E5-22CA-371A-57FADD13842B}"/>
          </ac:spMkLst>
        </pc:spChg>
        <pc:picChg chg="add mod">
          <ac:chgData name="Ronnel D. Palenzuela" userId="27216d6f-a712-48da-bcb2-613e4bc945ac" providerId="ADAL" clId="{16736750-74B4-184C-AACF-97E7E4B9FAA6}" dt="2024-08-11T06:21:54.031" v="403" actId="1076"/>
          <ac:picMkLst>
            <pc:docMk/>
            <pc:sldMk cId="3256538018" sldId="259"/>
            <ac:picMk id="4" creationId="{E700435F-1E7A-3EEC-4AA8-86923D600596}"/>
          </ac:picMkLst>
        </pc:picChg>
        <pc:picChg chg="del">
          <ac:chgData name="Ronnel D. Palenzuela" userId="27216d6f-a712-48da-bcb2-613e4bc945ac" providerId="ADAL" clId="{16736750-74B4-184C-AACF-97E7E4B9FAA6}" dt="2024-08-11T06:16:36.656" v="361" actId="478"/>
          <ac:picMkLst>
            <pc:docMk/>
            <pc:sldMk cId="3256538018" sldId="259"/>
            <ac:picMk id="5" creationId="{D3CE80CF-7820-04DC-00A6-061A45338617}"/>
          </ac:picMkLst>
        </pc:picChg>
        <pc:picChg chg="del">
          <ac:chgData name="Ronnel D. Palenzuela" userId="27216d6f-a712-48da-bcb2-613e4bc945ac" providerId="ADAL" clId="{16736750-74B4-184C-AACF-97E7E4B9FAA6}" dt="2024-08-11T06:16:36.656" v="361" actId="478"/>
          <ac:picMkLst>
            <pc:docMk/>
            <pc:sldMk cId="3256538018" sldId="259"/>
            <ac:picMk id="6" creationId="{105319CD-EE8D-3939-D407-76A3761FCAFE}"/>
          </ac:picMkLst>
        </pc:picChg>
        <pc:picChg chg="del">
          <ac:chgData name="Ronnel D. Palenzuela" userId="27216d6f-a712-48da-bcb2-613e4bc945ac" providerId="ADAL" clId="{16736750-74B4-184C-AACF-97E7E4B9FAA6}" dt="2024-08-11T06:16:36.656" v="361" actId="478"/>
          <ac:picMkLst>
            <pc:docMk/>
            <pc:sldMk cId="3256538018" sldId="259"/>
            <ac:picMk id="7" creationId="{763F4613-1B0F-8B43-1A32-113F3480FFDD}"/>
          </ac:picMkLst>
        </pc:picChg>
        <pc:picChg chg="del">
          <ac:chgData name="Ronnel D. Palenzuela" userId="27216d6f-a712-48da-bcb2-613e4bc945ac" providerId="ADAL" clId="{16736750-74B4-184C-AACF-97E7E4B9FAA6}" dt="2024-08-11T06:16:36.656" v="361" actId="478"/>
          <ac:picMkLst>
            <pc:docMk/>
            <pc:sldMk cId="3256538018" sldId="259"/>
            <ac:picMk id="8" creationId="{3F65A7A7-479E-10AB-F526-C7D8854988BE}"/>
          </ac:picMkLst>
        </pc:picChg>
        <pc:picChg chg="add mod">
          <ac:chgData name="Ronnel D. Palenzuela" userId="27216d6f-a712-48da-bcb2-613e4bc945ac" providerId="ADAL" clId="{16736750-74B4-184C-AACF-97E7E4B9FAA6}" dt="2024-08-11T06:21:54.464" v="404" actId="1076"/>
          <ac:picMkLst>
            <pc:docMk/>
            <pc:sldMk cId="3256538018" sldId="259"/>
            <ac:picMk id="9" creationId="{5039F99A-C68C-0B5B-1A0E-5505DF7E762C}"/>
          </ac:picMkLst>
        </pc:picChg>
      </pc:sldChg>
      <pc:sldChg chg="del modNotesTx">
        <pc:chgData name="Ronnel D. Palenzuela" userId="27216d6f-a712-48da-bcb2-613e4bc945ac" providerId="ADAL" clId="{16736750-74B4-184C-AACF-97E7E4B9FAA6}" dt="2024-08-11T06:22:16.116" v="405" actId="2696"/>
        <pc:sldMkLst>
          <pc:docMk/>
          <pc:sldMk cId="606913761" sldId="260"/>
        </pc:sldMkLst>
      </pc:sldChg>
      <pc:sldChg chg="del">
        <pc:chgData name="Ronnel D. Palenzuela" userId="27216d6f-a712-48da-bcb2-613e4bc945ac" providerId="ADAL" clId="{16736750-74B4-184C-AACF-97E7E4B9FAA6}" dt="2024-08-11T06:22:16.124" v="406" actId="2696"/>
        <pc:sldMkLst>
          <pc:docMk/>
          <pc:sldMk cId="285302475" sldId="261"/>
        </pc:sldMkLst>
      </pc:sldChg>
      <pc:sldChg chg="del modNotesTx">
        <pc:chgData name="Ronnel D. Palenzuela" userId="27216d6f-a712-48da-bcb2-613e4bc945ac" providerId="ADAL" clId="{16736750-74B4-184C-AACF-97E7E4B9FAA6}" dt="2024-08-11T09:23:38.794" v="1383" actId="2696"/>
        <pc:sldMkLst>
          <pc:docMk/>
          <pc:sldMk cId="1633078811" sldId="262"/>
        </pc:sldMkLst>
      </pc:sldChg>
      <pc:sldChg chg="addSp delSp modSp mod ord setBg modNotesTx">
        <pc:chgData name="Ronnel D. Palenzuela" userId="27216d6f-a712-48da-bcb2-613e4bc945ac" providerId="ADAL" clId="{16736750-74B4-184C-AACF-97E7E4B9FAA6}" dt="2024-08-11T07:26:40.554" v="869" actId="20577"/>
        <pc:sldMkLst>
          <pc:docMk/>
          <pc:sldMk cId="3611571112" sldId="263"/>
        </pc:sldMkLst>
        <pc:spChg chg="mod">
          <ac:chgData name="Ronnel D. Palenzuela" userId="27216d6f-a712-48da-bcb2-613e4bc945ac" providerId="ADAL" clId="{16736750-74B4-184C-AACF-97E7E4B9FAA6}" dt="2024-08-11T07:26:40.554" v="869" actId="20577"/>
          <ac:spMkLst>
            <pc:docMk/>
            <pc:sldMk cId="3611571112" sldId="263"/>
            <ac:spMk id="2" creationId="{4B9DC0FD-E73C-26A6-891F-61B461076958}"/>
          </ac:spMkLst>
        </pc:spChg>
        <pc:spChg chg="del mod">
          <ac:chgData name="Ronnel D. Palenzuela" userId="27216d6f-a712-48da-bcb2-613e4bc945ac" providerId="ADAL" clId="{16736750-74B4-184C-AACF-97E7E4B9FAA6}" dt="2024-08-11T05:58:13.516" v="174" actId="478"/>
          <ac:spMkLst>
            <pc:docMk/>
            <pc:sldMk cId="3611571112" sldId="263"/>
            <ac:spMk id="3" creationId="{55CA8846-F5F9-9E2F-7E86-4EDFA1AEFED2}"/>
          </ac:spMkLst>
        </pc:spChg>
        <pc:spChg chg="add del">
          <ac:chgData name="Ronnel D. Palenzuela" userId="27216d6f-a712-48da-bcb2-613e4bc945ac" providerId="ADAL" clId="{16736750-74B4-184C-AACF-97E7E4B9FAA6}" dt="2024-08-11T06:07:07.454" v="259" actId="26606"/>
          <ac:spMkLst>
            <pc:docMk/>
            <pc:sldMk cId="3611571112" sldId="263"/>
            <ac:spMk id="9" creationId="{0DBF1ABE-8590-450D-BB49-BDDCCF3EEA9E}"/>
          </ac:spMkLst>
        </pc:spChg>
        <pc:spChg chg="add del">
          <ac:chgData name="Ronnel D. Palenzuela" userId="27216d6f-a712-48da-bcb2-613e4bc945ac" providerId="ADAL" clId="{16736750-74B4-184C-AACF-97E7E4B9FAA6}" dt="2024-08-11T06:07:07.454" v="259" actId="26606"/>
          <ac:spMkLst>
            <pc:docMk/>
            <pc:sldMk cId="3611571112" sldId="263"/>
            <ac:spMk id="11" creationId="{18D32C3D-8F76-4E99-BE56-0836CC38CC84}"/>
          </ac:spMkLst>
        </pc:spChg>
        <pc:spChg chg="add del">
          <ac:chgData name="Ronnel D. Palenzuela" userId="27216d6f-a712-48da-bcb2-613e4bc945ac" providerId="ADAL" clId="{16736750-74B4-184C-AACF-97E7E4B9FAA6}" dt="2024-08-11T06:07:07.454" v="259" actId="26606"/>
          <ac:spMkLst>
            <pc:docMk/>
            <pc:sldMk cId="3611571112" sldId="263"/>
            <ac:spMk id="13" creationId="{70766076-46F5-42D5-A773-2B3BEF2B8B74}"/>
          </ac:spMkLst>
        </pc:spChg>
        <pc:spChg chg="add del">
          <ac:chgData name="Ronnel D. Palenzuela" userId="27216d6f-a712-48da-bcb2-613e4bc945ac" providerId="ADAL" clId="{16736750-74B4-184C-AACF-97E7E4B9FAA6}" dt="2024-08-11T06:07:07.454" v="259" actId="26606"/>
          <ac:spMkLst>
            <pc:docMk/>
            <pc:sldMk cId="3611571112" sldId="263"/>
            <ac:spMk id="15" creationId="{CB7B90D9-1EC2-4A12-B24A-342C1BCA2FA1}"/>
          </ac:spMkLst>
        </pc:spChg>
        <pc:picChg chg="add del mod">
          <ac:chgData name="Ronnel D. Palenzuela" userId="27216d6f-a712-48da-bcb2-613e4bc945ac" providerId="ADAL" clId="{16736750-74B4-184C-AACF-97E7E4B9FAA6}" dt="2024-08-11T06:09:13.684" v="283" actId="478"/>
          <ac:picMkLst>
            <pc:docMk/>
            <pc:sldMk cId="3611571112" sldId="263"/>
            <ac:picMk id="4" creationId="{C459ACEE-C018-E6AA-F0E7-E4078174E3AF}"/>
          </ac:picMkLst>
        </pc:picChg>
      </pc:sldChg>
      <pc:sldChg chg="modSp mod">
        <pc:chgData name="Ronnel D. Palenzuela" userId="27216d6f-a712-48da-bcb2-613e4bc945ac" providerId="ADAL" clId="{16736750-74B4-184C-AACF-97E7E4B9FAA6}" dt="2024-08-11T05:45:49.289" v="62" actId="207"/>
        <pc:sldMkLst>
          <pc:docMk/>
          <pc:sldMk cId="261940385" sldId="264"/>
        </pc:sldMkLst>
        <pc:spChg chg="mod">
          <ac:chgData name="Ronnel D. Palenzuela" userId="27216d6f-a712-48da-bcb2-613e4bc945ac" providerId="ADAL" clId="{16736750-74B4-184C-AACF-97E7E4B9FAA6}" dt="2024-08-11T05:45:49.289" v="62" actId="207"/>
          <ac:spMkLst>
            <pc:docMk/>
            <pc:sldMk cId="261940385" sldId="264"/>
            <ac:spMk id="3" creationId="{A8B75234-3FB1-B597-DF46-CD5827D3C5AF}"/>
          </ac:spMkLst>
        </pc:spChg>
      </pc:sldChg>
      <pc:sldChg chg="addSp delSp modSp add mod modNotesTx">
        <pc:chgData name="Ronnel D. Palenzuela" userId="27216d6f-a712-48da-bcb2-613e4bc945ac" providerId="ADAL" clId="{16736750-74B4-184C-AACF-97E7E4B9FAA6}" dt="2024-08-11T06:53:23.498" v="651" actId="20577"/>
        <pc:sldMkLst>
          <pc:docMk/>
          <pc:sldMk cId="538568147" sldId="265"/>
        </pc:sldMkLst>
        <pc:spChg chg="mod">
          <ac:chgData name="Ronnel D. Palenzuela" userId="27216d6f-a712-48da-bcb2-613e4bc945ac" providerId="ADAL" clId="{16736750-74B4-184C-AACF-97E7E4B9FAA6}" dt="2024-08-11T06:24:33.995" v="426" actId="20577"/>
          <ac:spMkLst>
            <pc:docMk/>
            <pc:sldMk cId="538568147" sldId="265"/>
            <ac:spMk id="2" creationId="{1FD87645-D8E6-23DE-A822-448BF1054783}"/>
          </ac:spMkLst>
        </pc:spChg>
        <pc:spChg chg="mod">
          <ac:chgData name="Ronnel D. Palenzuela" userId="27216d6f-a712-48da-bcb2-613e4bc945ac" providerId="ADAL" clId="{16736750-74B4-184C-AACF-97E7E4B9FAA6}" dt="2024-08-11T06:53:05.724" v="648" actId="207"/>
          <ac:spMkLst>
            <pc:docMk/>
            <pc:sldMk cId="538568147" sldId="265"/>
            <ac:spMk id="3" creationId="{F9E9654B-D8E5-22CA-371A-57FADD13842B}"/>
          </ac:spMkLst>
        </pc:spChg>
        <pc:spChg chg="add del mod">
          <ac:chgData name="Ronnel D. Palenzuela" userId="27216d6f-a712-48da-bcb2-613e4bc945ac" providerId="ADAL" clId="{16736750-74B4-184C-AACF-97E7E4B9FAA6}" dt="2024-08-11T06:53:08.656" v="650" actId="478"/>
          <ac:spMkLst>
            <pc:docMk/>
            <pc:sldMk cId="538568147" sldId="265"/>
            <ac:spMk id="11" creationId="{2E179526-39F5-A7F9-BE56-7FA6A5CD0F1A}"/>
          </ac:spMkLst>
        </pc:spChg>
        <pc:picChg chg="del">
          <ac:chgData name="Ronnel D. Palenzuela" userId="27216d6f-a712-48da-bcb2-613e4bc945ac" providerId="ADAL" clId="{16736750-74B4-184C-AACF-97E7E4B9FAA6}" dt="2024-08-11T06:28:11.603" v="470" actId="478"/>
          <ac:picMkLst>
            <pc:docMk/>
            <pc:sldMk cId="538568147" sldId="265"/>
            <ac:picMk id="4" creationId="{E700435F-1E7A-3EEC-4AA8-86923D600596}"/>
          </ac:picMkLst>
        </pc:picChg>
        <pc:picChg chg="add del mod">
          <ac:chgData name="Ronnel D. Palenzuela" userId="27216d6f-a712-48da-bcb2-613e4bc945ac" providerId="ADAL" clId="{16736750-74B4-184C-AACF-97E7E4B9FAA6}" dt="2024-08-11T06:29:57.039" v="479" actId="478"/>
          <ac:picMkLst>
            <pc:docMk/>
            <pc:sldMk cId="538568147" sldId="265"/>
            <ac:picMk id="5" creationId="{6120C7BE-6D16-542F-8D12-5F374110B259}"/>
          </ac:picMkLst>
        </pc:picChg>
        <pc:picChg chg="add mod">
          <ac:chgData name="Ronnel D. Palenzuela" userId="27216d6f-a712-48da-bcb2-613e4bc945ac" providerId="ADAL" clId="{16736750-74B4-184C-AACF-97E7E4B9FAA6}" dt="2024-08-11T06:37:15.786" v="541" actId="1076"/>
          <ac:picMkLst>
            <pc:docMk/>
            <pc:sldMk cId="538568147" sldId="265"/>
            <ac:picMk id="6" creationId="{E6F66661-8045-D9A5-7A22-9C32CFDC9130}"/>
          </ac:picMkLst>
        </pc:picChg>
        <pc:picChg chg="add mod">
          <ac:chgData name="Ronnel D. Palenzuela" userId="27216d6f-a712-48da-bcb2-613e4bc945ac" providerId="ADAL" clId="{16736750-74B4-184C-AACF-97E7E4B9FAA6}" dt="2024-08-11T06:38:05.418" v="564" actId="1076"/>
          <ac:picMkLst>
            <pc:docMk/>
            <pc:sldMk cId="538568147" sldId="265"/>
            <ac:picMk id="7" creationId="{034B6557-36A5-121F-76C7-3EA4B37D7CFA}"/>
          </ac:picMkLst>
        </pc:picChg>
        <pc:picChg chg="add mod">
          <ac:chgData name="Ronnel D. Palenzuela" userId="27216d6f-a712-48da-bcb2-613e4bc945ac" providerId="ADAL" clId="{16736750-74B4-184C-AACF-97E7E4B9FAA6}" dt="2024-08-11T06:38:07.200" v="565" actId="1076"/>
          <ac:picMkLst>
            <pc:docMk/>
            <pc:sldMk cId="538568147" sldId="265"/>
            <ac:picMk id="8" creationId="{1FB21C6D-D0A1-8AEB-319B-0296807954C0}"/>
          </ac:picMkLst>
        </pc:picChg>
        <pc:picChg chg="del">
          <ac:chgData name="Ronnel D. Palenzuela" userId="27216d6f-a712-48da-bcb2-613e4bc945ac" providerId="ADAL" clId="{16736750-74B4-184C-AACF-97E7E4B9FAA6}" dt="2024-08-11T06:28:10.344" v="469" actId="478"/>
          <ac:picMkLst>
            <pc:docMk/>
            <pc:sldMk cId="538568147" sldId="265"/>
            <ac:picMk id="9" creationId="{5039F99A-C68C-0B5B-1A0E-5505DF7E762C}"/>
          </ac:picMkLst>
        </pc:picChg>
        <pc:picChg chg="add mod">
          <ac:chgData name="Ronnel D. Palenzuela" userId="27216d6f-a712-48da-bcb2-613e4bc945ac" providerId="ADAL" clId="{16736750-74B4-184C-AACF-97E7E4B9FAA6}" dt="2024-08-11T06:38:14.300" v="567" actId="1076"/>
          <ac:picMkLst>
            <pc:docMk/>
            <pc:sldMk cId="538568147" sldId="265"/>
            <ac:picMk id="10" creationId="{DA4EB7EF-513D-C40D-5DC5-6B39809CDC00}"/>
          </ac:picMkLst>
        </pc:picChg>
      </pc:sldChg>
      <pc:sldChg chg="addSp delSp modSp add mod modNotesTx">
        <pc:chgData name="Ronnel D. Palenzuela" userId="27216d6f-a712-48da-bcb2-613e4bc945ac" providerId="ADAL" clId="{16736750-74B4-184C-AACF-97E7E4B9FAA6}" dt="2024-08-11T07:02:04.499" v="710" actId="207"/>
        <pc:sldMkLst>
          <pc:docMk/>
          <pc:sldMk cId="3029220167" sldId="266"/>
        </pc:sldMkLst>
        <pc:spChg chg="mod">
          <ac:chgData name="Ronnel D. Palenzuela" userId="27216d6f-a712-48da-bcb2-613e4bc945ac" providerId="ADAL" clId="{16736750-74B4-184C-AACF-97E7E4B9FAA6}" dt="2024-08-11T06:42:43.526" v="580"/>
          <ac:spMkLst>
            <pc:docMk/>
            <pc:sldMk cId="3029220167" sldId="266"/>
            <ac:spMk id="2" creationId="{1FD87645-D8E6-23DE-A822-448BF1054783}"/>
          </ac:spMkLst>
        </pc:spChg>
        <pc:spChg chg="mod">
          <ac:chgData name="Ronnel D. Palenzuela" userId="27216d6f-a712-48da-bcb2-613e4bc945ac" providerId="ADAL" clId="{16736750-74B4-184C-AACF-97E7E4B9FAA6}" dt="2024-08-11T07:02:04.499" v="710" actId="207"/>
          <ac:spMkLst>
            <pc:docMk/>
            <pc:sldMk cId="3029220167" sldId="266"/>
            <ac:spMk id="3" creationId="{F9E9654B-D8E5-22CA-371A-57FADD13842B}"/>
          </ac:spMkLst>
        </pc:spChg>
        <pc:picChg chg="add mod">
          <ac:chgData name="Ronnel D. Palenzuela" userId="27216d6f-a712-48da-bcb2-613e4bc945ac" providerId="ADAL" clId="{16736750-74B4-184C-AACF-97E7E4B9FAA6}" dt="2024-08-11T06:50:04.050" v="627" actId="1076"/>
          <ac:picMkLst>
            <pc:docMk/>
            <pc:sldMk cId="3029220167" sldId="266"/>
            <ac:picMk id="4" creationId="{976997AD-2D0B-ADA0-F7E4-E6B598F2CBB8}"/>
          </ac:picMkLst>
        </pc:picChg>
        <pc:picChg chg="add mod">
          <ac:chgData name="Ronnel D. Palenzuela" userId="27216d6f-a712-48da-bcb2-613e4bc945ac" providerId="ADAL" clId="{16736750-74B4-184C-AACF-97E7E4B9FAA6}" dt="2024-08-11T06:50:05.208" v="628" actId="1076"/>
          <ac:picMkLst>
            <pc:docMk/>
            <pc:sldMk cId="3029220167" sldId="266"/>
            <ac:picMk id="5" creationId="{543B0815-1AAB-9A0C-012F-1501ED91F33D}"/>
          </ac:picMkLst>
        </pc:picChg>
        <pc:picChg chg="del">
          <ac:chgData name="Ronnel D. Palenzuela" userId="27216d6f-a712-48da-bcb2-613e4bc945ac" providerId="ADAL" clId="{16736750-74B4-184C-AACF-97E7E4B9FAA6}" dt="2024-08-11T06:42:45.638" v="581" actId="478"/>
          <ac:picMkLst>
            <pc:docMk/>
            <pc:sldMk cId="3029220167" sldId="266"/>
            <ac:picMk id="6" creationId="{E6F66661-8045-D9A5-7A22-9C32CFDC9130}"/>
          </ac:picMkLst>
        </pc:picChg>
        <pc:picChg chg="del">
          <ac:chgData name="Ronnel D. Palenzuela" userId="27216d6f-a712-48da-bcb2-613e4bc945ac" providerId="ADAL" clId="{16736750-74B4-184C-AACF-97E7E4B9FAA6}" dt="2024-08-11T06:42:46.348" v="583" actId="478"/>
          <ac:picMkLst>
            <pc:docMk/>
            <pc:sldMk cId="3029220167" sldId="266"/>
            <ac:picMk id="7" creationId="{034B6557-36A5-121F-76C7-3EA4B37D7CFA}"/>
          </ac:picMkLst>
        </pc:picChg>
        <pc:picChg chg="del">
          <ac:chgData name="Ronnel D. Palenzuela" userId="27216d6f-a712-48da-bcb2-613e4bc945ac" providerId="ADAL" clId="{16736750-74B4-184C-AACF-97E7E4B9FAA6}" dt="2024-08-11T06:42:46.099" v="582" actId="478"/>
          <ac:picMkLst>
            <pc:docMk/>
            <pc:sldMk cId="3029220167" sldId="266"/>
            <ac:picMk id="8" creationId="{1FB21C6D-D0A1-8AEB-319B-0296807954C0}"/>
          </ac:picMkLst>
        </pc:picChg>
        <pc:picChg chg="del">
          <ac:chgData name="Ronnel D. Palenzuela" userId="27216d6f-a712-48da-bcb2-613e4bc945ac" providerId="ADAL" clId="{16736750-74B4-184C-AACF-97E7E4B9FAA6}" dt="2024-08-11T06:42:47.223" v="584" actId="478"/>
          <ac:picMkLst>
            <pc:docMk/>
            <pc:sldMk cId="3029220167" sldId="266"/>
            <ac:picMk id="10" creationId="{DA4EB7EF-513D-C40D-5DC5-6B39809CDC00}"/>
          </ac:picMkLst>
        </pc:picChg>
      </pc:sldChg>
      <pc:sldChg chg="addSp delSp modSp add mod modNotesTx">
        <pc:chgData name="Ronnel D. Palenzuela" userId="27216d6f-a712-48da-bcb2-613e4bc945ac" providerId="ADAL" clId="{16736750-74B4-184C-AACF-97E7E4B9FAA6}" dt="2024-08-11T06:58:25.859" v="689" actId="1076"/>
        <pc:sldMkLst>
          <pc:docMk/>
          <pc:sldMk cId="3285671655" sldId="267"/>
        </pc:sldMkLst>
        <pc:spChg chg="mod">
          <ac:chgData name="Ronnel D. Palenzuela" userId="27216d6f-a712-48da-bcb2-613e4bc945ac" providerId="ADAL" clId="{16736750-74B4-184C-AACF-97E7E4B9FAA6}" dt="2024-08-11T06:51:36.841" v="633"/>
          <ac:spMkLst>
            <pc:docMk/>
            <pc:sldMk cId="3285671655" sldId="267"/>
            <ac:spMk id="2" creationId="{1FD87645-D8E6-23DE-A822-448BF1054783}"/>
          </ac:spMkLst>
        </pc:spChg>
        <pc:spChg chg="mod">
          <ac:chgData name="Ronnel D. Palenzuela" userId="27216d6f-a712-48da-bcb2-613e4bc945ac" providerId="ADAL" clId="{16736750-74B4-184C-AACF-97E7E4B9FAA6}" dt="2024-08-11T06:55:05.721" v="666" actId="207"/>
          <ac:spMkLst>
            <pc:docMk/>
            <pc:sldMk cId="3285671655" sldId="267"/>
            <ac:spMk id="3" creationId="{F9E9654B-D8E5-22CA-371A-57FADD13842B}"/>
          </ac:spMkLst>
        </pc:spChg>
        <pc:spChg chg="add del">
          <ac:chgData name="Ronnel D. Palenzuela" userId="27216d6f-a712-48da-bcb2-613e4bc945ac" providerId="ADAL" clId="{16736750-74B4-184C-AACF-97E7E4B9FAA6}" dt="2024-08-11T06:56:21.472" v="668" actId="22"/>
          <ac:spMkLst>
            <pc:docMk/>
            <pc:sldMk cId="3285671655" sldId="267"/>
            <ac:spMk id="7" creationId="{596F8A18-C394-6B31-5658-595AADFFEFA2}"/>
          </ac:spMkLst>
        </pc:spChg>
        <pc:picChg chg="del">
          <ac:chgData name="Ronnel D. Palenzuela" userId="27216d6f-a712-48da-bcb2-613e4bc945ac" providerId="ADAL" clId="{16736750-74B4-184C-AACF-97E7E4B9FAA6}" dt="2024-08-11T06:51:38.803" v="634" actId="478"/>
          <ac:picMkLst>
            <pc:docMk/>
            <pc:sldMk cId="3285671655" sldId="267"/>
            <ac:picMk id="4" creationId="{976997AD-2D0B-ADA0-F7E4-E6B598F2CBB8}"/>
          </ac:picMkLst>
        </pc:picChg>
        <pc:picChg chg="del">
          <ac:chgData name="Ronnel D. Palenzuela" userId="27216d6f-a712-48da-bcb2-613e4bc945ac" providerId="ADAL" clId="{16736750-74B4-184C-AACF-97E7E4B9FAA6}" dt="2024-08-11T06:51:39.955" v="635" actId="478"/>
          <ac:picMkLst>
            <pc:docMk/>
            <pc:sldMk cId="3285671655" sldId="267"/>
            <ac:picMk id="5" creationId="{543B0815-1AAB-9A0C-012F-1501ED91F33D}"/>
          </ac:picMkLst>
        </pc:picChg>
        <pc:picChg chg="add mod">
          <ac:chgData name="Ronnel D. Palenzuela" userId="27216d6f-a712-48da-bcb2-613e4bc945ac" providerId="ADAL" clId="{16736750-74B4-184C-AACF-97E7E4B9FAA6}" dt="2024-08-11T06:57:04.182" v="677" actId="1076"/>
          <ac:picMkLst>
            <pc:docMk/>
            <pc:sldMk cId="3285671655" sldId="267"/>
            <ac:picMk id="8" creationId="{35691684-4C7D-7C51-9845-5864FCF62DB6}"/>
          </ac:picMkLst>
        </pc:picChg>
        <pc:picChg chg="add mod">
          <ac:chgData name="Ronnel D. Palenzuela" userId="27216d6f-a712-48da-bcb2-613e4bc945ac" providerId="ADAL" clId="{16736750-74B4-184C-AACF-97E7E4B9FAA6}" dt="2024-08-11T06:58:22.395" v="688" actId="1076"/>
          <ac:picMkLst>
            <pc:docMk/>
            <pc:sldMk cId="3285671655" sldId="267"/>
            <ac:picMk id="9" creationId="{F54E6630-57D0-5DF2-6976-D72FAC436DA6}"/>
          </ac:picMkLst>
        </pc:picChg>
        <pc:picChg chg="add mod">
          <ac:chgData name="Ronnel D. Palenzuela" userId="27216d6f-a712-48da-bcb2-613e4bc945ac" providerId="ADAL" clId="{16736750-74B4-184C-AACF-97E7E4B9FAA6}" dt="2024-08-11T06:58:25.859" v="689" actId="1076"/>
          <ac:picMkLst>
            <pc:docMk/>
            <pc:sldMk cId="3285671655" sldId="267"/>
            <ac:picMk id="10" creationId="{13055B59-E94F-ADE5-68C0-75FBEF4CB412}"/>
          </ac:picMkLst>
        </pc:picChg>
      </pc:sldChg>
      <pc:sldChg chg="addSp delSp modSp add mod modNotesTx">
        <pc:chgData name="Ronnel D. Palenzuela" userId="27216d6f-a712-48da-bcb2-613e4bc945ac" providerId="ADAL" clId="{16736750-74B4-184C-AACF-97E7E4B9FAA6}" dt="2024-08-11T07:12:26.720" v="817" actId="20577"/>
        <pc:sldMkLst>
          <pc:docMk/>
          <pc:sldMk cId="1637530094" sldId="268"/>
        </pc:sldMkLst>
        <pc:spChg chg="mod">
          <ac:chgData name="Ronnel D. Palenzuela" userId="27216d6f-a712-48da-bcb2-613e4bc945ac" providerId="ADAL" clId="{16736750-74B4-184C-AACF-97E7E4B9FAA6}" dt="2024-08-11T07:00:32.200" v="691"/>
          <ac:spMkLst>
            <pc:docMk/>
            <pc:sldMk cId="1637530094" sldId="268"/>
            <ac:spMk id="2" creationId="{1FD87645-D8E6-23DE-A822-448BF1054783}"/>
          </ac:spMkLst>
        </pc:spChg>
        <pc:spChg chg="mod">
          <ac:chgData name="Ronnel D. Palenzuela" userId="27216d6f-a712-48da-bcb2-613e4bc945ac" providerId="ADAL" clId="{16736750-74B4-184C-AACF-97E7E4B9FAA6}" dt="2024-08-11T07:06:36.137" v="780" actId="207"/>
          <ac:spMkLst>
            <pc:docMk/>
            <pc:sldMk cId="1637530094" sldId="268"/>
            <ac:spMk id="3" creationId="{F9E9654B-D8E5-22CA-371A-57FADD13842B}"/>
          </ac:spMkLst>
        </pc:spChg>
        <pc:picChg chg="add mod">
          <ac:chgData name="Ronnel D. Palenzuela" userId="27216d6f-a712-48da-bcb2-613e4bc945ac" providerId="ADAL" clId="{16736750-74B4-184C-AACF-97E7E4B9FAA6}" dt="2024-08-11T07:11:16.031" v="804" actId="1076"/>
          <ac:picMkLst>
            <pc:docMk/>
            <pc:sldMk cId="1637530094" sldId="268"/>
            <ac:picMk id="4" creationId="{8DAC9A4B-5053-02D1-90FB-C7079F1A4364}"/>
          </ac:picMkLst>
        </pc:picChg>
        <pc:picChg chg="add mod">
          <ac:chgData name="Ronnel D. Palenzuela" userId="27216d6f-a712-48da-bcb2-613e4bc945ac" providerId="ADAL" clId="{16736750-74B4-184C-AACF-97E7E4B9FAA6}" dt="2024-08-11T07:11:22.625" v="808" actId="1076"/>
          <ac:picMkLst>
            <pc:docMk/>
            <pc:sldMk cId="1637530094" sldId="268"/>
            <ac:picMk id="5" creationId="{BBAB1D32-E234-CA12-BE46-CDECE16B2766}"/>
          </ac:picMkLst>
        </pc:picChg>
        <pc:picChg chg="add mod">
          <ac:chgData name="Ronnel D. Palenzuela" userId="27216d6f-a712-48da-bcb2-613e4bc945ac" providerId="ADAL" clId="{16736750-74B4-184C-AACF-97E7E4B9FAA6}" dt="2024-08-11T07:11:16.947" v="805" actId="1076"/>
          <ac:picMkLst>
            <pc:docMk/>
            <pc:sldMk cId="1637530094" sldId="268"/>
            <ac:picMk id="6" creationId="{A1B4DA84-5E5D-50EE-1E64-F68500316F28}"/>
          </ac:picMkLst>
        </pc:picChg>
        <pc:picChg chg="del">
          <ac:chgData name="Ronnel D. Palenzuela" userId="27216d6f-a712-48da-bcb2-613e4bc945ac" providerId="ADAL" clId="{16736750-74B4-184C-AACF-97E7E4B9FAA6}" dt="2024-08-11T07:00:35.202" v="692" actId="478"/>
          <ac:picMkLst>
            <pc:docMk/>
            <pc:sldMk cId="1637530094" sldId="268"/>
            <ac:picMk id="8" creationId="{35691684-4C7D-7C51-9845-5864FCF62DB6}"/>
          </ac:picMkLst>
        </pc:picChg>
        <pc:picChg chg="del">
          <ac:chgData name="Ronnel D. Palenzuela" userId="27216d6f-a712-48da-bcb2-613e4bc945ac" providerId="ADAL" clId="{16736750-74B4-184C-AACF-97E7E4B9FAA6}" dt="2024-08-11T07:00:35.776" v="694" actId="478"/>
          <ac:picMkLst>
            <pc:docMk/>
            <pc:sldMk cId="1637530094" sldId="268"/>
            <ac:picMk id="9" creationId="{F54E6630-57D0-5DF2-6976-D72FAC436DA6}"/>
          </ac:picMkLst>
        </pc:picChg>
        <pc:picChg chg="del">
          <ac:chgData name="Ronnel D. Palenzuela" userId="27216d6f-a712-48da-bcb2-613e4bc945ac" providerId="ADAL" clId="{16736750-74B4-184C-AACF-97E7E4B9FAA6}" dt="2024-08-11T07:00:35.569" v="693" actId="478"/>
          <ac:picMkLst>
            <pc:docMk/>
            <pc:sldMk cId="1637530094" sldId="268"/>
            <ac:picMk id="10" creationId="{13055B59-E94F-ADE5-68C0-75FBEF4CB412}"/>
          </ac:picMkLst>
        </pc:picChg>
      </pc:sldChg>
      <pc:sldChg chg="addSp delSp modSp add mod modNotesTx">
        <pc:chgData name="Ronnel D. Palenzuela" userId="27216d6f-a712-48da-bcb2-613e4bc945ac" providerId="ADAL" clId="{16736750-74B4-184C-AACF-97E7E4B9FAA6}" dt="2024-08-11T07:44:59.535" v="983" actId="1076"/>
        <pc:sldMkLst>
          <pc:docMk/>
          <pc:sldMk cId="4018365145" sldId="269"/>
        </pc:sldMkLst>
        <pc:spChg chg="mod">
          <ac:chgData name="Ronnel D. Palenzuela" userId="27216d6f-a712-48da-bcb2-613e4bc945ac" providerId="ADAL" clId="{16736750-74B4-184C-AACF-97E7E4B9FAA6}" dt="2024-08-11T07:16:05.119" v="827"/>
          <ac:spMkLst>
            <pc:docMk/>
            <pc:sldMk cId="4018365145" sldId="269"/>
            <ac:spMk id="2" creationId="{1FD87645-D8E6-23DE-A822-448BF1054783}"/>
          </ac:spMkLst>
        </pc:spChg>
        <pc:spChg chg="mod">
          <ac:chgData name="Ronnel D. Palenzuela" userId="27216d6f-a712-48da-bcb2-613e4bc945ac" providerId="ADAL" clId="{16736750-74B4-184C-AACF-97E7E4B9FAA6}" dt="2024-08-11T07:35:30.083" v="915" actId="20577"/>
          <ac:spMkLst>
            <pc:docMk/>
            <pc:sldMk cId="4018365145" sldId="269"/>
            <ac:spMk id="3" creationId="{F9E9654B-D8E5-22CA-371A-57FADD13842B}"/>
          </ac:spMkLst>
        </pc:spChg>
        <pc:spChg chg="add del mod">
          <ac:chgData name="Ronnel D. Palenzuela" userId="27216d6f-a712-48da-bcb2-613e4bc945ac" providerId="ADAL" clId="{16736750-74B4-184C-AACF-97E7E4B9FAA6}" dt="2024-08-11T07:32:02.501" v="903" actId="478"/>
          <ac:spMkLst>
            <pc:docMk/>
            <pc:sldMk cId="4018365145" sldId="269"/>
            <ac:spMk id="10" creationId="{2210EC6B-E565-AE8A-6A22-E5A42BCDC8C6}"/>
          </ac:spMkLst>
        </pc:spChg>
        <pc:picChg chg="add del">
          <ac:chgData name="Ronnel D. Palenzuela" userId="27216d6f-a712-48da-bcb2-613e4bc945ac" providerId="ADAL" clId="{16736750-74B4-184C-AACF-97E7E4B9FAA6}" dt="2024-08-11T07:12:39.765" v="821" actId="478"/>
          <ac:picMkLst>
            <pc:docMk/>
            <pc:sldMk cId="4018365145" sldId="269"/>
            <ac:picMk id="4" creationId="{8DAC9A4B-5053-02D1-90FB-C7079F1A4364}"/>
          </ac:picMkLst>
        </pc:picChg>
        <pc:picChg chg="add del">
          <ac:chgData name="Ronnel D. Palenzuela" userId="27216d6f-a712-48da-bcb2-613e4bc945ac" providerId="ADAL" clId="{16736750-74B4-184C-AACF-97E7E4B9FAA6}" dt="2024-08-11T07:12:39.556" v="820" actId="478"/>
          <ac:picMkLst>
            <pc:docMk/>
            <pc:sldMk cId="4018365145" sldId="269"/>
            <ac:picMk id="5" creationId="{BBAB1D32-E234-CA12-BE46-CDECE16B2766}"/>
          </ac:picMkLst>
        </pc:picChg>
        <pc:picChg chg="add del">
          <ac:chgData name="Ronnel D. Palenzuela" userId="27216d6f-a712-48da-bcb2-613e4bc945ac" providerId="ADAL" clId="{16736750-74B4-184C-AACF-97E7E4B9FAA6}" dt="2024-08-11T07:12:39.082" v="819" actId="478"/>
          <ac:picMkLst>
            <pc:docMk/>
            <pc:sldMk cId="4018365145" sldId="269"/>
            <ac:picMk id="6" creationId="{A1B4DA84-5E5D-50EE-1E64-F68500316F28}"/>
          </ac:picMkLst>
        </pc:picChg>
        <pc:picChg chg="add del mod modCrop">
          <ac:chgData name="Ronnel D. Palenzuela" userId="27216d6f-a712-48da-bcb2-613e4bc945ac" providerId="ADAL" clId="{16736750-74B4-184C-AACF-97E7E4B9FAA6}" dt="2024-08-11T07:25:14.336" v="838" actId="478"/>
          <ac:picMkLst>
            <pc:docMk/>
            <pc:sldMk cId="4018365145" sldId="269"/>
            <ac:picMk id="7" creationId="{24E2E089-CDE5-B152-E63B-AF3B2C77DA83}"/>
          </ac:picMkLst>
        </pc:picChg>
        <pc:picChg chg="add mod">
          <ac:chgData name="Ronnel D. Palenzuela" userId="27216d6f-a712-48da-bcb2-613e4bc945ac" providerId="ADAL" clId="{16736750-74B4-184C-AACF-97E7E4B9FAA6}" dt="2024-08-11T07:44:45.826" v="980" actId="1076"/>
          <ac:picMkLst>
            <pc:docMk/>
            <pc:sldMk cId="4018365145" sldId="269"/>
            <ac:picMk id="8" creationId="{0B4C34F2-2634-FB62-A93A-843DDDFAA85D}"/>
          </ac:picMkLst>
        </pc:picChg>
        <pc:picChg chg="add mod">
          <ac:chgData name="Ronnel D. Palenzuela" userId="27216d6f-a712-48da-bcb2-613e4bc945ac" providerId="ADAL" clId="{16736750-74B4-184C-AACF-97E7E4B9FAA6}" dt="2024-08-11T07:44:44.353" v="979" actId="1076"/>
          <ac:picMkLst>
            <pc:docMk/>
            <pc:sldMk cId="4018365145" sldId="269"/>
            <ac:picMk id="9" creationId="{0A80EF80-4C5E-8CE0-3F3B-ECF4BE782924}"/>
          </ac:picMkLst>
        </pc:picChg>
        <pc:picChg chg="add mod">
          <ac:chgData name="Ronnel D. Palenzuela" userId="27216d6f-a712-48da-bcb2-613e4bc945ac" providerId="ADAL" clId="{16736750-74B4-184C-AACF-97E7E4B9FAA6}" dt="2024-08-11T07:44:59.535" v="983" actId="1076"/>
          <ac:picMkLst>
            <pc:docMk/>
            <pc:sldMk cId="4018365145" sldId="269"/>
            <ac:picMk id="11" creationId="{366A9246-6DE2-2DC2-8255-E647DD2BB3B9}"/>
          </ac:picMkLst>
        </pc:picChg>
        <pc:picChg chg="add mod">
          <ac:chgData name="Ronnel D. Palenzuela" userId="27216d6f-a712-48da-bcb2-613e4bc945ac" providerId="ADAL" clId="{16736750-74B4-184C-AACF-97E7E4B9FAA6}" dt="2024-08-11T07:44:56.447" v="982" actId="1076"/>
          <ac:picMkLst>
            <pc:docMk/>
            <pc:sldMk cId="4018365145" sldId="269"/>
            <ac:picMk id="12" creationId="{26BABAC0-44F4-586F-DED0-718E3F89CC72}"/>
          </ac:picMkLst>
        </pc:picChg>
      </pc:sldChg>
      <pc:sldChg chg="addSp delSp modSp add mod modNotesTx">
        <pc:chgData name="Ronnel D. Palenzuela" userId="27216d6f-a712-48da-bcb2-613e4bc945ac" providerId="ADAL" clId="{16736750-74B4-184C-AACF-97E7E4B9FAA6}" dt="2024-08-11T08:05:47.119" v="1143" actId="20577"/>
        <pc:sldMkLst>
          <pc:docMk/>
          <pc:sldMk cId="1107698705" sldId="270"/>
        </pc:sldMkLst>
        <pc:spChg chg="mod">
          <ac:chgData name="Ronnel D. Palenzuela" userId="27216d6f-a712-48da-bcb2-613e4bc945ac" providerId="ADAL" clId="{16736750-74B4-184C-AACF-97E7E4B9FAA6}" dt="2024-08-11T07:46:29.276" v="985"/>
          <ac:spMkLst>
            <pc:docMk/>
            <pc:sldMk cId="1107698705" sldId="270"/>
            <ac:spMk id="2" creationId="{1FD87645-D8E6-23DE-A822-448BF1054783}"/>
          </ac:spMkLst>
        </pc:spChg>
        <pc:spChg chg="mod">
          <ac:chgData name="Ronnel D. Palenzuela" userId="27216d6f-a712-48da-bcb2-613e4bc945ac" providerId="ADAL" clId="{16736750-74B4-184C-AACF-97E7E4B9FAA6}" dt="2024-08-11T08:05:47.119" v="1143" actId="20577"/>
          <ac:spMkLst>
            <pc:docMk/>
            <pc:sldMk cId="1107698705" sldId="270"/>
            <ac:spMk id="3" creationId="{F9E9654B-D8E5-22CA-371A-57FADD13842B}"/>
          </ac:spMkLst>
        </pc:spChg>
        <pc:spChg chg="add del">
          <ac:chgData name="Ronnel D. Palenzuela" userId="27216d6f-a712-48da-bcb2-613e4bc945ac" providerId="ADAL" clId="{16736750-74B4-184C-AACF-97E7E4B9FAA6}" dt="2024-08-11T07:47:33" v="994" actId="22"/>
          <ac:spMkLst>
            <pc:docMk/>
            <pc:sldMk cId="1107698705" sldId="270"/>
            <ac:spMk id="5" creationId="{0260329E-59D7-30D5-FD3B-CA26C6DA4CC2}"/>
          </ac:spMkLst>
        </pc:spChg>
        <pc:picChg chg="add del mod">
          <ac:chgData name="Ronnel D. Palenzuela" userId="27216d6f-a712-48da-bcb2-613e4bc945ac" providerId="ADAL" clId="{16736750-74B4-184C-AACF-97E7E4B9FAA6}" dt="2024-08-11T08:04:21.279" v="1113" actId="478"/>
          <ac:picMkLst>
            <pc:docMk/>
            <pc:sldMk cId="1107698705" sldId="270"/>
            <ac:picMk id="6" creationId="{F6F0913D-5280-6557-E0D6-37177696C3FE}"/>
          </ac:picMkLst>
        </pc:picChg>
        <pc:picChg chg="add del mod">
          <ac:chgData name="Ronnel D. Palenzuela" userId="27216d6f-a712-48da-bcb2-613e4bc945ac" providerId="ADAL" clId="{16736750-74B4-184C-AACF-97E7E4B9FAA6}" dt="2024-08-11T08:04:30.393" v="1121" actId="478"/>
          <ac:picMkLst>
            <pc:docMk/>
            <pc:sldMk cId="1107698705" sldId="270"/>
            <ac:picMk id="7" creationId="{73AC98AD-0135-55B1-7582-41B411BF169A}"/>
          </ac:picMkLst>
        </pc:picChg>
        <pc:picChg chg="del">
          <ac:chgData name="Ronnel D. Palenzuela" userId="27216d6f-a712-48da-bcb2-613e4bc945ac" providerId="ADAL" clId="{16736750-74B4-184C-AACF-97E7E4B9FAA6}" dt="2024-08-11T07:46:30.576" v="986" actId="478"/>
          <ac:picMkLst>
            <pc:docMk/>
            <pc:sldMk cId="1107698705" sldId="270"/>
            <ac:picMk id="8" creationId="{0B4C34F2-2634-FB62-A93A-843DDDFAA85D}"/>
          </ac:picMkLst>
        </pc:picChg>
        <pc:picChg chg="del">
          <ac:chgData name="Ronnel D. Palenzuela" userId="27216d6f-a712-48da-bcb2-613e4bc945ac" providerId="ADAL" clId="{16736750-74B4-184C-AACF-97E7E4B9FAA6}" dt="2024-08-11T07:46:30.931" v="987" actId="478"/>
          <ac:picMkLst>
            <pc:docMk/>
            <pc:sldMk cId="1107698705" sldId="270"/>
            <ac:picMk id="9" creationId="{0A80EF80-4C5E-8CE0-3F3B-ECF4BE782924}"/>
          </ac:picMkLst>
        </pc:picChg>
        <pc:picChg chg="add del mod">
          <ac:chgData name="Ronnel D. Palenzuela" userId="27216d6f-a712-48da-bcb2-613e4bc945ac" providerId="ADAL" clId="{16736750-74B4-184C-AACF-97E7E4B9FAA6}" dt="2024-08-11T08:04:21.761" v="1114" actId="478"/>
          <ac:picMkLst>
            <pc:docMk/>
            <pc:sldMk cId="1107698705" sldId="270"/>
            <ac:picMk id="10" creationId="{FB900905-76C3-10D6-5718-53388A3313CC}"/>
          </ac:picMkLst>
        </pc:picChg>
        <pc:picChg chg="del">
          <ac:chgData name="Ronnel D. Palenzuela" userId="27216d6f-a712-48da-bcb2-613e4bc945ac" providerId="ADAL" clId="{16736750-74B4-184C-AACF-97E7E4B9FAA6}" dt="2024-08-11T07:46:31.747" v="989" actId="478"/>
          <ac:picMkLst>
            <pc:docMk/>
            <pc:sldMk cId="1107698705" sldId="270"/>
            <ac:picMk id="11" creationId="{366A9246-6DE2-2DC2-8255-E647DD2BB3B9}"/>
          </ac:picMkLst>
        </pc:picChg>
        <pc:picChg chg="del">
          <ac:chgData name="Ronnel D. Palenzuela" userId="27216d6f-a712-48da-bcb2-613e4bc945ac" providerId="ADAL" clId="{16736750-74B4-184C-AACF-97E7E4B9FAA6}" dt="2024-08-11T07:46:31.281" v="988" actId="478"/>
          <ac:picMkLst>
            <pc:docMk/>
            <pc:sldMk cId="1107698705" sldId="270"/>
            <ac:picMk id="12" creationId="{26BABAC0-44F4-586F-DED0-718E3F89CC72}"/>
          </ac:picMkLst>
        </pc:picChg>
        <pc:picChg chg="add del mod">
          <ac:chgData name="Ronnel D. Palenzuela" userId="27216d6f-a712-48da-bcb2-613e4bc945ac" providerId="ADAL" clId="{16736750-74B4-184C-AACF-97E7E4B9FAA6}" dt="2024-08-11T08:04:34.244" v="1123" actId="478"/>
          <ac:picMkLst>
            <pc:docMk/>
            <pc:sldMk cId="1107698705" sldId="270"/>
            <ac:picMk id="13" creationId="{40D2E8AD-13B2-4451-835B-FE5BF5DE9D4C}"/>
          </ac:picMkLst>
        </pc:picChg>
        <pc:picChg chg="add mod">
          <ac:chgData name="Ronnel D. Palenzuela" userId="27216d6f-a712-48da-bcb2-613e4bc945ac" providerId="ADAL" clId="{16736750-74B4-184C-AACF-97E7E4B9FAA6}" dt="2024-08-11T08:04:58.108" v="1137" actId="1076"/>
          <ac:picMkLst>
            <pc:docMk/>
            <pc:sldMk cId="1107698705" sldId="270"/>
            <ac:picMk id="14" creationId="{DEEFCEAC-1237-459D-26DA-27A3A5A33B86}"/>
          </ac:picMkLst>
        </pc:picChg>
        <pc:picChg chg="add mod">
          <ac:chgData name="Ronnel D. Palenzuela" userId="27216d6f-a712-48da-bcb2-613e4bc945ac" providerId="ADAL" clId="{16736750-74B4-184C-AACF-97E7E4B9FAA6}" dt="2024-08-11T08:04:59.410" v="1138" actId="1076"/>
          <ac:picMkLst>
            <pc:docMk/>
            <pc:sldMk cId="1107698705" sldId="270"/>
            <ac:picMk id="15" creationId="{A5B516AB-1652-AF5A-4C75-50F95BAF6284}"/>
          </ac:picMkLst>
        </pc:picChg>
      </pc:sldChg>
      <pc:sldChg chg="addSp delSp modSp add mod modNotesTx">
        <pc:chgData name="Ronnel D. Palenzuela" userId="27216d6f-a712-48da-bcb2-613e4bc945ac" providerId="ADAL" clId="{16736750-74B4-184C-AACF-97E7E4B9FAA6}" dt="2024-08-11T08:30:17.053" v="1250" actId="20577"/>
        <pc:sldMkLst>
          <pc:docMk/>
          <pc:sldMk cId="4120804606" sldId="271"/>
        </pc:sldMkLst>
        <pc:spChg chg="mod">
          <ac:chgData name="Ronnel D. Palenzuela" userId="27216d6f-a712-48da-bcb2-613e4bc945ac" providerId="ADAL" clId="{16736750-74B4-184C-AACF-97E7E4B9FAA6}" dt="2024-08-11T08:08:21.681" v="1145"/>
          <ac:spMkLst>
            <pc:docMk/>
            <pc:sldMk cId="4120804606" sldId="271"/>
            <ac:spMk id="2" creationId="{1FD87645-D8E6-23DE-A822-448BF1054783}"/>
          </ac:spMkLst>
        </pc:spChg>
        <pc:spChg chg="mod">
          <ac:chgData name="Ronnel D. Palenzuela" userId="27216d6f-a712-48da-bcb2-613e4bc945ac" providerId="ADAL" clId="{16736750-74B4-184C-AACF-97E7E4B9FAA6}" dt="2024-08-11T08:30:17.053" v="1250" actId="20577"/>
          <ac:spMkLst>
            <pc:docMk/>
            <pc:sldMk cId="4120804606" sldId="271"/>
            <ac:spMk id="3" creationId="{F9E9654B-D8E5-22CA-371A-57FADD13842B}"/>
          </ac:spMkLst>
        </pc:spChg>
        <pc:picChg chg="add del mod">
          <ac:chgData name="Ronnel D. Palenzuela" userId="27216d6f-a712-48da-bcb2-613e4bc945ac" providerId="ADAL" clId="{16736750-74B4-184C-AACF-97E7E4B9FAA6}" dt="2024-08-11T08:09:48.461" v="1154" actId="478"/>
          <ac:picMkLst>
            <pc:docMk/>
            <pc:sldMk cId="4120804606" sldId="271"/>
            <ac:picMk id="4" creationId="{05CF3097-3CF3-75ED-05FC-9536932B2EE9}"/>
          </ac:picMkLst>
        </pc:picChg>
        <pc:picChg chg="add del mod">
          <ac:chgData name="Ronnel D. Palenzuela" userId="27216d6f-a712-48da-bcb2-613e4bc945ac" providerId="ADAL" clId="{16736750-74B4-184C-AACF-97E7E4B9FAA6}" dt="2024-08-11T08:18:17.760" v="1203" actId="478"/>
          <ac:picMkLst>
            <pc:docMk/>
            <pc:sldMk cId="4120804606" sldId="271"/>
            <ac:picMk id="5" creationId="{665C9A19-3821-78C6-FC0A-487058CA88E4}"/>
          </ac:picMkLst>
        </pc:picChg>
        <pc:picChg chg="add del mod">
          <ac:chgData name="Ronnel D. Palenzuela" userId="27216d6f-a712-48da-bcb2-613e4bc945ac" providerId="ADAL" clId="{16736750-74B4-184C-AACF-97E7E4B9FAA6}" dt="2024-08-11T08:18:10.881" v="1199" actId="478"/>
          <ac:picMkLst>
            <pc:docMk/>
            <pc:sldMk cId="4120804606" sldId="271"/>
            <ac:picMk id="6" creationId="{571E8300-9783-5EBD-3CC8-5324DBDFD52C}"/>
          </ac:picMkLst>
        </pc:picChg>
        <pc:picChg chg="add del mod">
          <ac:chgData name="Ronnel D. Palenzuela" userId="27216d6f-a712-48da-bcb2-613e4bc945ac" providerId="ADAL" clId="{16736750-74B4-184C-AACF-97E7E4B9FAA6}" dt="2024-08-11T08:19:22.200" v="1207" actId="478"/>
          <ac:picMkLst>
            <pc:docMk/>
            <pc:sldMk cId="4120804606" sldId="271"/>
            <ac:picMk id="7" creationId="{28745F73-0D36-24F7-98C0-E083AC4F1A88}"/>
          </ac:picMkLst>
        </pc:picChg>
        <pc:picChg chg="add mod">
          <ac:chgData name="Ronnel D. Palenzuela" userId="27216d6f-a712-48da-bcb2-613e4bc945ac" providerId="ADAL" clId="{16736750-74B4-184C-AACF-97E7E4B9FAA6}" dt="2024-08-11T08:28:37.501" v="1248" actId="1076"/>
          <ac:picMkLst>
            <pc:docMk/>
            <pc:sldMk cId="4120804606" sldId="271"/>
            <ac:picMk id="8" creationId="{762CEDE9-A9D3-C688-E605-DC73BE380267}"/>
          </ac:picMkLst>
        </pc:picChg>
        <pc:picChg chg="add del mod">
          <ac:chgData name="Ronnel D. Palenzuela" userId="27216d6f-a712-48da-bcb2-613e4bc945ac" providerId="ADAL" clId="{16736750-74B4-184C-AACF-97E7E4B9FAA6}" dt="2024-08-11T08:21:51.715" v="1233" actId="478"/>
          <ac:picMkLst>
            <pc:docMk/>
            <pc:sldMk cId="4120804606" sldId="271"/>
            <ac:picMk id="9" creationId="{B6DAC2B0-EC1A-2208-6BFC-EAB9EA85DF1C}"/>
          </ac:picMkLst>
        </pc:picChg>
        <pc:picChg chg="add mod">
          <ac:chgData name="Ronnel D. Palenzuela" userId="27216d6f-a712-48da-bcb2-613e4bc945ac" providerId="ADAL" clId="{16736750-74B4-184C-AACF-97E7E4B9FAA6}" dt="2024-08-11T08:28:33.027" v="1244" actId="1076"/>
          <ac:picMkLst>
            <pc:docMk/>
            <pc:sldMk cId="4120804606" sldId="271"/>
            <ac:picMk id="11" creationId="{14161C46-4147-A2BC-6E6B-03C93F3A5393}"/>
          </ac:picMkLst>
        </pc:picChg>
        <pc:picChg chg="del">
          <ac:chgData name="Ronnel D. Palenzuela" userId="27216d6f-a712-48da-bcb2-613e4bc945ac" providerId="ADAL" clId="{16736750-74B4-184C-AACF-97E7E4B9FAA6}" dt="2024-08-11T08:08:26.254" v="1146" actId="478"/>
          <ac:picMkLst>
            <pc:docMk/>
            <pc:sldMk cId="4120804606" sldId="271"/>
            <ac:picMk id="14" creationId="{DEEFCEAC-1237-459D-26DA-27A3A5A33B86}"/>
          </ac:picMkLst>
        </pc:picChg>
        <pc:picChg chg="del">
          <ac:chgData name="Ronnel D. Palenzuela" userId="27216d6f-a712-48da-bcb2-613e4bc945ac" providerId="ADAL" clId="{16736750-74B4-184C-AACF-97E7E4B9FAA6}" dt="2024-08-11T08:08:26.809" v="1147" actId="478"/>
          <ac:picMkLst>
            <pc:docMk/>
            <pc:sldMk cId="4120804606" sldId="271"/>
            <ac:picMk id="15" creationId="{A5B516AB-1652-AF5A-4C75-50F95BAF6284}"/>
          </ac:picMkLst>
        </pc:picChg>
      </pc:sldChg>
      <pc:sldChg chg="addSp delSp modSp add mod modNotesTx">
        <pc:chgData name="Ronnel D. Palenzuela" userId="27216d6f-a712-48da-bcb2-613e4bc945ac" providerId="ADAL" clId="{16736750-74B4-184C-AACF-97E7E4B9FAA6}" dt="2024-08-11T08:38:43.052" v="1339" actId="20577"/>
        <pc:sldMkLst>
          <pc:docMk/>
          <pc:sldMk cId="2005021045" sldId="272"/>
        </pc:sldMkLst>
        <pc:spChg chg="mod">
          <ac:chgData name="Ronnel D. Palenzuela" userId="27216d6f-a712-48da-bcb2-613e4bc945ac" providerId="ADAL" clId="{16736750-74B4-184C-AACF-97E7E4B9FAA6}" dt="2024-08-11T08:33:35.166" v="1280" actId="20577"/>
          <ac:spMkLst>
            <pc:docMk/>
            <pc:sldMk cId="2005021045" sldId="272"/>
            <ac:spMk id="2" creationId="{1FD87645-D8E6-23DE-A822-448BF1054783}"/>
          </ac:spMkLst>
        </pc:spChg>
        <pc:spChg chg="mod">
          <ac:chgData name="Ronnel D. Palenzuela" userId="27216d6f-a712-48da-bcb2-613e4bc945ac" providerId="ADAL" clId="{16736750-74B4-184C-AACF-97E7E4B9FAA6}" dt="2024-08-11T08:38:43.052" v="1339" actId="20577"/>
          <ac:spMkLst>
            <pc:docMk/>
            <pc:sldMk cId="2005021045" sldId="272"/>
            <ac:spMk id="3" creationId="{F9E9654B-D8E5-22CA-371A-57FADD13842B}"/>
          </ac:spMkLst>
        </pc:spChg>
        <pc:picChg chg="add mod">
          <ac:chgData name="Ronnel D. Palenzuela" userId="27216d6f-a712-48da-bcb2-613e4bc945ac" providerId="ADAL" clId="{16736750-74B4-184C-AACF-97E7E4B9FAA6}" dt="2024-08-11T08:38:33.161" v="1335" actId="1076"/>
          <ac:picMkLst>
            <pc:docMk/>
            <pc:sldMk cId="2005021045" sldId="272"/>
            <ac:picMk id="4" creationId="{C58E0955-A6E5-3DF9-60B5-434CA13B5223}"/>
          </ac:picMkLst>
        </pc:picChg>
        <pc:picChg chg="add mod">
          <ac:chgData name="Ronnel D. Palenzuela" userId="27216d6f-a712-48da-bcb2-613e4bc945ac" providerId="ADAL" clId="{16736750-74B4-184C-AACF-97E7E4B9FAA6}" dt="2024-08-11T08:38:22.972" v="1329" actId="1076"/>
          <ac:picMkLst>
            <pc:docMk/>
            <pc:sldMk cId="2005021045" sldId="272"/>
            <ac:picMk id="5" creationId="{011B8271-BC30-5D9C-4A14-C6A2BD722232}"/>
          </ac:picMkLst>
        </pc:picChg>
        <pc:picChg chg="add mod">
          <ac:chgData name="Ronnel D. Palenzuela" userId="27216d6f-a712-48da-bcb2-613e4bc945ac" providerId="ADAL" clId="{16736750-74B4-184C-AACF-97E7E4B9FAA6}" dt="2024-08-11T08:38:30.888" v="1333" actId="1076"/>
          <ac:picMkLst>
            <pc:docMk/>
            <pc:sldMk cId="2005021045" sldId="272"/>
            <ac:picMk id="6" creationId="{7318861F-9B77-C07E-C1CE-32F286B82B60}"/>
          </ac:picMkLst>
        </pc:picChg>
        <pc:picChg chg="add mod">
          <ac:chgData name="Ronnel D. Palenzuela" userId="27216d6f-a712-48da-bcb2-613e4bc945ac" providerId="ADAL" clId="{16736750-74B4-184C-AACF-97E7E4B9FAA6}" dt="2024-08-11T08:38:32.013" v="1334" actId="1076"/>
          <ac:picMkLst>
            <pc:docMk/>
            <pc:sldMk cId="2005021045" sldId="272"/>
            <ac:picMk id="7" creationId="{C8697425-57CC-FF65-50F6-27D241D928DA}"/>
          </ac:picMkLst>
        </pc:picChg>
        <pc:picChg chg="del">
          <ac:chgData name="Ronnel D. Palenzuela" userId="27216d6f-a712-48da-bcb2-613e4bc945ac" providerId="ADAL" clId="{16736750-74B4-184C-AACF-97E7E4B9FAA6}" dt="2024-08-11T08:30:57.107" v="1253" actId="478"/>
          <ac:picMkLst>
            <pc:docMk/>
            <pc:sldMk cId="2005021045" sldId="272"/>
            <ac:picMk id="8" creationId="{762CEDE9-A9D3-C688-E605-DC73BE380267}"/>
          </ac:picMkLst>
        </pc:picChg>
        <pc:picChg chg="del">
          <ac:chgData name="Ronnel D. Palenzuela" userId="27216d6f-a712-48da-bcb2-613e4bc945ac" providerId="ADAL" clId="{16736750-74B4-184C-AACF-97E7E4B9FAA6}" dt="2024-08-11T08:30:57.503" v="1254" actId="478"/>
          <ac:picMkLst>
            <pc:docMk/>
            <pc:sldMk cId="2005021045" sldId="272"/>
            <ac:picMk id="11" creationId="{14161C46-4147-A2BC-6E6B-03C93F3A5393}"/>
          </ac:picMkLst>
        </pc:picChg>
      </pc:sldChg>
      <pc:sldChg chg="addSp delSp modSp add mod modNotesTx">
        <pc:chgData name="Ronnel D. Palenzuela" userId="27216d6f-a712-48da-bcb2-613e4bc945ac" providerId="ADAL" clId="{16736750-74B4-184C-AACF-97E7E4B9FAA6}" dt="2024-08-11T09:34:36.582" v="1494" actId="207"/>
        <pc:sldMkLst>
          <pc:docMk/>
          <pc:sldMk cId="716507679" sldId="273"/>
        </pc:sldMkLst>
        <pc:spChg chg="mod">
          <ac:chgData name="Ronnel D. Palenzuela" userId="27216d6f-a712-48da-bcb2-613e4bc945ac" providerId="ADAL" clId="{16736750-74B4-184C-AACF-97E7E4B9FAA6}" dt="2024-08-11T09:27:17.626" v="1447"/>
          <ac:spMkLst>
            <pc:docMk/>
            <pc:sldMk cId="716507679" sldId="273"/>
            <ac:spMk id="2" creationId="{1FD87645-D8E6-23DE-A822-448BF1054783}"/>
          </ac:spMkLst>
        </pc:spChg>
        <pc:spChg chg="mod">
          <ac:chgData name="Ronnel D. Palenzuela" userId="27216d6f-a712-48da-bcb2-613e4bc945ac" providerId="ADAL" clId="{16736750-74B4-184C-AACF-97E7E4B9FAA6}" dt="2024-08-11T09:34:36.582" v="1494" actId="207"/>
          <ac:spMkLst>
            <pc:docMk/>
            <pc:sldMk cId="716507679" sldId="273"/>
            <ac:spMk id="3" creationId="{F9E9654B-D8E5-22CA-371A-57FADD13842B}"/>
          </ac:spMkLst>
        </pc:spChg>
        <pc:picChg chg="del">
          <ac:chgData name="Ronnel D. Palenzuela" userId="27216d6f-a712-48da-bcb2-613e4bc945ac" providerId="ADAL" clId="{16736750-74B4-184C-AACF-97E7E4B9FAA6}" dt="2024-08-11T08:41:45.309" v="1346" actId="478"/>
          <ac:picMkLst>
            <pc:docMk/>
            <pc:sldMk cId="716507679" sldId="273"/>
            <ac:picMk id="4" creationId="{C58E0955-A6E5-3DF9-60B5-434CA13B5223}"/>
          </ac:picMkLst>
        </pc:picChg>
        <pc:picChg chg="del">
          <ac:chgData name="Ronnel D. Palenzuela" userId="27216d6f-a712-48da-bcb2-613e4bc945ac" providerId="ADAL" clId="{16736750-74B4-184C-AACF-97E7E4B9FAA6}" dt="2024-08-11T08:41:44.959" v="1345" actId="478"/>
          <ac:picMkLst>
            <pc:docMk/>
            <pc:sldMk cId="716507679" sldId="273"/>
            <ac:picMk id="5" creationId="{011B8271-BC30-5D9C-4A14-C6A2BD722232}"/>
          </ac:picMkLst>
        </pc:picChg>
        <pc:picChg chg="del">
          <ac:chgData name="Ronnel D. Palenzuela" userId="27216d6f-a712-48da-bcb2-613e4bc945ac" providerId="ADAL" clId="{16736750-74B4-184C-AACF-97E7E4B9FAA6}" dt="2024-08-11T08:41:44.691" v="1344" actId="478"/>
          <ac:picMkLst>
            <pc:docMk/>
            <pc:sldMk cId="716507679" sldId="273"/>
            <ac:picMk id="6" creationId="{7318861F-9B77-C07E-C1CE-32F286B82B60}"/>
          </ac:picMkLst>
        </pc:picChg>
        <pc:picChg chg="del">
          <ac:chgData name="Ronnel D. Palenzuela" userId="27216d6f-a712-48da-bcb2-613e4bc945ac" providerId="ADAL" clId="{16736750-74B4-184C-AACF-97E7E4B9FAA6}" dt="2024-08-11T08:41:44.331" v="1343" actId="478"/>
          <ac:picMkLst>
            <pc:docMk/>
            <pc:sldMk cId="716507679" sldId="273"/>
            <ac:picMk id="7" creationId="{C8697425-57CC-FF65-50F6-27D241D928DA}"/>
          </ac:picMkLst>
        </pc:picChg>
        <pc:picChg chg="add mod">
          <ac:chgData name="Ronnel D. Palenzuela" userId="27216d6f-a712-48da-bcb2-613e4bc945ac" providerId="ADAL" clId="{16736750-74B4-184C-AACF-97E7E4B9FAA6}" dt="2024-08-11T09:33:19.257" v="1478" actId="1076"/>
          <ac:picMkLst>
            <pc:docMk/>
            <pc:sldMk cId="716507679" sldId="273"/>
            <ac:picMk id="8" creationId="{6A41232A-1391-85E0-E984-111E1B99BCB9}"/>
          </ac:picMkLst>
        </pc:picChg>
        <pc:picChg chg="add mod">
          <ac:chgData name="Ronnel D. Palenzuela" userId="27216d6f-a712-48da-bcb2-613e4bc945ac" providerId="ADAL" clId="{16736750-74B4-184C-AACF-97E7E4B9FAA6}" dt="2024-08-11T09:33:17.730" v="1477" actId="1076"/>
          <ac:picMkLst>
            <pc:docMk/>
            <pc:sldMk cId="716507679" sldId="273"/>
            <ac:picMk id="9" creationId="{EC279DBC-B987-F36B-2CF3-861842904062}"/>
          </ac:picMkLst>
        </pc:picChg>
      </pc:sldChg>
      <pc:sldChg chg="modSp add del mod">
        <pc:chgData name="Ronnel D. Palenzuela" userId="27216d6f-a712-48da-bcb2-613e4bc945ac" providerId="ADAL" clId="{16736750-74B4-184C-AACF-97E7E4B9FAA6}" dt="2024-08-11T09:23:48.477" v="1385" actId="2696"/>
        <pc:sldMkLst>
          <pc:docMk/>
          <pc:sldMk cId="1830806133" sldId="274"/>
        </pc:sldMkLst>
        <pc:spChg chg="mod">
          <ac:chgData name="Ronnel D. Palenzuela" userId="27216d6f-a712-48da-bcb2-613e4bc945ac" providerId="ADAL" clId="{16736750-74B4-184C-AACF-97E7E4B9FAA6}" dt="2024-08-11T09:23:37.355" v="1382" actId="1076"/>
          <ac:spMkLst>
            <pc:docMk/>
            <pc:sldMk cId="1830806133" sldId="274"/>
            <ac:spMk id="2" creationId="{1FD87645-D8E6-23DE-A822-448BF1054783}"/>
          </ac:spMkLst>
        </pc:spChg>
      </pc:sldChg>
      <pc:sldChg chg="addSp delSp modSp new add del mod modShow">
        <pc:chgData name="Ronnel D. Palenzuela" userId="27216d6f-a712-48da-bcb2-613e4bc945ac" providerId="ADAL" clId="{16736750-74B4-184C-AACF-97E7E4B9FAA6}" dt="2024-08-12T01:08:08.349" v="2627" actId="478"/>
        <pc:sldMkLst>
          <pc:docMk/>
          <pc:sldMk cId="4070147815" sldId="275"/>
        </pc:sldMkLst>
        <pc:spChg chg="mod">
          <ac:chgData name="Ronnel D. Palenzuela" userId="27216d6f-a712-48da-bcb2-613e4bc945ac" providerId="ADAL" clId="{16736750-74B4-184C-AACF-97E7E4B9FAA6}" dt="2024-08-11T09:23:54.422" v="1398" actId="207"/>
          <ac:spMkLst>
            <pc:docMk/>
            <pc:sldMk cId="4070147815" sldId="275"/>
            <ac:spMk id="2" creationId="{72D16057-EC3B-FB8F-5DA4-3B5CAD5F2095}"/>
          </ac:spMkLst>
        </pc:spChg>
        <pc:spChg chg="del">
          <ac:chgData name="Ronnel D. Palenzuela" userId="27216d6f-a712-48da-bcb2-613e4bc945ac" providerId="ADAL" clId="{16736750-74B4-184C-AACF-97E7E4B9FAA6}" dt="2024-08-11T09:25:00.857" v="1434" actId="478"/>
          <ac:spMkLst>
            <pc:docMk/>
            <pc:sldMk cId="4070147815" sldId="275"/>
            <ac:spMk id="3" creationId="{61C2E07B-D7DC-27D2-F796-78B79090AD46}"/>
          </ac:spMkLst>
        </pc:spChg>
        <pc:spChg chg="del mod">
          <ac:chgData name="Ronnel D. Palenzuela" userId="27216d6f-a712-48da-bcb2-613e4bc945ac" providerId="ADAL" clId="{16736750-74B4-184C-AACF-97E7E4B9FAA6}" dt="2024-08-11T09:25:04.168" v="1436" actId="478"/>
          <ac:spMkLst>
            <pc:docMk/>
            <pc:sldMk cId="4070147815" sldId="275"/>
            <ac:spMk id="4" creationId="{BFAA05E5-3AFA-16A4-35BE-E3698034E94A}"/>
          </ac:spMkLst>
        </pc:spChg>
        <pc:spChg chg="del">
          <ac:chgData name="Ronnel D. Palenzuela" userId="27216d6f-a712-48da-bcb2-613e4bc945ac" providerId="ADAL" clId="{16736750-74B4-184C-AACF-97E7E4B9FAA6}" dt="2024-08-11T09:25:02.528" v="1435" actId="478"/>
          <ac:spMkLst>
            <pc:docMk/>
            <pc:sldMk cId="4070147815" sldId="275"/>
            <ac:spMk id="5" creationId="{9090BE7E-E541-40F4-CAB7-4ED9ED41B3E7}"/>
          </ac:spMkLst>
        </pc:spChg>
        <pc:spChg chg="del">
          <ac:chgData name="Ronnel D. Palenzuela" userId="27216d6f-a712-48da-bcb2-613e4bc945ac" providerId="ADAL" clId="{16736750-74B4-184C-AACF-97E7E4B9FAA6}" dt="2024-08-11T09:25:06.438" v="1437" actId="478"/>
          <ac:spMkLst>
            <pc:docMk/>
            <pc:sldMk cId="4070147815" sldId="275"/>
            <ac:spMk id="6" creationId="{AAD5694D-5962-5E7B-910A-644A4450844C}"/>
          </ac:spMkLst>
        </pc:spChg>
        <pc:picChg chg="add mod">
          <ac:chgData name="Ronnel D. Palenzuela" userId="27216d6f-a712-48da-bcb2-613e4bc945ac" providerId="ADAL" clId="{16736750-74B4-184C-AACF-97E7E4B9FAA6}" dt="2024-08-11T09:25:08.382" v="1439" actId="1076"/>
          <ac:picMkLst>
            <pc:docMk/>
            <pc:sldMk cId="4070147815" sldId="275"/>
            <ac:picMk id="7" creationId="{99864649-FA50-6FFA-B187-2476F03C0B8A}"/>
          </ac:picMkLst>
        </pc:picChg>
        <pc:picChg chg="add mod">
          <ac:chgData name="Ronnel D. Palenzuela" userId="27216d6f-a712-48da-bcb2-613e4bc945ac" providerId="ADAL" clId="{16736750-74B4-184C-AACF-97E7E4B9FAA6}" dt="2024-08-11T09:25:23.798" v="1441" actId="1076"/>
          <ac:picMkLst>
            <pc:docMk/>
            <pc:sldMk cId="4070147815" sldId="275"/>
            <ac:picMk id="8" creationId="{D3D96A7B-3E18-8096-4822-82F2190AA200}"/>
          </ac:picMkLst>
        </pc:picChg>
        <pc:picChg chg="add mod">
          <ac:chgData name="Ronnel D. Palenzuela" userId="27216d6f-a712-48da-bcb2-613e4bc945ac" providerId="ADAL" clId="{16736750-74B4-184C-AACF-97E7E4B9FAA6}" dt="2024-08-11T09:26:15.599" v="1444" actId="1076"/>
          <ac:picMkLst>
            <pc:docMk/>
            <pc:sldMk cId="4070147815" sldId="275"/>
            <ac:picMk id="9" creationId="{DC8ADF69-4686-1FA6-97CE-7E914C4105AC}"/>
          </ac:picMkLst>
        </pc:picChg>
        <pc:picChg chg="add del mod">
          <ac:chgData name="Ronnel D. Palenzuela" userId="27216d6f-a712-48da-bcb2-613e4bc945ac" providerId="ADAL" clId="{16736750-74B4-184C-AACF-97E7E4B9FAA6}" dt="2024-08-12T01:08:08.349" v="2627" actId="478"/>
          <ac:picMkLst>
            <pc:docMk/>
            <pc:sldMk cId="4070147815" sldId="275"/>
            <ac:picMk id="10" creationId="{D6F205F6-07AF-131A-C9BC-55B5083256ED}"/>
          </ac:picMkLst>
        </pc:picChg>
      </pc:sldChg>
      <pc:sldChg chg="addSp delSp modSp add mod modNotesTx">
        <pc:chgData name="Ronnel D. Palenzuela" userId="27216d6f-a712-48da-bcb2-613e4bc945ac" providerId="ADAL" clId="{16736750-74B4-184C-AACF-97E7E4B9FAA6}" dt="2024-08-11T09:37:58.074" v="1526" actId="20577"/>
        <pc:sldMkLst>
          <pc:docMk/>
          <pc:sldMk cId="3621742425" sldId="276"/>
        </pc:sldMkLst>
        <pc:spChg chg="mod">
          <ac:chgData name="Ronnel D. Palenzuela" userId="27216d6f-a712-48da-bcb2-613e4bc945ac" providerId="ADAL" clId="{16736750-74B4-184C-AACF-97E7E4B9FAA6}" dt="2024-08-11T09:36:08.788" v="1507"/>
          <ac:spMkLst>
            <pc:docMk/>
            <pc:sldMk cId="3621742425" sldId="276"/>
            <ac:spMk id="2" creationId="{1FD87645-D8E6-23DE-A822-448BF1054783}"/>
          </ac:spMkLst>
        </pc:spChg>
        <pc:spChg chg="mod">
          <ac:chgData name="Ronnel D. Palenzuela" userId="27216d6f-a712-48da-bcb2-613e4bc945ac" providerId="ADAL" clId="{16736750-74B4-184C-AACF-97E7E4B9FAA6}" dt="2024-08-11T09:37:58.074" v="1526" actId="20577"/>
          <ac:spMkLst>
            <pc:docMk/>
            <pc:sldMk cId="3621742425" sldId="276"/>
            <ac:spMk id="3" creationId="{F9E9654B-D8E5-22CA-371A-57FADD13842B}"/>
          </ac:spMkLst>
        </pc:spChg>
        <pc:picChg chg="add mod">
          <ac:chgData name="Ronnel D. Palenzuela" userId="27216d6f-a712-48da-bcb2-613e4bc945ac" providerId="ADAL" clId="{16736750-74B4-184C-AACF-97E7E4B9FAA6}" dt="2024-08-11T09:36:18.848" v="1513" actId="1076"/>
          <ac:picMkLst>
            <pc:docMk/>
            <pc:sldMk cId="3621742425" sldId="276"/>
            <ac:picMk id="4" creationId="{7D236930-8DEA-71E6-6EFE-32878ED88FCB}"/>
          </ac:picMkLst>
        </pc:picChg>
        <pc:picChg chg="add mod">
          <ac:chgData name="Ronnel D. Palenzuela" userId="27216d6f-a712-48da-bcb2-613e4bc945ac" providerId="ADAL" clId="{16736750-74B4-184C-AACF-97E7E4B9FAA6}" dt="2024-08-11T09:36:21.005" v="1514" actId="1076"/>
          <ac:picMkLst>
            <pc:docMk/>
            <pc:sldMk cId="3621742425" sldId="276"/>
            <ac:picMk id="5" creationId="{48A92B06-E8F1-465B-BA38-C701071C2CB0}"/>
          </ac:picMkLst>
        </pc:picChg>
        <pc:picChg chg="del">
          <ac:chgData name="Ronnel D. Palenzuela" userId="27216d6f-a712-48da-bcb2-613e4bc945ac" providerId="ADAL" clId="{16736750-74B4-184C-AACF-97E7E4B9FAA6}" dt="2024-08-11T09:35:36.078" v="1496" actId="478"/>
          <ac:picMkLst>
            <pc:docMk/>
            <pc:sldMk cId="3621742425" sldId="276"/>
            <ac:picMk id="8" creationId="{6A41232A-1391-85E0-E984-111E1B99BCB9}"/>
          </ac:picMkLst>
        </pc:picChg>
        <pc:picChg chg="del">
          <ac:chgData name="Ronnel D. Palenzuela" userId="27216d6f-a712-48da-bcb2-613e4bc945ac" providerId="ADAL" clId="{16736750-74B4-184C-AACF-97E7E4B9FAA6}" dt="2024-08-11T09:35:36.389" v="1497" actId="478"/>
          <ac:picMkLst>
            <pc:docMk/>
            <pc:sldMk cId="3621742425" sldId="276"/>
            <ac:picMk id="9" creationId="{EC279DBC-B987-F36B-2CF3-861842904062}"/>
          </ac:picMkLst>
        </pc:picChg>
      </pc:sldChg>
      <pc:sldChg chg="addSp delSp modSp add del mod modNotesTx">
        <pc:chgData name="Ronnel D. Palenzuela" userId="27216d6f-a712-48da-bcb2-613e4bc945ac" providerId="ADAL" clId="{16736750-74B4-184C-AACF-97E7E4B9FAA6}" dt="2024-08-11T10:21:41.293" v="1630"/>
        <pc:sldMkLst>
          <pc:docMk/>
          <pc:sldMk cId="908275361" sldId="277"/>
        </pc:sldMkLst>
        <pc:spChg chg="mod">
          <ac:chgData name="Ronnel D. Palenzuela" userId="27216d6f-a712-48da-bcb2-613e4bc945ac" providerId="ADAL" clId="{16736750-74B4-184C-AACF-97E7E4B9FAA6}" dt="2024-08-11T10:17:35.535" v="1565" actId="20577"/>
          <ac:spMkLst>
            <pc:docMk/>
            <pc:sldMk cId="908275361" sldId="277"/>
            <ac:spMk id="2" creationId="{1FD87645-D8E6-23DE-A822-448BF1054783}"/>
          </ac:spMkLst>
        </pc:spChg>
        <pc:spChg chg="mod">
          <ac:chgData name="Ronnel D. Palenzuela" userId="27216d6f-a712-48da-bcb2-613e4bc945ac" providerId="ADAL" clId="{16736750-74B4-184C-AACF-97E7E4B9FAA6}" dt="2024-08-11T10:19:03.303" v="1605" actId="207"/>
          <ac:spMkLst>
            <pc:docMk/>
            <pc:sldMk cId="908275361" sldId="277"/>
            <ac:spMk id="3" creationId="{F9E9654B-D8E5-22CA-371A-57FADD13842B}"/>
          </ac:spMkLst>
        </pc:spChg>
        <pc:picChg chg="del">
          <ac:chgData name="Ronnel D. Palenzuela" userId="27216d6f-a712-48da-bcb2-613e4bc945ac" providerId="ADAL" clId="{16736750-74B4-184C-AACF-97E7E4B9FAA6}" dt="2024-08-11T10:12:20.490" v="1529" actId="478"/>
          <ac:picMkLst>
            <pc:docMk/>
            <pc:sldMk cId="908275361" sldId="277"/>
            <ac:picMk id="4" creationId="{7D236930-8DEA-71E6-6EFE-32878ED88FCB}"/>
          </ac:picMkLst>
        </pc:picChg>
        <pc:picChg chg="del">
          <ac:chgData name="Ronnel D. Palenzuela" userId="27216d6f-a712-48da-bcb2-613e4bc945ac" providerId="ADAL" clId="{16736750-74B4-184C-AACF-97E7E4B9FAA6}" dt="2024-08-11T10:12:20.868" v="1530" actId="478"/>
          <ac:picMkLst>
            <pc:docMk/>
            <pc:sldMk cId="908275361" sldId="277"/>
            <ac:picMk id="5" creationId="{48A92B06-E8F1-465B-BA38-C701071C2CB0}"/>
          </ac:picMkLst>
        </pc:picChg>
        <pc:picChg chg="add del mod">
          <ac:chgData name="Ronnel D. Palenzuela" userId="27216d6f-a712-48da-bcb2-613e4bc945ac" providerId="ADAL" clId="{16736750-74B4-184C-AACF-97E7E4B9FAA6}" dt="2024-08-11T10:17:55.266" v="1566" actId="478"/>
          <ac:picMkLst>
            <pc:docMk/>
            <pc:sldMk cId="908275361" sldId="277"/>
            <ac:picMk id="6" creationId="{95424F7C-61E3-7971-3ED3-0E45DFC06ACC}"/>
          </ac:picMkLst>
        </pc:picChg>
        <pc:picChg chg="add mod">
          <ac:chgData name="Ronnel D. Palenzuela" userId="27216d6f-a712-48da-bcb2-613e4bc945ac" providerId="ADAL" clId="{16736750-74B4-184C-AACF-97E7E4B9FAA6}" dt="2024-08-11T10:18:17.368" v="1576" actId="1076"/>
          <ac:picMkLst>
            <pc:docMk/>
            <pc:sldMk cId="908275361" sldId="277"/>
            <ac:picMk id="7" creationId="{9516A05D-894B-7EC0-51E9-33F7A244CA5D}"/>
          </ac:picMkLst>
        </pc:picChg>
        <pc:picChg chg="add mod">
          <ac:chgData name="Ronnel D. Palenzuela" userId="27216d6f-a712-48da-bcb2-613e4bc945ac" providerId="ADAL" clId="{16736750-74B4-184C-AACF-97E7E4B9FAA6}" dt="2024-08-11T10:18:22.970" v="1580" actId="14100"/>
          <ac:picMkLst>
            <pc:docMk/>
            <pc:sldMk cId="908275361" sldId="277"/>
            <ac:picMk id="8" creationId="{597AEF6E-CBAA-343D-A111-EC13F3B7896F}"/>
          </ac:picMkLst>
        </pc:picChg>
      </pc:sldChg>
      <pc:sldChg chg="addSp delSp modSp add mod modNotesTx">
        <pc:chgData name="Ronnel D. Palenzuela" userId="27216d6f-a712-48da-bcb2-613e4bc945ac" providerId="ADAL" clId="{16736750-74B4-184C-AACF-97E7E4B9FAA6}" dt="2024-08-11T10:29:24.402" v="1741" actId="1076"/>
        <pc:sldMkLst>
          <pc:docMk/>
          <pc:sldMk cId="928633288" sldId="278"/>
        </pc:sldMkLst>
        <pc:spChg chg="mod">
          <ac:chgData name="Ronnel D. Palenzuela" userId="27216d6f-a712-48da-bcb2-613e4bc945ac" providerId="ADAL" clId="{16736750-74B4-184C-AACF-97E7E4B9FAA6}" dt="2024-08-11T10:22:14.060" v="1661" actId="20577"/>
          <ac:spMkLst>
            <pc:docMk/>
            <pc:sldMk cId="928633288" sldId="278"/>
            <ac:spMk id="2" creationId="{1FD87645-D8E6-23DE-A822-448BF1054783}"/>
          </ac:spMkLst>
        </pc:spChg>
        <pc:spChg chg="mod">
          <ac:chgData name="Ronnel D. Palenzuela" userId="27216d6f-a712-48da-bcb2-613e4bc945ac" providerId="ADAL" clId="{16736750-74B4-184C-AACF-97E7E4B9FAA6}" dt="2024-08-11T10:28:32.158" v="1730" actId="207"/>
          <ac:spMkLst>
            <pc:docMk/>
            <pc:sldMk cId="928633288" sldId="278"/>
            <ac:spMk id="3" creationId="{F9E9654B-D8E5-22CA-371A-57FADD13842B}"/>
          </ac:spMkLst>
        </pc:spChg>
        <pc:picChg chg="add mod">
          <ac:chgData name="Ronnel D. Palenzuela" userId="27216d6f-a712-48da-bcb2-613e4bc945ac" providerId="ADAL" clId="{16736750-74B4-184C-AACF-97E7E4B9FAA6}" dt="2024-08-11T10:29:23.562" v="1740" actId="1076"/>
          <ac:picMkLst>
            <pc:docMk/>
            <pc:sldMk cId="928633288" sldId="278"/>
            <ac:picMk id="4" creationId="{52F48CE9-2A4C-9BB0-0621-C561F6B91A33}"/>
          </ac:picMkLst>
        </pc:picChg>
        <pc:picChg chg="add mod">
          <ac:chgData name="Ronnel D. Palenzuela" userId="27216d6f-a712-48da-bcb2-613e4bc945ac" providerId="ADAL" clId="{16736750-74B4-184C-AACF-97E7E4B9FAA6}" dt="2024-08-11T10:29:24.402" v="1741" actId="1076"/>
          <ac:picMkLst>
            <pc:docMk/>
            <pc:sldMk cId="928633288" sldId="278"/>
            <ac:picMk id="5" creationId="{59B35BCD-7340-3A02-2CB8-2FBE0A617B62}"/>
          </ac:picMkLst>
        </pc:picChg>
        <pc:picChg chg="del">
          <ac:chgData name="Ronnel D. Palenzuela" userId="27216d6f-a712-48da-bcb2-613e4bc945ac" providerId="ADAL" clId="{16736750-74B4-184C-AACF-97E7E4B9FAA6}" dt="2024-08-11T10:22:22.851" v="1662" actId="478"/>
          <ac:picMkLst>
            <pc:docMk/>
            <pc:sldMk cId="928633288" sldId="278"/>
            <ac:picMk id="7" creationId="{9516A05D-894B-7EC0-51E9-33F7A244CA5D}"/>
          </ac:picMkLst>
        </pc:picChg>
        <pc:picChg chg="del">
          <ac:chgData name="Ronnel D. Palenzuela" userId="27216d6f-a712-48da-bcb2-613e4bc945ac" providerId="ADAL" clId="{16736750-74B4-184C-AACF-97E7E4B9FAA6}" dt="2024-08-11T10:22:24.031" v="1663" actId="478"/>
          <ac:picMkLst>
            <pc:docMk/>
            <pc:sldMk cId="928633288" sldId="278"/>
            <ac:picMk id="8" creationId="{597AEF6E-CBAA-343D-A111-EC13F3B7896F}"/>
          </ac:picMkLst>
        </pc:picChg>
      </pc:sldChg>
      <pc:sldChg chg="addSp delSp modSp add mod modNotesTx">
        <pc:chgData name="Ronnel D. Palenzuela" userId="27216d6f-a712-48da-bcb2-613e4bc945ac" providerId="ADAL" clId="{16736750-74B4-184C-AACF-97E7E4B9FAA6}" dt="2024-08-11T10:50:20.515" v="1826" actId="1076"/>
        <pc:sldMkLst>
          <pc:docMk/>
          <pc:sldMk cId="2220697961" sldId="279"/>
        </pc:sldMkLst>
        <pc:spChg chg="mod">
          <ac:chgData name="Ronnel D. Palenzuela" userId="27216d6f-a712-48da-bcb2-613e4bc945ac" providerId="ADAL" clId="{16736750-74B4-184C-AACF-97E7E4B9FAA6}" dt="2024-08-11T10:33:50.865" v="1743"/>
          <ac:spMkLst>
            <pc:docMk/>
            <pc:sldMk cId="2220697961" sldId="279"/>
            <ac:spMk id="2" creationId="{1FD87645-D8E6-23DE-A822-448BF1054783}"/>
          </ac:spMkLst>
        </pc:spChg>
        <pc:spChg chg="mod">
          <ac:chgData name="Ronnel D. Palenzuela" userId="27216d6f-a712-48da-bcb2-613e4bc945ac" providerId="ADAL" clId="{16736750-74B4-184C-AACF-97E7E4B9FAA6}" dt="2024-08-11T10:36:20.786" v="1790"/>
          <ac:spMkLst>
            <pc:docMk/>
            <pc:sldMk cId="2220697961" sldId="279"/>
            <ac:spMk id="3" creationId="{F9E9654B-D8E5-22CA-371A-57FADD13842B}"/>
          </ac:spMkLst>
        </pc:spChg>
        <pc:picChg chg="del">
          <ac:chgData name="Ronnel D. Palenzuela" userId="27216d6f-a712-48da-bcb2-613e4bc945ac" providerId="ADAL" clId="{16736750-74B4-184C-AACF-97E7E4B9FAA6}" dt="2024-08-11T10:33:52.820" v="1744" actId="478"/>
          <ac:picMkLst>
            <pc:docMk/>
            <pc:sldMk cId="2220697961" sldId="279"/>
            <ac:picMk id="4" creationId="{52F48CE9-2A4C-9BB0-0621-C561F6B91A33}"/>
          </ac:picMkLst>
        </pc:picChg>
        <pc:picChg chg="del">
          <ac:chgData name="Ronnel D. Palenzuela" userId="27216d6f-a712-48da-bcb2-613e4bc945ac" providerId="ADAL" clId="{16736750-74B4-184C-AACF-97E7E4B9FAA6}" dt="2024-08-11T10:33:53.161" v="1745" actId="478"/>
          <ac:picMkLst>
            <pc:docMk/>
            <pc:sldMk cId="2220697961" sldId="279"/>
            <ac:picMk id="5" creationId="{59B35BCD-7340-3A02-2CB8-2FBE0A617B62}"/>
          </ac:picMkLst>
        </pc:picChg>
        <pc:picChg chg="add del mod">
          <ac:chgData name="Ronnel D. Palenzuela" userId="27216d6f-a712-48da-bcb2-613e4bc945ac" providerId="ADAL" clId="{16736750-74B4-184C-AACF-97E7E4B9FAA6}" dt="2024-08-11T10:35:17.454" v="1755" actId="478"/>
          <ac:picMkLst>
            <pc:docMk/>
            <pc:sldMk cId="2220697961" sldId="279"/>
            <ac:picMk id="6" creationId="{444F1BE0-3550-1DD3-6280-D3193130D524}"/>
          </ac:picMkLst>
        </pc:picChg>
        <pc:picChg chg="add mod">
          <ac:chgData name="Ronnel D. Palenzuela" userId="27216d6f-a712-48da-bcb2-613e4bc945ac" providerId="ADAL" clId="{16736750-74B4-184C-AACF-97E7E4B9FAA6}" dt="2024-08-11T10:50:20.515" v="1826" actId="1076"/>
          <ac:picMkLst>
            <pc:docMk/>
            <pc:sldMk cId="2220697961" sldId="279"/>
            <ac:picMk id="7" creationId="{BFD45AA0-5DC9-0774-19EF-195C6A1F5405}"/>
          </ac:picMkLst>
        </pc:picChg>
      </pc:sldChg>
      <pc:sldChg chg="addSp delSp modSp add mod modNotesTx">
        <pc:chgData name="Ronnel D. Palenzuela" userId="27216d6f-a712-48da-bcb2-613e4bc945ac" providerId="ADAL" clId="{16736750-74B4-184C-AACF-97E7E4B9FAA6}" dt="2024-08-11T11:02:07.030" v="1881"/>
        <pc:sldMkLst>
          <pc:docMk/>
          <pc:sldMk cId="2456681114" sldId="280"/>
        </pc:sldMkLst>
        <pc:spChg chg="mod">
          <ac:chgData name="Ronnel D. Palenzuela" userId="27216d6f-a712-48da-bcb2-613e4bc945ac" providerId="ADAL" clId="{16736750-74B4-184C-AACF-97E7E4B9FAA6}" dt="2024-08-11T10:50:13.888" v="1824" actId="20577"/>
          <ac:spMkLst>
            <pc:docMk/>
            <pc:sldMk cId="2456681114" sldId="280"/>
            <ac:spMk id="2" creationId="{1FD87645-D8E6-23DE-A822-448BF1054783}"/>
          </ac:spMkLst>
        </pc:spChg>
        <pc:spChg chg="mod">
          <ac:chgData name="Ronnel D. Palenzuela" userId="27216d6f-a712-48da-bcb2-613e4bc945ac" providerId="ADAL" clId="{16736750-74B4-184C-AACF-97E7E4B9FAA6}" dt="2024-08-11T11:01:42.294" v="1880" actId="27636"/>
          <ac:spMkLst>
            <pc:docMk/>
            <pc:sldMk cId="2456681114" sldId="280"/>
            <ac:spMk id="3" creationId="{F9E9654B-D8E5-22CA-371A-57FADD13842B}"/>
          </ac:spMkLst>
        </pc:spChg>
        <pc:picChg chg="add mod">
          <ac:chgData name="Ronnel D. Palenzuela" userId="27216d6f-a712-48da-bcb2-613e4bc945ac" providerId="ADAL" clId="{16736750-74B4-184C-AACF-97E7E4B9FAA6}" dt="2024-08-11T10:52:05.480" v="1866" actId="1076"/>
          <ac:picMkLst>
            <pc:docMk/>
            <pc:sldMk cId="2456681114" sldId="280"/>
            <ac:picMk id="4" creationId="{73833336-6A94-55AD-10D0-0089D9921599}"/>
          </ac:picMkLst>
        </pc:picChg>
        <pc:picChg chg="add mod">
          <ac:chgData name="Ronnel D. Palenzuela" userId="27216d6f-a712-48da-bcb2-613e4bc945ac" providerId="ADAL" clId="{16736750-74B4-184C-AACF-97E7E4B9FAA6}" dt="2024-08-11T10:52:07.011" v="1867" actId="1076"/>
          <ac:picMkLst>
            <pc:docMk/>
            <pc:sldMk cId="2456681114" sldId="280"/>
            <ac:picMk id="5" creationId="{A413D30E-4FEC-659F-7A93-6D8C19127C82}"/>
          </ac:picMkLst>
        </pc:picChg>
        <pc:picChg chg="del">
          <ac:chgData name="Ronnel D. Palenzuela" userId="27216d6f-a712-48da-bcb2-613e4bc945ac" providerId="ADAL" clId="{16736750-74B4-184C-AACF-97E7E4B9FAA6}" dt="2024-08-11T10:50:15.693" v="1825" actId="478"/>
          <ac:picMkLst>
            <pc:docMk/>
            <pc:sldMk cId="2456681114" sldId="280"/>
            <ac:picMk id="7" creationId="{BFD45AA0-5DC9-0774-19EF-195C6A1F5405}"/>
          </ac:picMkLst>
        </pc:picChg>
      </pc:sldChg>
      <pc:sldChg chg="addSp delSp modSp add mod modNotesTx">
        <pc:chgData name="Ronnel D. Palenzuela" userId="27216d6f-a712-48da-bcb2-613e4bc945ac" providerId="ADAL" clId="{16736750-74B4-184C-AACF-97E7E4B9FAA6}" dt="2024-08-11T11:25:32.352" v="2048" actId="1076"/>
        <pc:sldMkLst>
          <pc:docMk/>
          <pc:sldMk cId="1557213172" sldId="281"/>
        </pc:sldMkLst>
        <pc:spChg chg="mod">
          <ac:chgData name="Ronnel D. Palenzuela" userId="27216d6f-a712-48da-bcb2-613e4bc945ac" providerId="ADAL" clId="{16736750-74B4-184C-AACF-97E7E4B9FAA6}" dt="2024-08-11T11:15:51.541" v="1975" actId="20577"/>
          <ac:spMkLst>
            <pc:docMk/>
            <pc:sldMk cId="1557213172" sldId="281"/>
            <ac:spMk id="2" creationId="{1FD87645-D8E6-23DE-A822-448BF1054783}"/>
          </ac:spMkLst>
        </pc:spChg>
        <pc:spChg chg="mod">
          <ac:chgData name="Ronnel D. Palenzuela" userId="27216d6f-a712-48da-bcb2-613e4bc945ac" providerId="ADAL" clId="{16736750-74B4-184C-AACF-97E7E4B9FAA6}" dt="2024-08-11T11:16:45.122" v="2003" actId="207"/>
          <ac:spMkLst>
            <pc:docMk/>
            <pc:sldMk cId="1557213172" sldId="281"/>
            <ac:spMk id="3" creationId="{F9E9654B-D8E5-22CA-371A-57FADD13842B}"/>
          </ac:spMkLst>
        </pc:spChg>
        <pc:picChg chg="del">
          <ac:chgData name="Ronnel D. Palenzuela" userId="27216d6f-a712-48da-bcb2-613e4bc945ac" providerId="ADAL" clId="{16736750-74B4-184C-AACF-97E7E4B9FAA6}" dt="2024-08-11T10:58:22.444" v="1871" actId="478"/>
          <ac:picMkLst>
            <pc:docMk/>
            <pc:sldMk cId="1557213172" sldId="281"/>
            <ac:picMk id="4" creationId="{73833336-6A94-55AD-10D0-0089D9921599}"/>
          </ac:picMkLst>
        </pc:picChg>
        <pc:picChg chg="del">
          <ac:chgData name="Ronnel D. Palenzuela" userId="27216d6f-a712-48da-bcb2-613e4bc945ac" providerId="ADAL" clId="{16736750-74B4-184C-AACF-97E7E4B9FAA6}" dt="2024-08-11T10:58:21.160" v="1870" actId="478"/>
          <ac:picMkLst>
            <pc:docMk/>
            <pc:sldMk cId="1557213172" sldId="281"/>
            <ac:picMk id="5" creationId="{A413D30E-4FEC-659F-7A93-6D8C19127C82}"/>
          </ac:picMkLst>
        </pc:picChg>
        <pc:picChg chg="add del mod">
          <ac:chgData name="Ronnel D. Palenzuela" userId="27216d6f-a712-48da-bcb2-613e4bc945ac" providerId="ADAL" clId="{16736750-74B4-184C-AACF-97E7E4B9FAA6}" dt="2024-08-11T11:23:21.071" v="2009" actId="478"/>
          <ac:picMkLst>
            <pc:docMk/>
            <pc:sldMk cId="1557213172" sldId="281"/>
            <ac:picMk id="6" creationId="{852FA35F-6B76-3ACC-4F39-F65EF2740076}"/>
          </ac:picMkLst>
        </pc:picChg>
        <pc:picChg chg="add mod">
          <ac:chgData name="Ronnel D. Palenzuela" userId="27216d6f-a712-48da-bcb2-613e4bc945ac" providerId="ADAL" clId="{16736750-74B4-184C-AACF-97E7E4B9FAA6}" dt="2024-08-11T11:25:32.352" v="2048" actId="1076"/>
          <ac:picMkLst>
            <pc:docMk/>
            <pc:sldMk cId="1557213172" sldId="281"/>
            <ac:picMk id="7" creationId="{C0442B70-B5E1-0D06-9A6B-2C529318C43C}"/>
          </ac:picMkLst>
        </pc:picChg>
        <pc:picChg chg="add mod">
          <ac:chgData name="Ronnel D. Palenzuela" userId="27216d6f-a712-48da-bcb2-613e4bc945ac" providerId="ADAL" clId="{16736750-74B4-184C-AACF-97E7E4B9FAA6}" dt="2024-08-11T11:25:25.205" v="2043" actId="1076"/>
          <ac:picMkLst>
            <pc:docMk/>
            <pc:sldMk cId="1557213172" sldId="281"/>
            <ac:picMk id="8" creationId="{2E2C6D27-AF3A-A4C2-F435-87D1586FAACA}"/>
          </ac:picMkLst>
        </pc:picChg>
        <pc:picChg chg="add mod">
          <ac:chgData name="Ronnel D. Palenzuela" userId="27216d6f-a712-48da-bcb2-613e4bc945ac" providerId="ADAL" clId="{16736750-74B4-184C-AACF-97E7E4B9FAA6}" dt="2024-08-11T11:25:26.120" v="2044" actId="1076"/>
          <ac:picMkLst>
            <pc:docMk/>
            <pc:sldMk cId="1557213172" sldId="281"/>
            <ac:picMk id="9" creationId="{18FD6C3D-98D6-CC9C-69FF-706FEBC56D5E}"/>
          </ac:picMkLst>
        </pc:picChg>
      </pc:sldChg>
      <pc:sldChg chg="addSp delSp modSp add mod modNotesTx">
        <pc:chgData name="Ronnel D. Palenzuela" userId="27216d6f-a712-48da-bcb2-613e4bc945ac" providerId="ADAL" clId="{16736750-74B4-184C-AACF-97E7E4B9FAA6}" dt="2024-08-11T11:38:34.643" v="2166" actId="1076"/>
        <pc:sldMkLst>
          <pc:docMk/>
          <pc:sldMk cId="296683317" sldId="282"/>
        </pc:sldMkLst>
        <pc:spChg chg="mod">
          <ac:chgData name="Ronnel D. Palenzuela" userId="27216d6f-a712-48da-bcb2-613e4bc945ac" providerId="ADAL" clId="{16736750-74B4-184C-AACF-97E7E4B9FAA6}" dt="2024-08-11T11:36:00.243" v="2116"/>
          <ac:spMkLst>
            <pc:docMk/>
            <pc:sldMk cId="296683317" sldId="282"/>
            <ac:spMk id="2" creationId="{1FD87645-D8E6-23DE-A822-448BF1054783}"/>
          </ac:spMkLst>
        </pc:spChg>
        <pc:spChg chg="mod">
          <ac:chgData name="Ronnel D. Palenzuela" userId="27216d6f-a712-48da-bcb2-613e4bc945ac" providerId="ADAL" clId="{16736750-74B4-184C-AACF-97E7E4B9FAA6}" dt="2024-08-11T11:36:43.156" v="2154" actId="33524"/>
          <ac:spMkLst>
            <pc:docMk/>
            <pc:sldMk cId="296683317" sldId="282"/>
            <ac:spMk id="3" creationId="{F9E9654B-D8E5-22CA-371A-57FADD13842B}"/>
          </ac:spMkLst>
        </pc:spChg>
        <pc:spChg chg="add del">
          <ac:chgData name="Ronnel D. Palenzuela" userId="27216d6f-a712-48da-bcb2-613e4bc945ac" providerId="ADAL" clId="{16736750-74B4-184C-AACF-97E7E4B9FAA6}" dt="2024-08-11T11:37:17.460" v="2156" actId="22"/>
          <ac:spMkLst>
            <pc:docMk/>
            <pc:sldMk cId="296683317" sldId="282"/>
            <ac:spMk id="5" creationId="{01186E94-225A-646B-6BE7-DE3170C2B523}"/>
          </ac:spMkLst>
        </pc:spChg>
        <pc:picChg chg="add mod">
          <ac:chgData name="Ronnel D. Palenzuela" userId="27216d6f-a712-48da-bcb2-613e4bc945ac" providerId="ADAL" clId="{16736750-74B4-184C-AACF-97E7E4B9FAA6}" dt="2024-08-11T11:38:34.643" v="2166" actId="1076"/>
          <ac:picMkLst>
            <pc:docMk/>
            <pc:sldMk cId="296683317" sldId="282"/>
            <ac:picMk id="6" creationId="{C94A0A88-9294-A7B5-558E-0329F8DF2C01}"/>
          </ac:picMkLst>
        </pc:picChg>
        <pc:picChg chg="del">
          <ac:chgData name="Ronnel D. Palenzuela" userId="27216d6f-a712-48da-bcb2-613e4bc945ac" providerId="ADAL" clId="{16736750-74B4-184C-AACF-97E7E4B9FAA6}" dt="2024-08-11T11:35:26.093" v="2099" actId="478"/>
          <ac:picMkLst>
            <pc:docMk/>
            <pc:sldMk cId="296683317" sldId="282"/>
            <ac:picMk id="7" creationId="{C0442B70-B5E1-0D06-9A6B-2C529318C43C}"/>
          </ac:picMkLst>
        </pc:picChg>
        <pc:picChg chg="del">
          <ac:chgData name="Ronnel D. Palenzuela" userId="27216d6f-a712-48da-bcb2-613e4bc945ac" providerId="ADAL" clId="{16736750-74B4-184C-AACF-97E7E4B9FAA6}" dt="2024-08-11T11:35:26.422" v="2100" actId="478"/>
          <ac:picMkLst>
            <pc:docMk/>
            <pc:sldMk cId="296683317" sldId="282"/>
            <ac:picMk id="8" creationId="{2E2C6D27-AF3A-A4C2-F435-87D1586FAACA}"/>
          </ac:picMkLst>
        </pc:picChg>
        <pc:picChg chg="del">
          <ac:chgData name="Ronnel D. Palenzuela" userId="27216d6f-a712-48da-bcb2-613e4bc945ac" providerId="ADAL" clId="{16736750-74B4-184C-AACF-97E7E4B9FAA6}" dt="2024-08-11T11:35:26.655" v="2101" actId="478"/>
          <ac:picMkLst>
            <pc:docMk/>
            <pc:sldMk cId="296683317" sldId="282"/>
            <ac:picMk id="9" creationId="{18FD6C3D-98D6-CC9C-69FF-706FEBC56D5E}"/>
          </ac:picMkLst>
        </pc:picChg>
      </pc:sldChg>
      <pc:sldChg chg="addSp delSp modSp add mod modNotesTx">
        <pc:chgData name="Ronnel D. Palenzuela" userId="27216d6f-a712-48da-bcb2-613e4bc945ac" providerId="ADAL" clId="{16736750-74B4-184C-AACF-97E7E4B9FAA6}" dt="2024-08-11T11:44:29.650" v="2204" actId="20577"/>
        <pc:sldMkLst>
          <pc:docMk/>
          <pc:sldMk cId="993575964" sldId="283"/>
        </pc:sldMkLst>
        <pc:spChg chg="mod">
          <ac:chgData name="Ronnel D. Palenzuela" userId="27216d6f-a712-48da-bcb2-613e4bc945ac" providerId="ADAL" clId="{16736750-74B4-184C-AACF-97E7E4B9FAA6}" dt="2024-08-11T11:39:12.084" v="2168"/>
          <ac:spMkLst>
            <pc:docMk/>
            <pc:sldMk cId="993575964" sldId="283"/>
            <ac:spMk id="2" creationId="{1FD87645-D8E6-23DE-A822-448BF1054783}"/>
          </ac:spMkLst>
        </pc:spChg>
        <pc:spChg chg="mod">
          <ac:chgData name="Ronnel D. Palenzuela" userId="27216d6f-a712-48da-bcb2-613e4bc945ac" providerId="ADAL" clId="{16736750-74B4-184C-AACF-97E7E4B9FAA6}" dt="2024-08-11T11:40:34.052" v="2197" actId="207"/>
          <ac:spMkLst>
            <pc:docMk/>
            <pc:sldMk cId="993575964" sldId="283"/>
            <ac:spMk id="3" creationId="{F9E9654B-D8E5-22CA-371A-57FADD13842B}"/>
          </ac:spMkLst>
        </pc:spChg>
        <pc:picChg chg="add mod">
          <ac:chgData name="Ronnel D. Palenzuela" userId="27216d6f-a712-48da-bcb2-613e4bc945ac" providerId="ADAL" clId="{16736750-74B4-184C-AACF-97E7E4B9FAA6}" dt="2024-08-11T11:43:38.835" v="2202" actId="1076"/>
          <ac:picMkLst>
            <pc:docMk/>
            <pc:sldMk cId="993575964" sldId="283"/>
            <ac:picMk id="4" creationId="{B7960360-83A2-6270-EECE-30A36048B200}"/>
          </ac:picMkLst>
        </pc:picChg>
        <pc:picChg chg="del">
          <ac:chgData name="Ronnel D. Palenzuela" userId="27216d6f-a712-48da-bcb2-613e4bc945ac" providerId="ADAL" clId="{16736750-74B4-184C-AACF-97E7E4B9FAA6}" dt="2024-08-11T11:39:13.621" v="2169" actId="478"/>
          <ac:picMkLst>
            <pc:docMk/>
            <pc:sldMk cId="993575964" sldId="283"/>
            <ac:picMk id="6" creationId="{C94A0A88-9294-A7B5-558E-0329F8DF2C01}"/>
          </ac:picMkLst>
        </pc:picChg>
      </pc:sldChg>
      <pc:sldChg chg="addSp delSp modSp add mod modNotesTx">
        <pc:chgData name="Ronnel D. Palenzuela" userId="27216d6f-a712-48da-bcb2-613e4bc945ac" providerId="ADAL" clId="{16736750-74B4-184C-AACF-97E7E4B9FAA6}" dt="2024-08-11T11:50:32.912" v="2231" actId="1076"/>
        <pc:sldMkLst>
          <pc:docMk/>
          <pc:sldMk cId="1253337562" sldId="284"/>
        </pc:sldMkLst>
        <pc:spChg chg="mod">
          <ac:chgData name="Ronnel D. Palenzuela" userId="27216d6f-a712-48da-bcb2-613e4bc945ac" providerId="ADAL" clId="{16736750-74B4-184C-AACF-97E7E4B9FAA6}" dt="2024-08-11T11:45:06.797" v="2206"/>
          <ac:spMkLst>
            <pc:docMk/>
            <pc:sldMk cId="1253337562" sldId="284"/>
            <ac:spMk id="2" creationId="{1FD87645-D8E6-23DE-A822-448BF1054783}"/>
          </ac:spMkLst>
        </pc:spChg>
        <pc:spChg chg="mod">
          <ac:chgData name="Ronnel D. Palenzuela" userId="27216d6f-a712-48da-bcb2-613e4bc945ac" providerId="ADAL" clId="{16736750-74B4-184C-AACF-97E7E4B9FAA6}" dt="2024-08-11T11:48:12.471" v="2222"/>
          <ac:spMkLst>
            <pc:docMk/>
            <pc:sldMk cId="1253337562" sldId="284"/>
            <ac:spMk id="3" creationId="{F9E9654B-D8E5-22CA-371A-57FADD13842B}"/>
          </ac:spMkLst>
        </pc:spChg>
        <pc:picChg chg="del">
          <ac:chgData name="Ronnel D. Palenzuela" userId="27216d6f-a712-48da-bcb2-613e4bc945ac" providerId="ADAL" clId="{16736750-74B4-184C-AACF-97E7E4B9FAA6}" dt="2024-08-11T11:48:48.651" v="2224" actId="478"/>
          <ac:picMkLst>
            <pc:docMk/>
            <pc:sldMk cId="1253337562" sldId="284"/>
            <ac:picMk id="4" creationId="{B7960360-83A2-6270-EECE-30A36048B200}"/>
          </ac:picMkLst>
        </pc:picChg>
        <pc:picChg chg="add mod">
          <ac:chgData name="Ronnel D. Palenzuela" userId="27216d6f-a712-48da-bcb2-613e4bc945ac" providerId="ADAL" clId="{16736750-74B4-184C-AACF-97E7E4B9FAA6}" dt="2024-08-11T11:50:17.104" v="2227" actId="1076"/>
          <ac:picMkLst>
            <pc:docMk/>
            <pc:sldMk cId="1253337562" sldId="284"/>
            <ac:picMk id="5" creationId="{9D0F0297-4AB5-4797-A885-928619C7A572}"/>
          </ac:picMkLst>
        </pc:picChg>
        <pc:picChg chg="add mod">
          <ac:chgData name="Ronnel D. Palenzuela" userId="27216d6f-a712-48da-bcb2-613e4bc945ac" providerId="ADAL" clId="{16736750-74B4-184C-AACF-97E7E4B9FAA6}" dt="2024-08-11T11:50:32.912" v="2231" actId="1076"/>
          <ac:picMkLst>
            <pc:docMk/>
            <pc:sldMk cId="1253337562" sldId="284"/>
            <ac:picMk id="6" creationId="{F1C8719A-AF10-CA25-32B8-5B12B63B6F48}"/>
          </ac:picMkLst>
        </pc:picChg>
      </pc:sldChg>
      <pc:sldChg chg="addSp delSp modSp add mod">
        <pc:chgData name="Ronnel D. Palenzuela" userId="27216d6f-a712-48da-bcb2-613e4bc945ac" providerId="ADAL" clId="{16736750-74B4-184C-AACF-97E7E4B9FAA6}" dt="2024-08-11T12:26:02.933" v="2546" actId="20577"/>
        <pc:sldMkLst>
          <pc:docMk/>
          <pc:sldMk cId="2980579114" sldId="285"/>
        </pc:sldMkLst>
        <pc:spChg chg="mod">
          <ac:chgData name="Ronnel D. Palenzuela" userId="27216d6f-a712-48da-bcb2-613e4bc945ac" providerId="ADAL" clId="{16736750-74B4-184C-AACF-97E7E4B9FAA6}" dt="2024-08-11T12:25:58.060" v="2543" actId="20577"/>
          <ac:spMkLst>
            <pc:docMk/>
            <pc:sldMk cId="2980579114" sldId="285"/>
            <ac:spMk id="2" creationId="{1FD87645-D8E6-23DE-A822-448BF1054783}"/>
          </ac:spMkLst>
        </pc:spChg>
        <pc:spChg chg="mod">
          <ac:chgData name="Ronnel D. Palenzuela" userId="27216d6f-a712-48da-bcb2-613e4bc945ac" providerId="ADAL" clId="{16736750-74B4-184C-AACF-97E7E4B9FAA6}" dt="2024-08-11T12:26:02.933" v="2546" actId="20577"/>
          <ac:spMkLst>
            <pc:docMk/>
            <pc:sldMk cId="2980579114" sldId="285"/>
            <ac:spMk id="3" creationId="{F9E9654B-D8E5-22CA-371A-57FADD13842B}"/>
          </ac:spMkLst>
        </pc:spChg>
        <pc:picChg chg="add mod">
          <ac:chgData name="Ronnel D. Palenzuela" userId="27216d6f-a712-48da-bcb2-613e4bc945ac" providerId="ADAL" clId="{16736750-74B4-184C-AACF-97E7E4B9FAA6}" dt="2024-08-11T12:11:35.139" v="2251" actId="1076"/>
          <ac:picMkLst>
            <pc:docMk/>
            <pc:sldMk cId="2980579114" sldId="285"/>
            <ac:picMk id="4" creationId="{74248AEE-FABF-0F2A-B1B2-1777799F48BD}"/>
          </ac:picMkLst>
        </pc:picChg>
        <pc:picChg chg="del">
          <ac:chgData name="Ronnel D. Palenzuela" userId="27216d6f-a712-48da-bcb2-613e4bc945ac" providerId="ADAL" clId="{16736750-74B4-184C-AACF-97E7E4B9FAA6}" dt="2024-08-11T12:09:33.931" v="2234" actId="478"/>
          <ac:picMkLst>
            <pc:docMk/>
            <pc:sldMk cId="2980579114" sldId="285"/>
            <ac:picMk id="5" creationId="{9D0F0297-4AB5-4797-A885-928619C7A572}"/>
          </ac:picMkLst>
        </pc:picChg>
        <pc:picChg chg="del">
          <ac:chgData name="Ronnel D. Palenzuela" userId="27216d6f-a712-48da-bcb2-613e4bc945ac" providerId="ADAL" clId="{16736750-74B4-184C-AACF-97E7E4B9FAA6}" dt="2024-08-11T12:09:35.158" v="2235" actId="478"/>
          <ac:picMkLst>
            <pc:docMk/>
            <pc:sldMk cId="2980579114" sldId="285"/>
            <ac:picMk id="6" creationId="{F1C8719A-AF10-CA25-32B8-5B12B63B6F48}"/>
          </ac:picMkLst>
        </pc:picChg>
      </pc:sldChg>
      <pc:sldChg chg="addSp delSp modSp add mod modNotesTx">
        <pc:chgData name="Ronnel D. Palenzuela" userId="27216d6f-a712-48da-bcb2-613e4bc945ac" providerId="ADAL" clId="{16736750-74B4-184C-AACF-97E7E4B9FAA6}" dt="2024-08-11T12:25:18.008" v="2520" actId="1076"/>
        <pc:sldMkLst>
          <pc:docMk/>
          <pc:sldMk cId="1581186720" sldId="286"/>
        </pc:sldMkLst>
        <pc:spChg chg="mod">
          <ac:chgData name="Ronnel D. Palenzuela" userId="27216d6f-a712-48da-bcb2-613e4bc945ac" providerId="ADAL" clId="{16736750-74B4-184C-AACF-97E7E4B9FAA6}" dt="2024-08-11T12:25:16.630" v="2519" actId="1076"/>
          <ac:spMkLst>
            <pc:docMk/>
            <pc:sldMk cId="1581186720" sldId="286"/>
            <ac:spMk id="3" creationId="{F9E9654B-D8E5-22CA-371A-57FADD13842B}"/>
          </ac:spMkLst>
        </pc:spChg>
        <pc:spChg chg="add mod">
          <ac:chgData name="Ronnel D. Palenzuela" userId="27216d6f-a712-48da-bcb2-613e4bc945ac" providerId="ADAL" clId="{16736750-74B4-184C-AACF-97E7E4B9FAA6}" dt="2024-08-11T12:25:18.008" v="2520" actId="1076"/>
          <ac:spMkLst>
            <pc:docMk/>
            <pc:sldMk cId="1581186720" sldId="286"/>
            <ac:spMk id="5" creationId="{63E79591-2F27-370E-329D-A0B622A8CFA5}"/>
          </ac:spMkLst>
        </pc:spChg>
        <pc:spChg chg="add mod">
          <ac:chgData name="Ronnel D. Palenzuela" userId="27216d6f-a712-48da-bcb2-613e4bc945ac" providerId="ADAL" clId="{16736750-74B4-184C-AACF-97E7E4B9FAA6}" dt="2024-08-11T12:22:19.024" v="2454"/>
          <ac:spMkLst>
            <pc:docMk/>
            <pc:sldMk cId="1581186720" sldId="286"/>
            <ac:spMk id="6" creationId="{8E044E04-0B5A-32C0-8EEE-D905F6C6381E}"/>
          </ac:spMkLst>
        </pc:spChg>
        <pc:spChg chg="add mod">
          <ac:chgData name="Ronnel D. Palenzuela" userId="27216d6f-a712-48da-bcb2-613e4bc945ac" providerId="ADAL" clId="{16736750-74B4-184C-AACF-97E7E4B9FAA6}" dt="2024-08-11T12:22:33.783" v="2457" actId="767"/>
          <ac:spMkLst>
            <pc:docMk/>
            <pc:sldMk cId="1581186720" sldId="286"/>
            <ac:spMk id="7" creationId="{75AD83E7-4E98-C144-0CA8-1D34A9078DFC}"/>
          </ac:spMkLst>
        </pc:spChg>
        <pc:spChg chg="add del">
          <ac:chgData name="Ronnel D. Palenzuela" userId="27216d6f-a712-48da-bcb2-613e4bc945ac" providerId="ADAL" clId="{16736750-74B4-184C-AACF-97E7E4B9FAA6}" dt="2024-08-11T12:24:47.787" v="2511" actId="22"/>
          <ac:spMkLst>
            <pc:docMk/>
            <pc:sldMk cId="1581186720" sldId="286"/>
            <ac:spMk id="9" creationId="{5AFEA3DF-0E3B-7218-22F8-B412FEC8C03F}"/>
          </ac:spMkLst>
        </pc:spChg>
        <pc:picChg chg="del">
          <ac:chgData name="Ronnel D. Palenzuela" userId="27216d6f-a712-48da-bcb2-613e4bc945ac" providerId="ADAL" clId="{16736750-74B4-184C-AACF-97E7E4B9FAA6}" dt="2024-08-11T12:15:21.761" v="2282" actId="478"/>
          <ac:picMkLst>
            <pc:docMk/>
            <pc:sldMk cId="1581186720" sldId="286"/>
            <ac:picMk id="4" creationId="{74248AEE-FABF-0F2A-B1B2-1777799F48BD}"/>
          </ac:picMkLst>
        </pc:picChg>
      </pc:sldChg>
      <pc:sldChg chg="addSp delSp modSp add mod modNotesTx">
        <pc:chgData name="Ronnel D. Palenzuela" userId="27216d6f-a712-48da-bcb2-613e4bc945ac" providerId="ADAL" clId="{16736750-74B4-184C-AACF-97E7E4B9FAA6}" dt="2024-08-11T12:32:58.139" v="2586"/>
        <pc:sldMkLst>
          <pc:docMk/>
          <pc:sldMk cId="4278137860" sldId="287"/>
        </pc:sldMkLst>
        <pc:spChg chg="mod">
          <ac:chgData name="Ronnel D. Palenzuela" userId="27216d6f-a712-48da-bcb2-613e4bc945ac" providerId="ADAL" clId="{16736750-74B4-184C-AACF-97E7E4B9FAA6}" dt="2024-08-11T12:26:17.544" v="2548"/>
          <ac:spMkLst>
            <pc:docMk/>
            <pc:sldMk cId="4278137860" sldId="287"/>
            <ac:spMk id="2" creationId="{1FD87645-D8E6-23DE-A822-448BF1054783}"/>
          </ac:spMkLst>
        </pc:spChg>
        <pc:spChg chg="mod">
          <ac:chgData name="Ronnel D. Palenzuela" userId="27216d6f-a712-48da-bcb2-613e4bc945ac" providerId="ADAL" clId="{16736750-74B4-184C-AACF-97E7E4B9FAA6}" dt="2024-08-11T12:27:02.548" v="2568"/>
          <ac:spMkLst>
            <pc:docMk/>
            <pc:sldMk cId="4278137860" sldId="287"/>
            <ac:spMk id="3" creationId="{F9E9654B-D8E5-22CA-371A-57FADD13842B}"/>
          </ac:spMkLst>
        </pc:spChg>
        <pc:spChg chg="del">
          <ac:chgData name="Ronnel D. Palenzuela" userId="27216d6f-a712-48da-bcb2-613e4bc945ac" providerId="ADAL" clId="{16736750-74B4-184C-AACF-97E7E4B9FAA6}" dt="2024-08-11T12:26:19.941" v="2549" actId="478"/>
          <ac:spMkLst>
            <pc:docMk/>
            <pc:sldMk cId="4278137860" sldId="287"/>
            <ac:spMk id="5" creationId="{63E79591-2F27-370E-329D-A0B622A8CFA5}"/>
          </ac:spMkLst>
        </pc:spChg>
        <pc:picChg chg="add mod">
          <ac:chgData name="Ronnel D. Palenzuela" userId="27216d6f-a712-48da-bcb2-613e4bc945ac" providerId="ADAL" clId="{16736750-74B4-184C-AACF-97E7E4B9FAA6}" dt="2024-08-11T12:30:03.374" v="2578" actId="1076"/>
          <ac:picMkLst>
            <pc:docMk/>
            <pc:sldMk cId="4278137860" sldId="287"/>
            <ac:picMk id="4" creationId="{C94F73C7-EE3C-5039-6716-AA5F092B56AC}"/>
          </ac:picMkLst>
        </pc:picChg>
        <pc:picChg chg="add mod">
          <ac:chgData name="Ronnel D. Palenzuela" userId="27216d6f-a712-48da-bcb2-613e4bc945ac" providerId="ADAL" clId="{16736750-74B4-184C-AACF-97E7E4B9FAA6}" dt="2024-08-11T12:30:04.674" v="2579" actId="1076"/>
          <ac:picMkLst>
            <pc:docMk/>
            <pc:sldMk cId="4278137860" sldId="287"/>
            <ac:picMk id="6" creationId="{7982849D-C7FF-134E-B589-F96BF9176D03}"/>
          </ac:picMkLst>
        </pc:picChg>
      </pc:sldChg>
      <pc:sldChg chg="delSp modSp add mod">
        <pc:chgData name="Ronnel D. Palenzuela" userId="27216d6f-a712-48da-bcb2-613e4bc945ac" providerId="ADAL" clId="{16736750-74B4-184C-AACF-97E7E4B9FAA6}" dt="2024-08-12T02:16:02.449" v="3153" actId="20577"/>
        <pc:sldMkLst>
          <pc:docMk/>
          <pc:sldMk cId="3972629357" sldId="288"/>
        </pc:sldMkLst>
        <pc:spChg chg="mod">
          <ac:chgData name="Ronnel D. Palenzuela" userId="27216d6f-a712-48da-bcb2-613e4bc945ac" providerId="ADAL" clId="{16736750-74B4-184C-AACF-97E7E4B9FAA6}" dt="2024-08-12T02:16:02.449" v="3153" actId="20577"/>
          <ac:spMkLst>
            <pc:docMk/>
            <pc:sldMk cId="3972629357" sldId="288"/>
            <ac:spMk id="2" creationId="{1FD87645-D8E6-23DE-A822-448BF1054783}"/>
          </ac:spMkLst>
        </pc:spChg>
        <pc:spChg chg="mod">
          <ac:chgData name="Ronnel D. Palenzuela" userId="27216d6f-a712-48da-bcb2-613e4bc945ac" providerId="ADAL" clId="{16736750-74B4-184C-AACF-97E7E4B9FAA6}" dt="2024-08-12T02:11:51.983" v="3029" actId="207"/>
          <ac:spMkLst>
            <pc:docMk/>
            <pc:sldMk cId="3972629357" sldId="288"/>
            <ac:spMk id="3" creationId="{F9E9654B-D8E5-22CA-371A-57FADD13842B}"/>
          </ac:spMkLst>
        </pc:spChg>
        <pc:picChg chg="del">
          <ac:chgData name="Ronnel D. Palenzuela" userId="27216d6f-a712-48da-bcb2-613e4bc945ac" providerId="ADAL" clId="{16736750-74B4-184C-AACF-97E7E4B9FAA6}" dt="2024-08-12T01:08:18.288" v="2654" actId="478"/>
          <ac:picMkLst>
            <pc:docMk/>
            <pc:sldMk cId="3972629357" sldId="288"/>
            <ac:picMk id="4" creationId="{C94F73C7-EE3C-5039-6716-AA5F092B56AC}"/>
          </ac:picMkLst>
        </pc:picChg>
        <pc:picChg chg="del">
          <ac:chgData name="Ronnel D. Palenzuela" userId="27216d6f-a712-48da-bcb2-613e4bc945ac" providerId="ADAL" clId="{16736750-74B4-184C-AACF-97E7E4B9FAA6}" dt="2024-08-12T01:08:18.480" v="2655" actId="478"/>
          <ac:picMkLst>
            <pc:docMk/>
            <pc:sldMk cId="3972629357" sldId="288"/>
            <ac:picMk id="6" creationId="{7982849D-C7FF-134E-B589-F96BF9176D03}"/>
          </ac:picMkLst>
        </pc:picChg>
      </pc:sldChg>
      <pc:sldChg chg="modSp add mod">
        <pc:chgData name="Ronnel D. Palenzuela" userId="27216d6f-a712-48da-bcb2-613e4bc945ac" providerId="ADAL" clId="{16736750-74B4-184C-AACF-97E7E4B9FAA6}" dt="2024-08-12T02:22:03.220" v="3182" actId="11"/>
        <pc:sldMkLst>
          <pc:docMk/>
          <pc:sldMk cId="2990164252" sldId="289"/>
        </pc:sldMkLst>
        <pc:spChg chg="mod">
          <ac:chgData name="Ronnel D. Palenzuela" userId="27216d6f-a712-48da-bcb2-613e4bc945ac" providerId="ADAL" clId="{16736750-74B4-184C-AACF-97E7E4B9FAA6}" dt="2024-08-12T02:16:06.498" v="3154" actId="20577"/>
          <ac:spMkLst>
            <pc:docMk/>
            <pc:sldMk cId="2990164252" sldId="289"/>
            <ac:spMk id="2" creationId="{1FD87645-D8E6-23DE-A822-448BF1054783}"/>
          </ac:spMkLst>
        </pc:spChg>
        <pc:spChg chg="mod">
          <ac:chgData name="Ronnel D. Palenzuela" userId="27216d6f-a712-48da-bcb2-613e4bc945ac" providerId="ADAL" clId="{16736750-74B4-184C-AACF-97E7E4B9FAA6}" dt="2024-08-12T02:22:03.220" v="3182" actId="11"/>
          <ac:spMkLst>
            <pc:docMk/>
            <pc:sldMk cId="2990164252" sldId="289"/>
            <ac:spMk id="3" creationId="{F9E9654B-D8E5-22CA-371A-57FADD13842B}"/>
          </ac:spMkLst>
        </pc:spChg>
      </pc:sldChg>
      <pc:sldChg chg="modSp add mod">
        <pc:chgData name="Ronnel D. Palenzuela" userId="27216d6f-a712-48da-bcb2-613e4bc945ac" providerId="ADAL" clId="{16736750-74B4-184C-AACF-97E7E4B9FAA6}" dt="2024-08-13T03:37:12.131" v="3508" actId="207"/>
        <pc:sldMkLst>
          <pc:docMk/>
          <pc:sldMk cId="1111498698" sldId="290"/>
        </pc:sldMkLst>
        <pc:spChg chg="mod">
          <ac:chgData name="Ronnel D. Palenzuela" userId="27216d6f-a712-48da-bcb2-613e4bc945ac" providerId="ADAL" clId="{16736750-74B4-184C-AACF-97E7E4B9FAA6}" dt="2024-08-13T03:27:17.210" v="3359" actId="20577"/>
          <ac:spMkLst>
            <pc:docMk/>
            <pc:sldMk cId="1111498698" sldId="290"/>
            <ac:spMk id="2" creationId="{1FD87645-D8E6-23DE-A822-448BF1054783}"/>
          </ac:spMkLst>
        </pc:spChg>
        <pc:spChg chg="mod">
          <ac:chgData name="Ronnel D. Palenzuela" userId="27216d6f-a712-48da-bcb2-613e4bc945ac" providerId="ADAL" clId="{16736750-74B4-184C-AACF-97E7E4B9FAA6}" dt="2024-08-13T03:37:12.131" v="3508" actId="207"/>
          <ac:spMkLst>
            <pc:docMk/>
            <pc:sldMk cId="1111498698" sldId="290"/>
            <ac:spMk id="3" creationId="{F9E9654B-D8E5-22CA-371A-57FADD13842B}"/>
          </ac:spMkLst>
        </pc:spChg>
      </pc:sldChg>
      <pc:sldChg chg="modSp add del mod">
        <pc:chgData name="Ronnel D. Palenzuela" userId="27216d6f-a712-48da-bcb2-613e4bc945ac" providerId="ADAL" clId="{16736750-74B4-184C-AACF-97E7E4B9FAA6}" dt="2024-08-12T02:54:12.156" v="3325" actId="2696"/>
        <pc:sldMkLst>
          <pc:docMk/>
          <pc:sldMk cId="1927110459" sldId="290"/>
        </pc:sldMkLst>
        <pc:spChg chg="mod">
          <ac:chgData name="Ronnel D. Palenzuela" userId="27216d6f-a712-48da-bcb2-613e4bc945ac" providerId="ADAL" clId="{16736750-74B4-184C-AACF-97E7E4B9FAA6}" dt="2024-08-12T02:17:40.195" v="3179" actId="20577"/>
          <ac:spMkLst>
            <pc:docMk/>
            <pc:sldMk cId="1927110459" sldId="290"/>
            <ac:spMk id="2" creationId="{1FD87645-D8E6-23DE-A822-448BF1054783}"/>
          </ac:spMkLst>
        </pc:spChg>
        <pc:spChg chg="mod">
          <ac:chgData name="Ronnel D. Palenzuela" userId="27216d6f-a712-48da-bcb2-613e4bc945ac" providerId="ADAL" clId="{16736750-74B4-184C-AACF-97E7E4B9FAA6}" dt="2024-08-12T02:25:46.161" v="3276" actId="20577"/>
          <ac:spMkLst>
            <pc:docMk/>
            <pc:sldMk cId="1927110459" sldId="290"/>
            <ac:spMk id="3" creationId="{F9E9654B-D8E5-22CA-371A-57FADD13842B}"/>
          </ac:spMkLst>
        </pc:spChg>
      </pc:sldChg>
      <pc:sldChg chg="modSp add mod ord">
        <pc:chgData name="Ronnel D. Palenzuela" userId="27216d6f-a712-48da-bcb2-613e4bc945ac" providerId="ADAL" clId="{16736750-74B4-184C-AACF-97E7E4B9FAA6}" dt="2024-08-13T03:34:24.591" v="3466" actId="207"/>
        <pc:sldMkLst>
          <pc:docMk/>
          <pc:sldMk cId="815011119" sldId="291"/>
        </pc:sldMkLst>
        <pc:spChg chg="mod">
          <ac:chgData name="Ronnel D. Palenzuela" userId="27216d6f-a712-48da-bcb2-613e4bc945ac" providerId="ADAL" clId="{16736750-74B4-184C-AACF-97E7E4B9FAA6}" dt="2024-08-13T03:34:24.591" v="3466" actId="207"/>
          <ac:spMkLst>
            <pc:docMk/>
            <pc:sldMk cId="815011119" sldId="291"/>
            <ac:spMk id="3" creationId="{F9E9654B-D8E5-22CA-371A-57FADD13842B}"/>
          </ac:spMkLst>
        </pc:spChg>
      </pc:sldChg>
      <pc:sldChg chg="modSp add del mod">
        <pc:chgData name="Ronnel D. Palenzuela" userId="27216d6f-a712-48da-bcb2-613e4bc945ac" providerId="ADAL" clId="{16736750-74B4-184C-AACF-97E7E4B9FAA6}" dt="2024-08-12T02:54:12.156" v="3325" actId="2696"/>
        <pc:sldMkLst>
          <pc:docMk/>
          <pc:sldMk cId="1781441069" sldId="291"/>
        </pc:sldMkLst>
        <pc:spChg chg="mod">
          <ac:chgData name="Ronnel D. Palenzuela" userId="27216d6f-a712-48da-bcb2-613e4bc945ac" providerId="ADAL" clId="{16736750-74B4-184C-AACF-97E7E4B9FAA6}" dt="2024-08-12T02:28:06.903" v="3321" actId="11"/>
          <ac:spMkLst>
            <pc:docMk/>
            <pc:sldMk cId="1781441069" sldId="291"/>
            <ac:spMk id="3" creationId="{F9E9654B-D8E5-22CA-371A-57FADD13842B}"/>
          </ac:spMkLst>
        </pc:spChg>
      </pc:sldChg>
      <pc:sldChg chg="modSp add del mod">
        <pc:chgData name="Ronnel D. Palenzuela" userId="27216d6f-a712-48da-bcb2-613e4bc945ac" providerId="ADAL" clId="{16736750-74B4-184C-AACF-97E7E4B9FAA6}" dt="2024-08-12T02:54:12.156" v="3325" actId="2696"/>
        <pc:sldMkLst>
          <pc:docMk/>
          <pc:sldMk cId="1765234647" sldId="292"/>
        </pc:sldMkLst>
        <pc:spChg chg="mod">
          <ac:chgData name="Ronnel D. Palenzuela" userId="27216d6f-a712-48da-bcb2-613e4bc945ac" providerId="ADAL" clId="{16736750-74B4-184C-AACF-97E7E4B9FAA6}" dt="2024-08-12T02:28:26.710" v="3324" actId="403"/>
          <ac:spMkLst>
            <pc:docMk/>
            <pc:sldMk cId="1765234647" sldId="292"/>
            <ac:spMk id="3" creationId="{F9E9654B-D8E5-22CA-371A-57FADD13842B}"/>
          </ac:spMkLst>
        </pc:spChg>
      </pc:sldChg>
      <pc:sldMasterChg chg="modSldLayout">
        <pc:chgData name="Ronnel D. Palenzuela" userId="27216d6f-a712-48da-bcb2-613e4bc945ac" providerId="ADAL" clId="{16736750-74B4-184C-AACF-97E7E4B9FAA6}" dt="2024-08-11T07:03:06.010" v="731" actId="20577"/>
        <pc:sldMasterMkLst>
          <pc:docMk/>
          <pc:sldMasterMk cId="651270159" sldId="2147483648"/>
        </pc:sldMasterMkLst>
        <pc:sldLayoutChg chg="modSp mod">
          <pc:chgData name="Ronnel D. Palenzuela" userId="27216d6f-a712-48da-bcb2-613e4bc945ac" providerId="ADAL" clId="{16736750-74B4-184C-AACF-97E7E4B9FAA6}" dt="2024-08-11T07:03:06.010" v="731" actId="20577"/>
          <pc:sldLayoutMkLst>
            <pc:docMk/>
            <pc:sldMasterMk cId="651270159" sldId="2147483648"/>
            <pc:sldLayoutMk cId="2921653432" sldId="2147483649"/>
          </pc:sldLayoutMkLst>
          <pc:spChg chg="mod">
            <ac:chgData name="Ronnel D. Palenzuela" userId="27216d6f-a712-48da-bcb2-613e4bc945ac" providerId="ADAL" clId="{16736750-74B4-184C-AACF-97E7E4B9FAA6}" dt="2024-08-11T07:03:06.010" v="731" actId="20577"/>
            <ac:spMkLst>
              <pc:docMk/>
              <pc:sldMasterMk cId="651270159" sldId="2147483648"/>
              <pc:sldLayoutMk cId="2921653432" sldId="2147483649"/>
              <ac:spMk id="5" creationId="{3794B7A0-4232-A0AC-7E3A-3BF632F0C83D}"/>
            </ac:spMkLst>
          </pc:spChg>
        </pc:sldLayoutChg>
      </pc:sldMasterChg>
    </pc:docChg>
  </pc:docChgLst>
  <pc:docChgLst>
    <pc:chgData name="Ronnel D. Palenzuela" userId="27216d6f-a712-48da-bcb2-613e4bc945ac" providerId="ADAL" clId="{16FF8E01-DE24-0F4F-A559-943D670B7764}"/>
    <pc:docChg chg="undo custSel addSld delSld modSld sldOrd modMainMaster">
      <pc:chgData name="Ronnel D. Palenzuela" userId="27216d6f-a712-48da-bcb2-613e4bc945ac" providerId="ADAL" clId="{16FF8E01-DE24-0F4F-A559-943D670B7764}" dt="2024-08-15T06:12:31.924" v="2533" actId="729"/>
      <pc:docMkLst>
        <pc:docMk/>
      </pc:docMkLst>
      <pc:sldChg chg="modSp mod">
        <pc:chgData name="Ronnel D. Palenzuela" userId="27216d6f-a712-48da-bcb2-613e4bc945ac" providerId="ADAL" clId="{16FF8E01-DE24-0F4F-A559-943D670B7764}" dt="2024-08-14T16:09:01.930" v="1419" actId="20577"/>
        <pc:sldMkLst>
          <pc:docMk/>
          <pc:sldMk cId="3455369248" sldId="257"/>
        </pc:sldMkLst>
        <pc:spChg chg="mod">
          <ac:chgData name="Ronnel D. Palenzuela" userId="27216d6f-a712-48da-bcb2-613e4bc945ac" providerId="ADAL" clId="{16FF8E01-DE24-0F4F-A559-943D670B7764}" dt="2024-08-14T16:08:42.416" v="1364" actId="14100"/>
          <ac:spMkLst>
            <pc:docMk/>
            <pc:sldMk cId="3455369248" sldId="257"/>
            <ac:spMk id="2" creationId="{4B9DC0FD-E73C-26A6-891F-61B461076958}"/>
          </ac:spMkLst>
        </pc:spChg>
        <pc:spChg chg="mod">
          <ac:chgData name="Ronnel D. Palenzuela" userId="27216d6f-a712-48da-bcb2-613e4bc945ac" providerId="ADAL" clId="{16FF8E01-DE24-0F4F-A559-943D670B7764}" dt="2024-08-14T16:09:01.930" v="1419" actId="20577"/>
          <ac:spMkLst>
            <pc:docMk/>
            <pc:sldMk cId="3455369248" sldId="257"/>
            <ac:spMk id="3" creationId="{55CA8846-F5F9-9E2F-7E86-4EDFA1AEFED2}"/>
          </ac:spMkLst>
        </pc:spChg>
      </pc:sldChg>
      <pc:sldChg chg="add del">
        <pc:chgData name="Ronnel D. Palenzuela" userId="27216d6f-a712-48da-bcb2-613e4bc945ac" providerId="ADAL" clId="{16FF8E01-DE24-0F4F-A559-943D670B7764}" dt="2024-08-14T04:37:36.180" v="138" actId="2696"/>
        <pc:sldMkLst>
          <pc:docMk/>
          <pc:sldMk cId="3256538018" sldId="259"/>
        </pc:sldMkLst>
      </pc:sldChg>
      <pc:sldChg chg="modSp mod modNotesTx">
        <pc:chgData name="Ronnel D. Palenzuela" userId="27216d6f-a712-48da-bcb2-613e4bc945ac" providerId="ADAL" clId="{16FF8E01-DE24-0F4F-A559-943D670B7764}" dt="2024-08-14T16:25:10.072" v="1665" actId="20577"/>
        <pc:sldMkLst>
          <pc:docMk/>
          <pc:sldMk cId="3611571112" sldId="263"/>
        </pc:sldMkLst>
        <pc:spChg chg="mod">
          <ac:chgData name="Ronnel D. Palenzuela" userId="27216d6f-a712-48da-bcb2-613e4bc945ac" providerId="ADAL" clId="{16FF8E01-DE24-0F4F-A559-943D670B7764}" dt="2024-08-14T16:09:37.186" v="1435" actId="1076"/>
          <ac:spMkLst>
            <pc:docMk/>
            <pc:sldMk cId="3611571112" sldId="263"/>
            <ac:spMk id="2" creationId="{4B9DC0FD-E73C-26A6-891F-61B461076958}"/>
          </ac:spMkLst>
        </pc:spChg>
      </pc:sldChg>
      <pc:sldChg chg="modSp mod">
        <pc:chgData name="Ronnel D. Palenzuela" userId="27216d6f-a712-48da-bcb2-613e4bc945ac" providerId="ADAL" clId="{16FF8E01-DE24-0F4F-A559-943D670B7764}" dt="2024-08-14T15:58:28.162" v="1311" actId="207"/>
        <pc:sldMkLst>
          <pc:docMk/>
          <pc:sldMk cId="261940385" sldId="264"/>
        </pc:sldMkLst>
        <pc:spChg chg="mod">
          <ac:chgData name="Ronnel D. Palenzuela" userId="27216d6f-a712-48da-bcb2-613e4bc945ac" providerId="ADAL" clId="{16FF8E01-DE24-0F4F-A559-943D670B7764}" dt="2024-08-14T15:58:28.162" v="1311" actId="207"/>
          <ac:spMkLst>
            <pc:docMk/>
            <pc:sldMk cId="261940385" sldId="264"/>
            <ac:spMk id="3" creationId="{A8B75234-3FB1-B597-DF46-CD5827D3C5AF}"/>
          </ac:spMkLst>
        </pc:spChg>
      </pc:sldChg>
      <pc:sldChg chg="add del">
        <pc:chgData name="Ronnel D. Palenzuela" userId="27216d6f-a712-48da-bcb2-613e4bc945ac" providerId="ADAL" clId="{16FF8E01-DE24-0F4F-A559-943D670B7764}" dt="2024-08-14T04:37:31.309" v="136" actId="2890"/>
        <pc:sldMkLst>
          <pc:docMk/>
          <pc:sldMk cId="393610469" sldId="265"/>
        </pc:sldMkLst>
      </pc:sldChg>
      <pc:sldChg chg="addSp delSp modSp add del mod ord modShow modNotesTx">
        <pc:chgData name="Ronnel D. Palenzuela" userId="27216d6f-a712-48da-bcb2-613e4bc945ac" providerId="ADAL" clId="{16FF8E01-DE24-0F4F-A559-943D670B7764}" dt="2024-08-15T06:12:31.924" v="2533" actId="729"/>
        <pc:sldMkLst>
          <pc:docMk/>
          <pc:sldMk cId="538568147" sldId="265"/>
        </pc:sldMkLst>
        <pc:spChg chg="mod">
          <ac:chgData name="Ronnel D. Palenzuela" userId="27216d6f-a712-48da-bcb2-613e4bc945ac" providerId="ADAL" clId="{16FF8E01-DE24-0F4F-A559-943D670B7764}" dt="2024-08-14T14:55:35.293" v="832" actId="20577"/>
          <ac:spMkLst>
            <pc:docMk/>
            <pc:sldMk cId="538568147" sldId="265"/>
            <ac:spMk id="2" creationId="{1FD87645-D8E6-23DE-A822-448BF1054783}"/>
          </ac:spMkLst>
        </pc:spChg>
        <pc:spChg chg="mod">
          <ac:chgData name="Ronnel D. Palenzuela" userId="27216d6f-a712-48da-bcb2-613e4bc945ac" providerId="ADAL" clId="{16FF8E01-DE24-0F4F-A559-943D670B7764}" dt="2024-08-14T13:46:58.170" v="402" actId="113"/>
          <ac:spMkLst>
            <pc:docMk/>
            <pc:sldMk cId="538568147" sldId="265"/>
            <ac:spMk id="3" creationId="{F9E9654B-D8E5-22CA-371A-57FADD13842B}"/>
          </ac:spMkLst>
        </pc:spChg>
        <pc:picChg chg="add mod">
          <ac:chgData name="Ronnel D. Palenzuela" userId="27216d6f-a712-48da-bcb2-613e4bc945ac" providerId="ADAL" clId="{16FF8E01-DE24-0F4F-A559-943D670B7764}" dt="2024-08-14T14:08:52.904" v="652" actId="1076"/>
          <ac:picMkLst>
            <pc:docMk/>
            <pc:sldMk cId="538568147" sldId="265"/>
            <ac:picMk id="5" creationId="{70008023-F501-145C-0B44-5194C048510F}"/>
          </ac:picMkLst>
        </pc:picChg>
        <pc:picChg chg="add mod">
          <ac:chgData name="Ronnel D. Palenzuela" userId="27216d6f-a712-48da-bcb2-613e4bc945ac" providerId="ADAL" clId="{16FF8E01-DE24-0F4F-A559-943D670B7764}" dt="2024-08-14T14:08:59.711" v="656" actId="1076"/>
          <ac:picMkLst>
            <pc:docMk/>
            <pc:sldMk cId="538568147" sldId="265"/>
            <ac:picMk id="6" creationId="{24353777-D960-C968-46B2-C9D39EBD397E}"/>
          </ac:picMkLst>
        </pc:picChg>
        <pc:picChg chg="del">
          <ac:chgData name="Ronnel D. Palenzuela" userId="27216d6f-a712-48da-bcb2-613e4bc945ac" providerId="ADAL" clId="{16FF8E01-DE24-0F4F-A559-943D670B7764}" dt="2024-08-14T13:36:35.785" v="186" actId="478"/>
          <ac:picMkLst>
            <pc:docMk/>
            <pc:sldMk cId="538568147" sldId="265"/>
            <ac:picMk id="6" creationId="{E6F66661-8045-D9A5-7A22-9C32CFDC9130}"/>
          </ac:picMkLst>
        </pc:picChg>
        <pc:picChg chg="del">
          <ac:chgData name="Ronnel D. Palenzuela" userId="27216d6f-a712-48da-bcb2-613e4bc945ac" providerId="ADAL" clId="{16FF8E01-DE24-0F4F-A559-943D670B7764}" dt="2024-08-14T13:36:36.302" v="188" actId="478"/>
          <ac:picMkLst>
            <pc:docMk/>
            <pc:sldMk cId="538568147" sldId="265"/>
            <ac:picMk id="7" creationId="{034B6557-36A5-121F-76C7-3EA4B37D7CFA}"/>
          </ac:picMkLst>
        </pc:picChg>
        <pc:picChg chg="del">
          <ac:chgData name="Ronnel D. Palenzuela" userId="27216d6f-a712-48da-bcb2-613e4bc945ac" providerId="ADAL" clId="{16FF8E01-DE24-0F4F-A559-943D670B7764}" dt="2024-08-14T13:36:36.076" v="187" actId="478"/>
          <ac:picMkLst>
            <pc:docMk/>
            <pc:sldMk cId="538568147" sldId="265"/>
            <ac:picMk id="8" creationId="{1FB21C6D-D0A1-8AEB-319B-0296807954C0}"/>
          </ac:picMkLst>
        </pc:picChg>
        <pc:picChg chg="del">
          <ac:chgData name="Ronnel D. Palenzuela" userId="27216d6f-a712-48da-bcb2-613e4bc945ac" providerId="ADAL" clId="{16FF8E01-DE24-0F4F-A559-943D670B7764}" dt="2024-08-14T13:36:36.597" v="189" actId="478"/>
          <ac:picMkLst>
            <pc:docMk/>
            <pc:sldMk cId="538568147" sldId="265"/>
            <ac:picMk id="10" creationId="{DA4EB7EF-513D-C40D-5DC5-6B39809CDC00}"/>
          </ac:picMkLst>
        </pc:picChg>
      </pc:sldChg>
      <pc:sldChg chg="addSp delSp modSp add mod modShow modNotesTx">
        <pc:chgData name="Ronnel D. Palenzuela" userId="27216d6f-a712-48da-bcb2-613e4bc945ac" providerId="ADAL" clId="{16FF8E01-DE24-0F4F-A559-943D670B7764}" dt="2024-08-15T06:12:31.924" v="2533" actId="729"/>
        <pc:sldMkLst>
          <pc:docMk/>
          <pc:sldMk cId="1782960047" sldId="266"/>
        </pc:sldMkLst>
        <pc:spChg chg="mod">
          <ac:chgData name="Ronnel D. Palenzuela" userId="27216d6f-a712-48da-bcb2-613e4bc945ac" providerId="ADAL" clId="{16FF8E01-DE24-0F4F-A559-943D670B7764}" dt="2024-08-14T13:45:50.997" v="383" actId="20577"/>
          <ac:spMkLst>
            <pc:docMk/>
            <pc:sldMk cId="1782960047" sldId="266"/>
            <ac:spMk id="2" creationId="{1FD87645-D8E6-23DE-A822-448BF1054783}"/>
          </ac:spMkLst>
        </pc:spChg>
        <pc:spChg chg="mod">
          <ac:chgData name="Ronnel D. Palenzuela" userId="27216d6f-a712-48da-bcb2-613e4bc945ac" providerId="ADAL" clId="{16FF8E01-DE24-0F4F-A559-943D670B7764}" dt="2024-08-14T13:52:01.538" v="473" actId="207"/>
          <ac:spMkLst>
            <pc:docMk/>
            <pc:sldMk cId="1782960047" sldId="266"/>
            <ac:spMk id="3" creationId="{F9E9654B-D8E5-22CA-371A-57FADD13842B}"/>
          </ac:spMkLst>
        </pc:spChg>
        <pc:spChg chg="add mod">
          <ac:chgData name="Ronnel D. Palenzuela" userId="27216d6f-a712-48da-bcb2-613e4bc945ac" providerId="ADAL" clId="{16FF8E01-DE24-0F4F-A559-943D670B7764}" dt="2024-08-14T13:54:36.838" v="483" actId="1076"/>
          <ac:spMkLst>
            <pc:docMk/>
            <pc:sldMk cId="1782960047" sldId="266"/>
            <ac:spMk id="6" creationId="{D96DF1EF-8473-896F-2BBC-6D1558971D10}"/>
          </ac:spMkLst>
        </pc:spChg>
        <pc:picChg chg="del">
          <ac:chgData name="Ronnel D. Palenzuela" userId="27216d6f-a712-48da-bcb2-613e4bc945ac" providerId="ADAL" clId="{16FF8E01-DE24-0F4F-A559-943D670B7764}" dt="2024-08-14T13:45:55.174" v="384" actId="478"/>
          <ac:picMkLst>
            <pc:docMk/>
            <pc:sldMk cId="1782960047" sldId="266"/>
            <ac:picMk id="5" creationId="{70008023-F501-145C-0B44-5194C048510F}"/>
          </ac:picMkLst>
        </pc:picChg>
      </pc:sldChg>
      <pc:sldChg chg="add del">
        <pc:chgData name="Ronnel D. Palenzuela" userId="27216d6f-a712-48da-bcb2-613e4bc945ac" providerId="ADAL" clId="{16FF8E01-DE24-0F4F-A559-943D670B7764}" dt="2024-08-14T04:37:36.180" v="138" actId="2696"/>
        <pc:sldMkLst>
          <pc:docMk/>
          <pc:sldMk cId="3029220167" sldId="266"/>
        </pc:sldMkLst>
      </pc:sldChg>
      <pc:sldChg chg="modSp add mod modShow modNotesTx">
        <pc:chgData name="Ronnel D. Palenzuela" userId="27216d6f-a712-48da-bcb2-613e4bc945ac" providerId="ADAL" clId="{16FF8E01-DE24-0F4F-A559-943D670B7764}" dt="2024-08-15T06:12:31.924" v="2533" actId="729"/>
        <pc:sldMkLst>
          <pc:docMk/>
          <pc:sldMk cId="2149631211" sldId="267"/>
        </pc:sldMkLst>
        <pc:spChg chg="mod">
          <ac:chgData name="Ronnel D. Palenzuela" userId="27216d6f-a712-48da-bcb2-613e4bc945ac" providerId="ADAL" clId="{16FF8E01-DE24-0F4F-A559-943D670B7764}" dt="2024-08-14T15:58:59.103" v="1314" actId="11"/>
          <ac:spMkLst>
            <pc:docMk/>
            <pc:sldMk cId="2149631211" sldId="267"/>
            <ac:spMk id="3" creationId="{F9E9654B-D8E5-22CA-371A-57FADD13842B}"/>
          </ac:spMkLst>
        </pc:spChg>
      </pc:sldChg>
      <pc:sldChg chg="add del">
        <pc:chgData name="Ronnel D. Palenzuela" userId="27216d6f-a712-48da-bcb2-613e4bc945ac" providerId="ADAL" clId="{16FF8E01-DE24-0F4F-A559-943D670B7764}" dt="2024-08-14T13:54:04.562" v="479" actId="2696"/>
        <pc:sldMkLst>
          <pc:docMk/>
          <pc:sldMk cId="2717857131" sldId="267"/>
        </pc:sldMkLst>
      </pc:sldChg>
      <pc:sldChg chg="add del">
        <pc:chgData name="Ronnel D. Palenzuela" userId="27216d6f-a712-48da-bcb2-613e4bc945ac" providerId="ADAL" clId="{16FF8E01-DE24-0F4F-A559-943D670B7764}" dt="2024-08-14T04:37:36.180" v="138" actId="2696"/>
        <pc:sldMkLst>
          <pc:docMk/>
          <pc:sldMk cId="3285671655" sldId="267"/>
        </pc:sldMkLst>
      </pc:sldChg>
      <pc:sldChg chg="add del">
        <pc:chgData name="Ronnel D. Palenzuela" userId="27216d6f-a712-48da-bcb2-613e4bc945ac" providerId="ADAL" clId="{16FF8E01-DE24-0F4F-A559-943D670B7764}" dt="2024-08-14T13:54:30.391" v="482" actId="2696"/>
        <pc:sldMkLst>
          <pc:docMk/>
          <pc:sldMk cId="3367849497" sldId="267"/>
        </pc:sldMkLst>
      </pc:sldChg>
      <pc:sldChg chg="modSp add mod modShow modNotesTx">
        <pc:chgData name="Ronnel D. Palenzuela" userId="27216d6f-a712-48da-bcb2-613e4bc945ac" providerId="ADAL" clId="{16FF8E01-DE24-0F4F-A559-943D670B7764}" dt="2024-08-15T06:12:31.924" v="2533" actId="729"/>
        <pc:sldMkLst>
          <pc:docMk/>
          <pc:sldMk cId="155138258" sldId="268"/>
        </pc:sldMkLst>
        <pc:spChg chg="mod">
          <ac:chgData name="Ronnel D. Palenzuela" userId="27216d6f-a712-48da-bcb2-613e4bc945ac" providerId="ADAL" clId="{16FF8E01-DE24-0F4F-A559-943D670B7764}" dt="2024-08-14T15:59:15.816" v="1315" actId="11"/>
          <ac:spMkLst>
            <pc:docMk/>
            <pc:sldMk cId="155138258" sldId="268"/>
            <ac:spMk id="3" creationId="{F9E9654B-D8E5-22CA-371A-57FADD13842B}"/>
          </ac:spMkLst>
        </pc:spChg>
      </pc:sldChg>
      <pc:sldChg chg="add del">
        <pc:chgData name="Ronnel D. Palenzuela" userId="27216d6f-a712-48da-bcb2-613e4bc945ac" providerId="ADAL" clId="{16FF8E01-DE24-0F4F-A559-943D670B7764}" dt="2024-08-14T04:37:36.180" v="138" actId="2696"/>
        <pc:sldMkLst>
          <pc:docMk/>
          <pc:sldMk cId="1637530094" sldId="268"/>
        </pc:sldMkLst>
      </pc:sldChg>
      <pc:sldChg chg="addSp modSp add mod ord modShow modNotesTx">
        <pc:chgData name="Ronnel D. Palenzuela" userId="27216d6f-a712-48da-bcb2-613e4bc945ac" providerId="ADAL" clId="{16FF8E01-DE24-0F4F-A559-943D670B7764}" dt="2024-08-15T06:12:31.924" v="2533" actId="729"/>
        <pc:sldMkLst>
          <pc:docMk/>
          <pc:sldMk cId="2831007090" sldId="269"/>
        </pc:sldMkLst>
        <pc:spChg chg="mod">
          <ac:chgData name="Ronnel D. Palenzuela" userId="27216d6f-a712-48da-bcb2-613e4bc945ac" providerId="ADAL" clId="{16FF8E01-DE24-0F4F-A559-943D670B7764}" dt="2024-08-14T14:10:47.606" v="696" actId="20577"/>
          <ac:spMkLst>
            <pc:docMk/>
            <pc:sldMk cId="2831007090" sldId="269"/>
            <ac:spMk id="2" creationId="{1FD87645-D8E6-23DE-A822-448BF1054783}"/>
          </ac:spMkLst>
        </pc:spChg>
        <pc:spChg chg="mod">
          <ac:chgData name="Ronnel D. Palenzuela" userId="27216d6f-a712-48da-bcb2-613e4bc945ac" providerId="ADAL" clId="{16FF8E01-DE24-0F4F-A559-943D670B7764}" dt="2024-08-14T14:16:06.339" v="778" actId="1076"/>
          <ac:spMkLst>
            <pc:docMk/>
            <pc:sldMk cId="2831007090" sldId="269"/>
            <ac:spMk id="3" creationId="{F9E9654B-D8E5-22CA-371A-57FADD13842B}"/>
          </ac:spMkLst>
        </pc:spChg>
        <pc:spChg chg="add mod">
          <ac:chgData name="Ronnel D. Palenzuela" userId="27216d6f-a712-48da-bcb2-613e4bc945ac" providerId="ADAL" clId="{16FF8E01-DE24-0F4F-A559-943D670B7764}" dt="2024-08-14T14:15:42.779" v="771" actId="113"/>
          <ac:spMkLst>
            <pc:docMk/>
            <pc:sldMk cId="2831007090" sldId="269"/>
            <ac:spMk id="4" creationId="{CB6DD4F9-08BE-3AF6-FDDC-AB693A0D38F1}"/>
          </ac:spMkLst>
        </pc:spChg>
      </pc:sldChg>
      <pc:sldChg chg="add del">
        <pc:chgData name="Ronnel D. Palenzuela" userId="27216d6f-a712-48da-bcb2-613e4bc945ac" providerId="ADAL" clId="{16FF8E01-DE24-0F4F-A559-943D670B7764}" dt="2024-08-14T04:37:36.180" v="138" actId="2696"/>
        <pc:sldMkLst>
          <pc:docMk/>
          <pc:sldMk cId="4018365145" sldId="269"/>
        </pc:sldMkLst>
      </pc:sldChg>
      <pc:sldChg chg="add del">
        <pc:chgData name="Ronnel D. Palenzuela" userId="27216d6f-a712-48da-bcb2-613e4bc945ac" providerId="ADAL" clId="{16FF8E01-DE24-0F4F-A559-943D670B7764}" dt="2024-08-14T04:37:36.180" v="138" actId="2696"/>
        <pc:sldMkLst>
          <pc:docMk/>
          <pc:sldMk cId="1107698705" sldId="270"/>
        </pc:sldMkLst>
      </pc:sldChg>
      <pc:sldChg chg="addSp delSp modSp add mod ord modShow modNotesTx">
        <pc:chgData name="Ronnel D. Palenzuela" userId="27216d6f-a712-48da-bcb2-613e4bc945ac" providerId="ADAL" clId="{16FF8E01-DE24-0F4F-A559-943D670B7764}" dt="2024-08-15T06:12:31.924" v="2533" actId="729"/>
        <pc:sldMkLst>
          <pc:docMk/>
          <pc:sldMk cId="2073403413" sldId="270"/>
        </pc:sldMkLst>
        <pc:spChg chg="mod">
          <ac:chgData name="Ronnel D. Palenzuela" userId="27216d6f-a712-48da-bcb2-613e4bc945ac" providerId="ADAL" clId="{16FF8E01-DE24-0F4F-A559-943D670B7764}" dt="2024-08-14T14:55:39.952" v="834" actId="20577"/>
          <ac:spMkLst>
            <pc:docMk/>
            <pc:sldMk cId="2073403413" sldId="270"/>
            <ac:spMk id="2" creationId="{1FD87645-D8E6-23DE-A822-448BF1054783}"/>
          </ac:spMkLst>
        </pc:spChg>
        <pc:spChg chg="mod">
          <ac:chgData name="Ronnel D. Palenzuela" userId="27216d6f-a712-48da-bcb2-613e4bc945ac" providerId="ADAL" clId="{16FF8E01-DE24-0F4F-A559-943D670B7764}" dt="2024-08-14T15:31:54.057" v="880" actId="207"/>
          <ac:spMkLst>
            <pc:docMk/>
            <pc:sldMk cId="2073403413" sldId="270"/>
            <ac:spMk id="3" creationId="{F9E9654B-D8E5-22CA-371A-57FADD13842B}"/>
          </ac:spMkLst>
        </pc:spChg>
        <pc:picChg chg="add del mod">
          <ac:chgData name="Ronnel D. Palenzuela" userId="27216d6f-a712-48da-bcb2-613e4bc945ac" providerId="ADAL" clId="{16FF8E01-DE24-0F4F-A559-943D670B7764}" dt="2024-08-14T15:09:23.422" v="836" actId="478"/>
          <ac:picMkLst>
            <pc:docMk/>
            <pc:sldMk cId="2073403413" sldId="270"/>
            <ac:picMk id="4" creationId="{369191B6-2A1C-3113-9BFD-747A4657F8D7}"/>
          </ac:picMkLst>
        </pc:picChg>
        <pc:picChg chg="del">
          <ac:chgData name="Ronnel D. Palenzuela" userId="27216d6f-a712-48da-bcb2-613e4bc945ac" providerId="ADAL" clId="{16FF8E01-DE24-0F4F-A559-943D670B7764}" dt="2024-08-14T14:53:40.293" v="791" actId="478"/>
          <ac:picMkLst>
            <pc:docMk/>
            <pc:sldMk cId="2073403413" sldId="270"/>
            <ac:picMk id="5" creationId="{70008023-F501-145C-0B44-5194C048510F}"/>
          </ac:picMkLst>
        </pc:picChg>
        <pc:picChg chg="del">
          <ac:chgData name="Ronnel D. Palenzuela" userId="27216d6f-a712-48da-bcb2-613e4bc945ac" providerId="ADAL" clId="{16FF8E01-DE24-0F4F-A559-943D670B7764}" dt="2024-08-14T14:53:41.454" v="792" actId="478"/>
          <ac:picMkLst>
            <pc:docMk/>
            <pc:sldMk cId="2073403413" sldId="270"/>
            <ac:picMk id="6" creationId="{24353777-D960-C968-46B2-C9D39EBD397E}"/>
          </ac:picMkLst>
        </pc:picChg>
        <pc:picChg chg="add del mod">
          <ac:chgData name="Ronnel D. Palenzuela" userId="27216d6f-a712-48da-bcb2-613e4bc945ac" providerId="ADAL" clId="{16FF8E01-DE24-0F4F-A559-943D670B7764}" dt="2024-08-14T15:09:24.556" v="837" actId="478"/>
          <ac:picMkLst>
            <pc:docMk/>
            <pc:sldMk cId="2073403413" sldId="270"/>
            <ac:picMk id="7" creationId="{CFF5A6F2-A391-E973-A9F9-EEAEDEBC41C8}"/>
          </ac:picMkLst>
        </pc:picChg>
        <pc:picChg chg="add del mod">
          <ac:chgData name="Ronnel D. Palenzuela" userId="27216d6f-a712-48da-bcb2-613e4bc945ac" providerId="ADAL" clId="{16FF8E01-DE24-0F4F-A559-943D670B7764}" dt="2024-08-14T15:38:21.939" v="921"/>
          <ac:picMkLst>
            <pc:docMk/>
            <pc:sldMk cId="2073403413" sldId="270"/>
            <ac:picMk id="8" creationId="{7628CA4E-3E92-F09C-D2FD-C46202C5E649}"/>
          </ac:picMkLst>
        </pc:picChg>
        <pc:picChg chg="add mod">
          <ac:chgData name="Ronnel D. Palenzuela" userId="27216d6f-a712-48da-bcb2-613e4bc945ac" providerId="ADAL" clId="{16FF8E01-DE24-0F4F-A559-943D670B7764}" dt="2024-08-14T15:34:34.583" v="908" actId="1076"/>
          <ac:picMkLst>
            <pc:docMk/>
            <pc:sldMk cId="2073403413" sldId="270"/>
            <ac:picMk id="9" creationId="{FFA2BE38-0E04-5FB6-310F-C9B71C57486B}"/>
          </ac:picMkLst>
        </pc:picChg>
        <pc:picChg chg="add mod">
          <ac:chgData name="Ronnel D. Palenzuela" userId="27216d6f-a712-48da-bcb2-613e4bc945ac" providerId="ADAL" clId="{16FF8E01-DE24-0F4F-A559-943D670B7764}" dt="2024-08-14T15:34:23.881" v="905" actId="1076"/>
          <ac:picMkLst>
            <pc:docMk/>
            <pc:sldMk cId="2073403413" sldId="270"/>
            <ac:picMk id="10" creationId="{667804E6-901E-3F8A-8E71-F3840CE73713}"/>
          </ac:picMkLst>
        </pc:picChg>
      </pc:sldChg>
      <pc:sldChg chg="addSp delSp modSp add mod modShow modNotesTx">
        <pc:chgData name="Ronnel D. Palenzuela" userId="27216d6f-a712-48da-bcb2-613e4bc945ac" providerId="ADAL" clId="{16FF8E01-DE24-0F4F-A559-943D670B7764}" dt="2024-08-15T06:12:31.924" v="2533" actId="729"/>
        <pc:sldMkLst>
          <pc:docMk/>
          <pc:sldMk cId="2406508294" sldId="271"/>
        </pc:sldMkLst>
        <pc:spChg chg="mod">
          <ac:chgData name="Ronnel D. Palenzuela" userId="27216d6f-a712-48da-bcb2-613e4bc945ac" providerId="ADAL" clId="{16FF8E01-DE24-0F4F-A559-943D670B7764}" dt="2024-08-14T15:45:04.117" v="1046" actId="20577"/>
          <ac:spMkLst>
            <pc:docMk/>
            <pc:sldMk cId="2406508294" sldId="271"/>
            <ac:spMk id="3" creationId="{F9E9654B-D8E5-22CA-371A-57FADD13842B}"/>
          </ac:spMkLst>
        </pc:spChg>
        <pc:spChg chg="add del">
          <ac:chgData name="Ronnel D. Palenzuela" userId="27216d6f-a712-48da-bcb2-613e4bc945ac" providerId="ADAL" clId="{16FF8E01-DE24-0F4F-A559-943D670B7764}" dt="2024-08-14T15:35:02.613" v="915" actId="22"/>
          <ac:spMkLst>
            <pc:docMk/>
            <pc:sldMk cId="2406508294" sldId="271"/>
            <ac:spMk id="5" creationId="{4142F3C9-0F99-D487-F109-5D1080BCD242}"/>
          </ac:spMkLst>
        </pc:spChg>
        <pc:spChg chg="add mod">
          <ac:chgData name="Ronnel D. Palenzuela" userId="27216d6f-a712-48da-bcb2-613e4bc945ac" providerId="ADAL" clId="{16FF8E01-DE24-0F4F-A559-943D670B7764}" dt="2024-08-14T15:35:21.596" v="919" actId="1076"/>
          <ac:spMkLst>
            <pc:docMk/>
            <pc:sldMk cId="2406508294" sldId="271"/>
            <ac:spMk id="7" creationId="{59101826-B0CF-114B-0320-F5905D2B047C}"/>
          </ac:spMkLst>
        </pc:spChg>
        <pc:picChg chg="del">
          <ac:chgData name="Ronnel D. Palenzuela" userId="27216d6f-a712-48da-bcb2-613e4bc945ac" providerId="ADAL" clId="{16FF8E01-DE24-0F4F-A559-943D670B7764}" dt="2024-08-14T15:34:53.519" v="911" actId="478"/>
          <ac:picMkLst>
            <pc:docMk/>
            <pc:sldMk cId="2406508294" sldId="271"/>
            <ac:picMk id="8" creationId="{7628CA4E-3E92-F09C-D2FD-C46202C5E649}"/>
          </ac:picMkLst>
        </pc:picChg>
        <pc:picChg chg="del">
          <ac:chgData name="Ronnel D. Palenzuela" userId="27216d6f-a712-48da-bcb2-613e4bc945ac" providerId="ADAL" clId="{16FF8E01-DE24-0F4F-A559-943D670B7764}" dt="2024-08-14T15:34:52.857" v="910" actId="478"/>
          <ac:picMkLst>
            <pc:docMk/>
            <pc:sldMk cId="2406508294" sldId="271"/>
            <ac:picMk id="9" creationId="{FFA2BE38-0E04-5FB6-310F-C9B71C57486B}"/>
          </ac:picMkLst>
        </pc:picChg>
        <pc:picChg chg="del">
          <ac:chgData name="Ronnel D. Palenzuela" userId="27216d6f-a712-48da-bcb2-613e4bc945ac" providerId="ADAL" clId="{16FF8E01-DE24-0F4F-A559-943D670B7764}" dt="2024-08-14T15:34:53.775" v="912" actId="478"/>
          <ac:picMkLst>
            <pc:docMk/>
            <pc:sldMk cId="2406508294" sldId="271"/>
            <ac:picMk id="10" creationId="{667804E6-901E-3F8A-8E71-F3840CE73713}"/>
          </ac:picMkLst>
        </pc:picChg>
        <pc:picChg chg="add del mod">
          <ac:chgData name="Ronnel D. Palenzuela" userId="27216d6f-a712-48da-bcb2-613e4bc945ac" providerId="ADAL" clId="{16FF8E01-DE24-0F4F-A559-943D670B7764}" dt="2024-08-14T15:40:56.703" v="965" actId="478"/>
          <ac:picMkLst>
            <pc:docMk/>
            <pc:sldMk cId="2406508294" sldId="271"/>
            <ac:picMk id="11" creationId="{7451C57A-98EA-DF71-2373-89D7F90904CF}"/>
          </ac:picMkLst>
        </pc:picChg>
      </pc:sldChg>
      <pc:sldChg chg="add del">
        <pc:chgData name="Ronnel D. Palenzuela" userId="27216d6f-a712-48da-bcb2-613e4bc945ac" providerId="ADAL" clId="{16FF8E01-DE24-0F4F-A559-943D670B7764}" dt="2024-08-14T04:37:36.180" v="138" actId="2696"/>
        <pc:sldMkLst>
          <pc:docMk/>
          <pc:sldMk cId="4120804606" sldId="271"/>
        </pc:sldMkLst>
      </pc:sldChg>
      <pc:sldChg chg="add del">
        <pc:chgData name="Ronnel D. Palenzuela" userId="27216d6f-a712-48da-bcb2-613e4bc945ac" providerId="ADAL" clId="{16FF8E01-DE24-0F4F-A559-943D670B7764}" dt="2024-08-14T04:37:36.180" v="138" actId="2696"/>
        <pc:sldMkLst>
          <pc:docMk/>
          <pc:sldMk cId="2005021045" sldId="272"/>
        </pc:sldMkLst>
      </pc:sldChg>
      <pc:sldChg chg="modSp add mod modShow modNotesTx">
        <pc:chgData name="Ronnel D. Palenzuela" userId="27216d6f-a712-48da-bcb2-613e4bc945ac" providerId="ADAL" clId="{16FF8E01-DE24-0F4F-A559-943D670B7764}" dt="2024-08-15T06:12:31.924" v="2533" actId="729"/>
        <pc:sldMkLst>
          <pc:docMk/>
          <pc:sldMk cId="2217730064" sldId="272"/>
        </pc:sldMkLst>
        <pc:spChg chg="mod">
          <ac:chgData name="Ronnel D. Palenzuela" userId="27216d6f-a712-48da-bcb2-613e4bc945ac" providerId="ADAL" clId="{16FF8E01-DE24-0F4F-A559-943D670B7764}" dt="2024-08-14T15:59:35.416" v="1316" actId="11"/>
          <ac:spMkLst>
            <pc:docMk/>
            <pc:sldMk cId="2217730064" sldId="272"/>
            <ac:spMk id="3" creationId="{F9E9654B-D8E5-22CA-371A-57FADD13842B}"/>
          </ac:spMkLst>
        </pc:spChg>
      </pc:sldChg>
      <pc:sldChg chg="add del">
        <pc:chgData name="Ronnel D. Palenzuela" userId="27216d6f-a712-48da-bcb2-613e4bc945ac" providerId="ADAL" clId="{16FF8E01-DE24-0F4F-A559-943D670B7764}" dt="2024-08-14T04:37:36.180" v="138" actId="2696"/>
        <pc:sldMkLst>
          <pc:docMk/>
          <pc:sldMk cId="716507679" sldId="273"/>
        </pc:sldMkLst>
      </pc:sldChg>
      <pc:sldChg chg="modSp add mod ord modShow modNotesTx">
        <pc:chgData name="Ronnel D. Palenzuela" userId="27216d6f-a712-48da-bcb2-613e4bc945ac" providerId="ADAL" clId="{16FF8E01-DE24-0F4F-A559-943D670B7764}" dt="2024-08-15T06:12:31.924" v="2533" actId="729"/>
        <pc:sldMkLst>
          <pc:docMk/>
          <pc:sldMk cId="1773650369" sldId="273"/>
        </pc:sldMkLst>
        <pc:spChg chg="mod">
          <ac:chgData name="Ronnel D. Palenzuela" userId="27216d6f-a712-48da-bcb2-613e4bc945ac" providerId="ADAL" clId="{16FF8E01-DE24-0F4F-A559-943D670B7764}" dt="2024-08-14T15:59:48.974" v="1318" actId="11"/>
          <ac:spMkLst>
            <pc:docMk/>
            <pc:sldMk cId="1773650369" sldId="273"/>
            <ac:spMk id="3" creationId="{F9E9654B-D8E5-22CA-371A-57FADD13842B}"/>
          </ac:spMkLst>
        </pc:spChg>
      </pc:sldChg>
      <pc:sldChg chg="add del ord">
        <pc:chgData name="Ronnel D. Palenzuela" userId="27216d6f-a712-48da-bcb2-613e4bc945ac" providerId="ADAL" clId="{16FF8E01-DE24-0F4F-A559-943D670B7764}" dt="2024-08-14T16:09:44.931" v="1436" actId="2696"/>
        <pc:sldMkLst>
          <pc:docMk/>
          <pc:sldMk cId="415108391" sldId="274"/>
        </pc:sldMkLst>
      </pc:sldChg>
      <pc:sldChg chg="addSp modSp add mod modNotesTx">
        <pc:chgData name="Ronnel D. Palenzuela" userId="27216d6f-a712-48da-bcb2-613e4bc945ac" providerId="ADAL" clId="{16FF8E01-DE24-0F4F-A559-943D670B7764}" dt="2024-08-14T17:35:56.996" v="2348" actId="207"/>
        <pc:sldMkLst>
          <pc:docMk/>
          <pc:sldMk cId="3520817057" sldId="274"/>
        </pc:sldMkLst>
        <pc:spChg chg="mod">
          <ac:chgData name="Ronnel D. Palenzuela" userId="27216d6f-a712-48da-bcb2-613e4bc945ac" providerId="ADAL" clId="{16FF8E01-DE24-0F4F-A559-943D670B7764}" dt="2024-08-14T16:34:48.838" v="1740" actId="1076"/>
          <ac:spMkLst>
            <pc:docMk/>
            <pc:sldMk cId="3520817057" sldId="274"/>
            <ac:spMk id="2" creationId="{4B9DC0FD-E73C-26A6-891F-61B461076958}"/>
          </ac:spMkLst>
        </pc:spChg>
        <pc:spChg chg="add mod">
          <ac:chgData name="Ronnel D. Palenzuela" userId="27216d6f-a712-48da-bcb2-613e4bc945ac" providerId="ADAL" clId="{16FF8E01-DE24-0F4F-A559-943D670B7764}" dt="2024-08-14T17:35:56.996" v="2348" actId="207"/>
          <ac:spMkLst>
            <pc:docMk/>
            <pc:sldMk cId="3520817057" sldId="274"/>
            <ac:spMk id="4" creationId="{02334A40-A4A9-25FE-DC7A-9B1C1C6A0886}"/>
          </ac:spMkLst>
        </pc:spChg>
      </pc:sldChg>
      <pc:sldChg chg="addSp delSp modSp add del mod">
        <pc:chgData name="Ronnel D. Palenzuela" userId="27216d6f-a712-48da-bcb2-613e4bc945ac" providerId="ADAL" clId="{16FF8E01-DE24-0F4F-A559-943D670B7764}" dt="2024-08-14T16:15:45.956" v="1532" actId="2696"/>
        <pc:sldMkLst>
          <pc:docMk/>
          <pc:sldMk cId="2172138736" sldId="275"/>
        </pc:sldMkLst>
        <pc:spChg chg="mod">
          <ac:chgData name="Ronnel D. Palenzuela" userId="27216d6f-a712-48da-bcb2-613e4bc945ac" providerId="ADAL" clId="{16FF8E01-DE24-0F4F-A559-943D670B7764}" dt="2024-08-14T16:15:14.648" v="1524" actId="20577"/>
          <ac:spMkLst>
            <pc:docMk/>
            <pc:sldMk cId="2172138736" sldId="275"/>
            <ac:spMk id="2" creationId="{1FD87645-D8E6-23DE-A822-448BF1054783}"/>
          </ac:spMkLst>
        </pc:spChg>
        <pc:spChg chg="mod">
          <ac:chgData name="Ronnel D. Palenzuela" userId="27216d6f-a712-48da-bcb2-613e4bc945ac" providerId="ADAL" clId="{16FF8E01-DE24-0F4F-A559-943D670B7764}" dt="2024-08-14T16:15:40.915" v="1531"/>
          <ac:spMkLst>
            <pc:docMk/>
            <pc:sldMk cId="2172138736" sldId="275"/>
            <ac:spMk id="3" creationId="{F9E9654B-D8E5-22CA-371A-57FADD13842B}"/>
          </ac:spMkLst>
        </pc:spChg>
        <pc:picChg chg="add del mod">
          <ac:chgData name="Ronnel D. Palenzuela" userId="27216d6f-a712-48da-bcb2-613e4bc945ac" providerId="ADAL" clId="{16FF8E01-DE24-0F4F-A559-943D670B7764}" dt="2024-08-14T16:15:16.283" v="1525" actId="478"/>
          <ac:picMkLst>
            <pc:docMk/>
            <pc:sldMk cId="2172138736" sldId="275"/>
            <ac:picMk id="4" creationId="{3DD2775A-1217-7607-D818-9986C2B95701}"/>
          </ac:picMkLst>
        </pc:picChg>
        <pc:picChg chg="del">
          <ac:chgData name="Ronnel D. Palenzuela" userId="27216d6f-a712-48da-bcb2-613e4bc945ac" providerId="ADAL" clId="{16FF8E01-DE24-0F4F-A559-943D670B7764}" dt="2024-08-14T16:10:15.858" v="1472" actId="478"/>
          <ac:picMkLst>
            <pc:docMk/>
            <pc:sldMk cId="2172138736" sldId="275"/>
            <ac:picMk id="8" creationId="{7628CA4E-3E92-F09C-D2FD-C46202C5E649}"/>
          </ac:picMkLst>
        </pc:picChg>
        <pc:picChg chg="del">
          <ac:chgData name="Ronnel D. Palenzuela" userId="27216d6f-a712-48da-bcb2-613e4bc945ac" providerId="ADAL" clId="{16FF8E01-DE24-0F4F-A559-943D670B7764}" dt="2024-08-14T16:10:15.605" v="1471" actId="478"/>
          <ac:picMkLst>
            <pc:docMk/>
            <pc:sldMk cId="2172138736" sldId="275"/>
            <ac:picMk id="9" creationId="{FFA2BE38-0E04-5FB6-310F-C9B71C57486B}"/>
          </ac:picMkLst>
        </pc:picChg>
        <pc:picChg chg="del">
          <ac:chgData name="Ronnel D. Palenzuela" userId="27216d6f-a712-48da-bcb2-613e4bc945ac" providerId="ADAL" clId="{16FF8E01-DE24-0F4F-A559-943D670B7764}" dt="2024-08-14T16:10:16.066" v="1473" actId="478"/>
          <ac:picMkLst>
            <pc:docMk/>
            <pc:sldMk cId="2172138736" sldId="275"/>
            <ac:picMk id="10" creationId="{667804E6-901E-3F8A-8E71-F3840CE73713}"/>
          </ac:picMkLst>
        </pc:picChg>
      </pc:sldChg>
      <pc:sldChg chg="add del">
        <pc:chgData name="Ronnel D. Palenzuela" userId="27216d6f-a712-48da-bcb2-613e4bc945ac" providerId="ADAL" clId="{16FF8E01-DE24-0F4F-A559-943D670B7764}" dt="2024-08-14T04:37:36.180" v="138" actId="2696"/>
        <pc:sldMkLst>
          <pc:docMk/>
          <pc:sldMk cId="4070147815" sldId="275"/>
        </pc:sldMkLst>
      </pc:sldChg>
      <pc:sldChg chg="modSp add mod ord modNotesTx">
        <pc:chgData name="Ronnel D. Palenzuela" userId="27216d6f-a712-48da-bcb2-613e4bc945ac" providerId="ADAL" clId="{16FF8E01-DE24-0F4F-A559-943D670B7764}" dt="2024-08-14T16:34:54.089" v="1743" actId="20577"/>
        <pc:sldMkLst>
          <pc:docMk/>
          <pc:sldMk cId="2154677164" sldId="276"/>
        </pc:sldMkLst>
        <pc:spChg chg="mod">
          <ac:chgData name="Ronnel D. Palenzuela" userId="27216d6f-a712-48da-bcb2-613e4bc945ac" providerId="ADAL" clId="{16FF8E01-DE24-0F4F-A559-943D670B7764}" dt="2024-08-14T16:34:54.089" v="1743" actId="20577"/>
          <ac:spMkLst>
            <pc:docMk/>
            <pc:sldMk cId="2154677164" sldId="276"/>
            <ac:spMk id="2" creationId="{1FD87645-D8E6-23DE-A822-448BF1054783}"/>
          </ac:spMkLst>
        </pc:spChg>
        <pc:spChg chg="mod">
          <ac:chgData name="Ronnel D. Palenzuela" userId="27216d6f-a712-48da-bcb2-613e4bc945ac" providerId="ADAL" clId="{16FF8E01-DE24-0F4F-A559-943D670B7764}" dt="2024-08-14T16:15:04.817" v="1513" actId="207"/>
          <ac:spMkLst>
            <pc:docMk/>
            <pc:sldMk cId="2154677164" sldId="276"/>
            <ac:spMk id="3" creationId="{F9E9654B-D8E5-22CA-371A-57FADD13842B}"/>
          </ac:spMkLst>
        </pc:spChg>
      </pc:sldChg>
      <pc:sldChg chg="add del">
        <pc:chgData name="Ronnel D. Palenzuela" userId="27216d6f-a712-48da-bcb2-613e4bc945ac" providerId="ADAL" clId="{16FF8E01-DE24-0F4F-A559-943D670B7764}" dt="2024-08-14T04:37:36.180" v="138" actId="2696"/>
        <pc:sldMkLst>
          <pc:docMk/>
          <pc:sldMk cId="3621742425" sldId="276"/>
        </pc:sldMkLst>
      </pc:sldChg>
      <pc:sldChg chg="add del">
        <pc:chgData name="Ronnel D. Palenzuela" userId="27216d6f-a712-48da-bcb2-613e4bc945ac" providerId="ADAL" clId="{16FF8E01-DE24-0F4F-A559-943D670B7764}" dt="2024-08-14T04:37:36.180" v="138" actId="2696"/>
        <pc:sldMkLst>
          <pc:docMk/>
          <pc:sldMk cId="908275361" sldId="277"/>
        </pc:sldMkLst>
      </pc:sldChg>
      <pc:sldChg chg="addSp delSp modSp add mod modNotesTx">
        <pc:chgData name="Ronnel D. Palenzuela" userId="27216d6f-a712-48da-bcb2-613e4bc945ac" providerId="ADAL" clId="{16FF8E01-DE24-0F4F-A559-943D670B7764}" dt="2024-08-14T16:24:40.231" v="1652"/>
        <pc:sldMkLst>
          <pc:docMk/>
          <pc:sldMk cId="1655093992" sldId="277"/>
        </pc:sldMkLst>
        <pc:spChg chg="mod">
          <ac:chgData name="Ronnel D. Palenzuela" userId="27216d6f-a712-48da-bcb2-613e4bc945ac" providerId="ADAL" clId="{16FF8E01-DE24-0F4F-A559-943D670B7764}" dt="2024-08-14T16:15:53.933" v="1548" actId="20577"/>
          <ac:spMkLst>
            <pc:docMk/>
            <pc:sldMk cId="1655093992" sldId="277"/>
            <ac:spMk id="2" creationId="{1FD87645-D8E6-23DE-A822-448BF1054783}"/>
          </ac:spMkLst>
        </pc:spChg>
        <pc:spChg chg="mod">
          <ac:chgData name="Ronnel D. Palenzuela" userId="27216d6f-a712-48da-bcb2-613e4bc945ac" providerId="ADAL" clId="{16FF8E01-DE24-0F4F-A559-943D670B7764}" dt="2024-08-14T16:16:03.761" v="1554" actId="207"/>
          <ac:spMkLst>
            <pc:docMk/>
            <pc:sldMk cId="1655093992" sldId="277"/>
            <ac:spMk id="3" creationId="{F9E9654B-D8E5-22CA-371A-57FADD13842B}"/>
          </ac:spMkLst>
        </pc:spChg>
        <pc:picChg chg="del">
          <ac:chgData name="Ronnel D. Palenzuela" userId="27216d6f-a712-48da-bcb2-613e4bc945ac" providerId="ADAL" clId="{16FF8E01-DE24-0F4F-A559-943D670B7764}" dt="2024-08-14T16:15:49.738" v="1534" actId="478"/>
          <ac:picMkLst>
            <pc:docMk/>
            <pc:sldMk cId="1655093992" sldId="277"/>
            <ac:picMk id="4" creationId="{3DD2775A-1217-7607-D818-9986C2B95701}"/>
          </ac:picMkLst>
        </pc:picChg>
        <pc:picChg chg="add mod">
          <ac:chgData name="Ronnel D. Palenzuela" userId="27216d6f-a712-48da-bcb2-613e4bc945ac" providerId="ADAL" clId="{16FF8E01-DE24-0F4F-A559-943D670B7764}" dt="2024-08-14T16:22:20.410" v="1645" actId="1076"/>
          <ac:picMkLst>
            <pc:docMk/>
            <pc:sldMk cId="1655093992" sldId="277"/>
            <ac:picMk id="5" creationId="{21F98874-7EDA-6F8F-7A52-E913F2501EF4}"/>
          </ac:picMkLst>
        </pc:picChg>
        <pc:picChg chg="add mod">
          <ac:chgData name="Ronnel D. Palenzuela" userId="27216d6f-a712-48da-bcb2-613e4bc945ac" providerId="ADAL" clId="{16FF8E01-DE24-0F4F-A559-943D670B7764}" dt="2024-08-14T16:22:19.327" v="1644" actId="1076"/>
          <ac:picMkLst>
            <pc:docMk/>
            <pc:sldMk cId="1655093992" sldId="277"/>
            <ac:picMk id="6" creationId="{AB87846A-7FEB-769F-7BA7-C9DDDB124761}"/>
          </ac:picMkLst>
        </pc:picChg>
      </pc:sldChg>
      <pc:sldChg chg="add del">
        <pc:chgData name="Ronnel D. Palenzuela" userId="27216d6f-a712-48da-bcb2-613e4bc945ac" providerId="ADAL" clId="{16FF8E01-DE24-0F4F-A559-943D670B7764}" dt="2024-08-14T04:37:36.180" v="138" actId="2696"/>
        <pc:sldMkLst>
          <pc:docMk/>
          <pc:sldMk cId="928633288" sldId="278"/>
        </pc:sldMkLst>
      </pc:sldChg>
      <pc:sldChg chg="addSp delSp modSp add mod modNotesTx">
        <pc:chgData name="Ronnel D. Palenzuela" userId="27216d6f-a712-48da-bcb2-613e4bc945ac" providerId="ADAL" clId="{16FF8E01-DE24-0F4F-A559-943D670B7764}" dt="2024-08-14T16:25:33.500" v="1670"/>
        <pc:sldMkLst>
          <pc:docMk/>
          <pc:sldMk cId="1084106175" sldId="278"/>
        </pc:sldMkLst>
        <pc:spChg chg="mod">
          <ac:chgData name="Ronnel D. Palenzuela" userId="27216d6f-a712-48da-bcb2-613e4bc945ac" providerId="ADAL" clId="{16FF8E01-DE24-0F4F-A559-943D670B7764}" dt="2024-08-14T16:16:15.683" v="1568" actId="20577"/>
          <ac:spMkLst>
            <pc:docMk/>
            <pc:sldMk cId="1084106175" sldId="278"/>
            <ac:spMk id="2" creationId="{1FD87645-D8E6-23DE-A822-448BF1054783}"/>
          </ac:spMkLst>
        </pc:spChg>
        <pc:spChg chg="mod">
          <ac:chgData name="Ronnel D. Palenzuela" userId="27216d6f-a712-48da-bcb2-613e4bc945ac" providerId="ADAL" clId="{16FF8E01-DE24-0F4F-A559-943D670B7764}" dt="2024-08-14T16:18:13.356" v="1628" actId="207"/>
          <ac:spMkLst>
            <pc:docMk/>
            <pc:sldMk cId="1084106175" sldId="278"/>
            <ac:spMk id="3" creationId="{F9E9654B-D8E5-22CA-371A-57FADD13842B}"/>
          </ac:spMkLst>
        </pc:spChg>
        <pc:spChg chg="add del">
          <ac:chgData name="Ronnel D. Palenzuela" userId="27216d6f-a712-48da-bcb2-613e4bc945ac" providerId="ADAL" clId="{16FF8E01-DE24-0F4F-A559-943D670B7764}" dt="2024-08-14T16:17:30.269" v="1608" actId="22"/>
          <ac:spMkLst>
            <pc:docMk/>
            <pc:sldMk cId="1084106175" sldId="278"/>
            <ac:spMk id="5" creationId="{161974CA-D17A-C7C9-D387-4B786DACE39F}"/>
          </ac:spMkLst>
        </pc:spChg>
        <pc:picChg chg="add mod">
          <ac:chgData name="Ronnel D. Palenzuela" userId="27216d6f-a712-48da-bcb2-613e4bc945ac" providerId="ADAL" clId="{16FF8E01-DE24-0F4F-A559-943D670B7764}" dt="2024-08-14T16:24:18.313" v="1650" actId="1076"/>
          <ac:picMkLst>
            <pc:docMk/>
            <pc:sldMk cId="1084106175" sldId="278"/>
            <ac:picMk id="6" creationId="{1DBAEE34-611C-C72E-D674-1D598742FCFC}"/>
          </ac:picMkLst>
        </pc:picChg>
      </pc:sldChg>
      <pc:sldChg chg="addSp delSp modSp add mod modNotesTx">
        <pc:chgData name="Ronnel D. Palenzuela" userId="27216d6f-a712-48da-bcb2-613e4bc945ac" providerId="ADAL" clId="{16FF8E01-DE24-0F4F-A559-943D670B7764}" dt="2024-08-14T16:28:49.228" v="1688" actId="1076"/>
        <pc:sldMkLst>
          <pc:docMk/>
          <pc:sldMk cId="562485659" sldId="279"/>
        </pc:sldMkLst>
        <pc:spChg chg="mod">
          <ac:chgData name="Ronnel D. Palenzuela" userId="27216d6f-a712-48da-bcb2-613e4bc945ac" providerId="ADAL" clId="{16FF8E01-DE24-0F4F-A559-943D670B7764}" dt="2024-08-14T16:16:20.804" v="1575" actId="20577"/>
          <ac:spMkLst>
            <pc:docMk/>
            <pc:sldMk cId="562485659" sldId="279"/>
            <ac:spMk id="2" creationId="{1FD87645-D8E6-23DE-A822-448BF1054783}"/>
          </ac:spMkLst>
        </pc:spChg>
        <pc:spChg chg="add del mod">
          <ac:chgData name="Ronnel D. Palenzuela" userId="27216d6f-a712-48da-bcb2-613e4bc945ac" providerId="ADAL" clId="{16FF8E01-DE24-0F4F-A559-943D670B7764}" dt="2024-08-14T16:18:17.416" v="1630" actId="207"/>
          <ac:spMkLst>
            <pc:docMk/>
            <pc:sldMk cId="562485659" sldId="279"/>
            <ac:spMk id="3" creationId="{F9E9654B-D8E5-22CA-371A-57FADD13842B}"/>
          </ac:spMkLst>
        </pc:spChg>
        <pc:spChg chg="add del mod">
          <ac:chgData name="Ronnel D. Palenzuela" userId="27216d6f-a712-48da-bcb2-613e4bc945ac" providerId="ADAL" clId="{16FF8E01-DE24-0F4F-A559-943D670B7764}" dt="2024-08-14T16:17:08.500" v="1600" actId="478"/>
          <ac:spMkLst>
            <pc:docMk/>
            <pc:sldMk cId="562485659" sldId="279"/>
            <ac:spMk id="5" creationId="{C512883A-C3F1-9C1D-1BC0-B118C33FB485}"/>
          </ac:spMkLst>
        </pc:spChg>
        <pc:picChg chg="add mod">
          <ac:chgData name="Ronnel D. Palenzuela" userId="27216d6f-a712-48da-bcb2-613e4bc945ac" providerId="ADAL" clId="{16FF8E01-DE24-0F4F-A559-943D670B7764}" dt="2024-08-14T16:28:47.407" v="1687" actId="1076"/>
          <ac:picMkLst>
            <pc:docMk/>
            <pc:sldMk cId="562485659" sldId="279"/>
            <ac:picMk id="6" creationId="{25F73CC1-53BA-4567-E3BA-1C63F2D9CE93}"/>
          </ac:picMkLst>
        </pc:picChg>
        <pc:picChg chg="add mod">
          <ac:chgData name="Ronnel D. Palenzuela" userId="27216d6f-a712-48da-bcb2-613e4bc945ac" providerId="ADAL" clId="{16FF8E01-DE24-0F4F-A559-943D670B7764}" dt="2024-08-14T16:28:49.228" v="1688" actId="1076"/>
          <ac:picMkLst>
            <pc:docMk/>
            <pc:sldMk cId="562485659" sldId="279"/>
            <ac:picMk id="7" creationId="{3FAF6F31-D00C-5848-28EC-E4192A65B293}"/>
          </ac:picMkLst>
        </pc:picChg>
      </pc:sldChg>
      <pc:sldChg chg="add del">
        <pc:chgData name="Ronnel D. Palenzuela" userId="27216d6f-a712-48da-bcb2-613e4bc945ac" providerId="ADAL" clId="{16FF8E01-DE24-0F4F-A559-943D670B7764}" dt="2024-08-14T04:37:36.180" v="138" actId="2696"/>
        <pc:sldMkLst>
          <pc:docMk/>
          <pc:sldMk cId="2220697961" sldId="279"/>
        </pc:sldMkLst>
      </pc:sldChg>
      <pc:sldChg chg="addSp modSp add mod modNotesTx">
        <pc:chgData name="Ronnel D. Palenzuela" userId="27216d6f-a712-48da-bcb2-613e4bc945ac" providerId="ADAL" clId="{16FF8E01-DE24-0F4F-A559-943D670B7764}" dt="2024-08-14T17:09:09.590" v="2182"/>
        <pc:sldMkLst>
          <pc:docMk/>
          <pc:sldMk cId="2101055377" sldId="280"/>
        </pc:sldMkLst>
        <pc:spChg chg="mod">
          <ac:chgData name="Ronnel D. Palenzuela" userId="27216d6f-a712-48da-bcb2-613e4bc945ac" providerId="ADAL" clId="{16FF8E01-DE24-0F4F-A559-943D670B7764}" dt="2024-08-14T16:16:29.753" v="1592" actId="20577"/>
          <ac:spMkLst>
            <pc:docMk/>
            <pc:sldMk cId="2101055377" sldId="280"/>
            <ac:spMk id="2" creationId="{1FD87645-D8E6-23DE-A822-448BF1054783}"/>
          </ac:spMkLst>
        </pc:spChg>
        <pc:spChg chg="mod">
          <ac:chgData name="Ronnel D. Palenzuela" userId="27216d6f-a712-48da-bcb2-613e4bc945ac" providerId="ADAL" clId="{16FF8E01-DE24-0F4F-A559-943D670B7764}" dt="2024-08-14T16:18:21.161" v="1632" actId="207"/>
          <ac:spMkLst>
            <pc:docMk/>
            <pc:sldMk cId="2101055377" sldId="280"/>
            <ac:spMk id="3" creationId="{F9E9654B-D8E5-22CA-371A-57FADD13842B}"/>
          </ac:spMkLst>
        </pc:spChg>
        <pc:picChg chg="add mod">
          <ac:chgData name="Ronnel D. Palenzuela" userId="27216d6f-a712-48da-bcb2-613e4bc945ac" providerId="ADAL" clId="{16FF8E01-DE24-0F4F-A559-943D670B7764}" dt="2024-08-14T16:30:09.396" v="1697" actId="1076"/>
          <ac:picMkLst>
            <pc:docMk/>
            <pc:sldMk cId="2101055377" sldId="280"/>
            <ac:picMk id="4" creationId="{B5ABF6ED-2604-A356-F8D2-8A031F072FC1}"/>
          </ac:picMkLst>
        </pc:picChg>
        <pc:picChg chg="add mod">
          <ac:chgData name="Ronnel D. Palenzuela" userId="27216d6f-a712-48da-bcb2-613e4bc945ac" providerId="ADAL" clId="{16FF8E01-DE24-0F4F-A559-943D670B7764}" dt="2024-08-14T16:30:09.396" v="1697" actId="1076"/>
          <ac:picMkLst>
            <pc:docMk/>
            <pc:sldMk cId="2101055377" sldId="280"/>
            <ac:picMk id="5" creationId="{EE318E40-1124-8135-1738-B9359FE81254}"/>
          </ac:picMkLst>
        </pc:picChg>
      </pc:sldChg>
      <pc:sldChg chg="add del">
        <pc:chgData name="Ronnel D. Palenzuela" userId="27216d6f-a712-48da-bcb2-613e4bc945ac" providerId="ADAL" clId="{16FF8E01-DE24-0F4F-A559-943D670B7764}" dt="2024-08-14T04:37:36.180" v="138" actId="2696"/>
        <pc:sldMkLst>
          <pc:docMk/>
          <pc:sldMk cId="2456681114" sldId="280"/>
        </pc:sldMkLst>
      </pc:sldChg>
      <pc:sldChg chg="add del">
        <pc:chgData name="Ronnel D. Palenzuela" userId="27216d6f-a712-48da-bcb2-613e4bc945ac" providerId="ADAL" clId="{16FF8E01-DE24-0F4F-A559-943D670B7764}" dt="2024-08-14T04:37:36.180" v="138" actId="2696"/>
        <pc:sldMkLst>
          <pc:docMk/>
          <pc:sldMk cId="1557213172" sldId="281"/>
        </pc:sldMkLst>
      </pc:sldChg>
      <pc:sldChg chg="addSp modSp add mod ord modNotesTx">
        <pc:chgData name="Ronnel D. Palenzuela" userId="27216d6f-a712-48da-bcb2-613e4bc945ac" providerId="ADAL" clId="{16FF8E01-DE24-0F4F-A559-943D670B7764}" dt="2024-08-14T17:09:31.130" v="2186"/>
        <pc:sldMkLst>
          <pc:docMk/>
          <pc:sldMk cId="4052999246" sldId="281"/>
        </pc:sldMkLst>
        <pc:spChg chg="mod">
          <ac:chgData name="Ronnel D. Palenzuela" userId="27216d6f-a712-48da-bcb2-613e4bc945ac" providerId="ADAL" clId="{16FF8E01-DE24-0F4F-A559-943D670B7764}" dt="2024-08-14T16:16:42.177" v="1594"/>
          <ac:spMkLst>
            <pc:docMk/>
            <pc:sldMk cId="4052999246" sldId="281"/>
            <ac:spMk id="2" creationId="{1FD87645-D8E6-23DE-A822-448BF1054783}"/>
          </ac:spMkLst>
        </pc:spChg>
        <pc:spChg chg="mod">
          <ac:chgData name="Ronnel D. Palenzuela" userId="27216d6f-a712-48da-bcb2-613e4bc945ac" providerId="ADAL" clId="{16FF8E01-DE24-0F4F-A559-943D670B7764}" dt="2024-08-14T16:18:25.511" v="1634" actId="207"/>
          <ac:spMkLst>
            <pc:docMk/>
            <pc:sldMk cId="4052999246" sldId="281"/>
            <ac:spMk id="3" creationId="{F9E9654B-D8E5-22CA-371A-57FADD13842B}"/>
          </ac:spMkLst>
        </pc:spChg>
        <pc:picChg chg="add mod">
          <ac:chgData name="Ronnel D. Palenzuela" userId="27216d6f-a712-48da-bcb2-613e4bc945ac" providerId="ADAL" clId="{16FF8E01-DE24-0F4F-A559-943D670B7764}" dt="2024-08-14T16:31:29.020" v="1716" actId="1076"/>
          <ac:picMkLst>
            <pc:docMk/>
            <pc:sldMk cId="4052999246" sldId="281"/>
            <ac:picMk id="4" creationId="{5548C54F-301E-DCA9-21D7-E0AD96A9FA43}"/>
          </ac:picMkLst>
        </pc:picChg>
        <pc:picChg chg="add mod">
          <ac:chgData name="Ronnel D. Palenzuela" userId="27216d6f-a712-48da-bcb2-613e4bc945ac" providerId="ADAL" clId="{16FF8E01-DE24-0F4F-A559-943D670B7764}" dt="2024-08-14T16:31:30.328" v="1717" actId="1076"/>
          <ac:picMkLst>
            <pc:docMk/>
            <pc:sldMk cId="4052999246" sldId="281"/>
            <ac:picMk id="5" creationId="{89C006CD-3837-CB39-23CD-A101C01CDA91}"/>
          </ac:picMkLst>
        </pc:picChg>
      </pc:sldChg>
      <pc:sldChg chg="add del">
        <pc:chgData name="Ronnel D. Palenzuela" userId="27216d6f-a712-48da-bcb2-613e4bc945ac" providerId="ADAL" clId="{16FF8E01-DE24-0F4F-A559-943D670B7764}" dt="2024-08-14T04:37:36.180" v="138" actId="2696"/>
        <pc:sldMkLst>
          <pc:docMk/>
          <pc:sldMk cId="296683317" sldId="282"/>
        </pc:sldMkLst>
      </pc:sldChg>
      <pc:sldChg chg="addSp delSp modSp add mod ord">
        <pc:chgData name="Ronnel D. Palenzuela" userId="27216d6f-a712-48da-bcb2-613e4bc945ac" providerId="ADAL" clId="{16FF8E01-DE24-0F4F-A559-943D670B7764}" dt="2024-08-14T16:58:26.475" v="2121" actId="20577"/>
        <pc:sldMkLst>
          <pc:docMk/>
          <pc:sldMk cId="3651396270" sldId="282"/>
        </pc:sldMkLst>
        <pc:spChg chg="mod">
          <ac:chgData name="Ronnel D. Palenzuela" userId="27216d6f-a712-48da-bcb2-613e4bc945ac" providerId="ADAL" clId="{16FF8E01-DE24-0F4F-A559-943D670B7764}" dt="2024-08-14T16:38:16.616" v="1763" actId="20577"/>
          <ac:spMkLst>
            <pc:docMk/>
            <pc:sldMk cId="3651396270" sldId="282"/>
            <ac:spMk id="2" creationId="{1FD87645-D8E6-23DE-A822-448BF1054783}"/>
          </ac:spMkLst>
        </pc:spChg>
        <pc:spChg chg="mod">
          <ac:chgData name="Ronnel D. Palenzuela" userId="27216d6f-a712-48da-bcb2-613e4bc945ac" providerId="ADAL" clId="{16FF8E01-DE24-0F4F-A559-943D670B7764}" dt="2024-08-14T16:58:26.475" v="2121" actId="20577"/>
          <ac:spMkLst>
            <pc:docMk/>
            <pc:sldMk cId="3651396270" sldId="282"/>
            <ac:spMk id="3" creationId="{F9E9654B-D8E5-22CA-371A-57FADD13842B}"/>
          </ac:spMkLst>
        </pc:spChg>
        <pc:picChg chg="del">
          <ac:chgData name="Ronnel D. Palenzuela" userId="27216d6f-a712-48da-bcb2-613e4bc945ac" providerId="ADAL" clId="{16FF8E01-DE24-0F4F-A559-943D670B7764}" dt="2024-08-14T16:33:50.779" v="1722" actId="478"/>
          <ac:picMkLst>
            <pc:docMk/>
            <pc:sldMk cId="3651396270" sldId="282"/>
            <ac:picMk id="4" creationId="{3DD2775A-1217-7607-D818-9986C2B95701}"/>
          </ac:picMkLst>
        </pc:picChg>
        <pc:picChg chg="add del mod">
          <ac:chgData name="Ronnel D. Palenzuela" userId="27216d6f-a712-48da-bcb2-613e4bc945ac" providerId="ADAL" clId="{16FF8E01-DE24-0F4F-A559-943D670B7764}" dt="2024-08-14T16:33:57.413" v="1726" actId="478"/>
          <ac:picMkLst>
            <pc:docMk/>
            <pc:sldMk cId="3651396270" sldId="282"/>
            <ac:picMk id="5" creationId="{5C4865FA-8A85-CD96-7E00-91EA3C1322EA}"/>
          </ac:picMkLst>
        </pc:picChg>
        <pc:picChg chg="add mod">
          <ac:chgData name="Ronnel D. Palenzuela" userId="27216d6f-a712-48da-bcb2-613e4bc945ac" providerId="ADAL" clId="{16FF8E01-DE24-0F4F-A559-943D670B7764}" dt="2024-08-14T16:37:32.689" v="1754" actId="1076"/>
          <ac:picMkLst>
            <pc:docMk/>
            <pc:sldMk cId="3651396270" sldId="282"/>
            <ac:picMk id="6" creationId="{FB4307CA-B2C0-91D7-AC3C-D22C8F2AE28E}"/>
          </ac:picMkLst>
        </pc:picChg>
      </pc:sldChg>
      <pc:sldChg chg="add del">
        <pc:chgData name="Ronnel D. Palenzuela" userId="27216d6f-a712-48da-bcb2-613e4bc945ac" providerId="ADAL" clId="{16FF8E01-DE24-0F4F-A559-943D670B7764}" dt="2024-08-14T04:37:36.180" v="138" actId="2696"/>
        <pc:sldMkLst>
          <pc:docMk/>
          <pc:sldMk cId="993575964" sldId="283"/>
        </pc:sldMkLst>
      </pc:sldChg>
      <pc:sldChg chg="addSp delSp modSp add mod modNotesTx">
        <pc:chgData name="Ronnel D. Palenzuela" userId="27216d6f-a712-48da-bcb2-613e4bc945ac" providerId="ADAL" clId="{16FF8E01-DE24-0F4F-A559-943D670B7764}" dt="2024-08-14T17:02:26.342" v="2138"/>
        <pc:sldMkLst>
          <pc:docMk/>
          <pc:sldMk cId="3162599194" sldId="283"/>
        </pc:sldMkLst>
        <pc:spChg chg="mod">
          <ac:chgData name="Ronnel D. Palenzuela" userId="27216d6f-a712-48da-bcb2-613e4bc945ac" providerId="ADAL" clId="{16FF8E01-DE24-0F4F-A559-943D670B7764}" dt="2024-08-14T16:47:28.766" v="1822"/>
          <ac:spMkLst>
            <pc:docMk/>
            <pc:sldMk cId="3162599194" sldId="283"/>
            <ac:spMk id="2" creationId="{1FD87645-D8E6-23DE-A822-448BF1054783}"/>
          </ac:spMkLst>
        </pc:spChg>
        <pc:spChg chg="mod">
          <ac:chgData name="Ronnel D. Palenzuela" userId="27216d6f-a712-48da-bcb2-613e4bc945ac" providerId="ADAL" clId="{16FF8E01-DE24-0F4F-A559-943D670B7764}" dt="2024-08-14T16:52:16.070" v="1994" actId="207"/>
          <ac:spMkLst>
            <pc:docMk/>
            <pc:sldMk cId="3162599194" sldId="283"/>
            <ac:spMk id="3" creationId="{F9E9654B-D8E5-22CA-371A-57FADD13842B}"/>
          </ac:spMkLst>
        </pc:spChg>
        <pc:spChg chg="add mod">
          <ac:chgData name="Ronnel D. Palenzuela" userId="27216d6f-a712-48da-bcb2-613e4bc945ac" providerId="ADAL" clId="{16FF8E01-DE24-0F4F-A559-943D670B7764}" dt="2024-08-14T16:57:40.683" v="2117" actId="1076"/>
          <ac:spMkLst>
            <pc:docMk/>
            <pc:sldMk cId="3162599194" sldId="283"/>
            <ac:spMk id="4" creationId="{B086C906-76C1-C80B-2402-3CD150AED030}"/>
          </ac:spMkLst>
        </pc:spChg>
        <pc:spChg chg="add mod">
          <ac:chgData name="Ronnel D. Palenzuela" userId="27216d6f-a712-48da-bcb2-613e4bc945ac" providerId="ADAL" clId="{16FF8E01-DE24-0F4F-A559-943D670B7764}" dt="2024-08-14T16:52:23.273" v="2000" actId="113"/>
          <ac:spMkLst>
            <pc:docMk/>
            <pc:sldMk cId="3162599194" sldId="283"/>
            <ac:spMk id="5" creationId="{374C59D7-230E-26A4-3307-5D188332993A}"/>
          </ac:spMkLst>
        </pc:spChg>
        <pc:picChg chg="del">
          <ac:chgData name="Ronnel D. Palenzuela" userId="27216d6f-a712-48da-bcb2-613e4bc945ac" providerId="ADAL" clId="{16FF8E01-DE24-0F4F-A559-943D670B7764}" dt="2024-08-14T16:39:23.886" v="1788" actId="478"/>
          <ac:picMkLst>
            <pc:docMk/>
            <pc:sldMk cId="3162599194" sldId="283"/>
            <ac:picMk id="6" creationId="{FB4307CA-B2C0-91D7-AC3C-D22C8F2AE28E}"/>
          </ac:picMkLst>
        </pc:picChg>
      </pc:sldChg>
      <pc:sldChg chg="delSp modSp add del mod">
        <pc:chgData name="Ronnel D. Palenzuela" userId="27216d6f-a712-48da-bcb2-613e4bc945ac" providerId="ADAL" clId="{16FF8E01-DE24-0F4F-A559-943D670B7764}" dt="2024-08-14T16:52:56.130" v="2002" actId="2696"/>
        <pc:sldMkLst>
          <pc:docMk/>
          <pc:sldMk cId="476145324" sldId="284"/>
        </pc:sldMkLst>
        <pc:spChg chg="mod">
          <ac:chgData name="Ronnel D. Palenzuela" userId="27216d6f-a712-48da-bcb2-613e4bc945ac" providerId="ADAL" clId="{16FF8E01-DE24-0F4F-A559-943D670B7764}" dt="2024-08-14T16:39:28.295" v="1798" actId="20577"/>
          <ac:spMkLst>
            <pc:docMk/>
            <pc:sldMk cId="476145324" sldId="284"/>
            <ac:spMk id="2" creationId="{1FD87645-D8E6-23DE-A822-448BF1054783}"/>
          </ac:spMkLst>
        </pc:spChg>
        <pc:picChg chg="del">
          <ac:chgData name="Ronnel D. Palenzuela" userId="27216d6f-a712-48da-bcb2-613e4bc945ac" providerId="ADAL" clId="{16FF8E01-DE24-0F4F-A559-943D670B7764}" dt="2024-08-14T16:39:22.241" v="1787" actId="478"/>
          <ac:picMkLst>
            <pc:docMk/>
            <pc:sldMk cId="476145324" sldId="284"/>
            <ac:picMk id="6" creationId="{FB4307CA-B2C0-91D7-AC3C-D22C8F2AE28E}"/>
          </ac:picMkLst>
        </pc:picChg>
      </pc:sldChg>
      <pc:sldChg chg="add del">
        <pc:chgData name="Ronnel D. Palenzuela" userId="27216d6f-a712-48da-bcb2-613e4bc945ac" providerId="ADAL" clId="{16FF8E01-DE24-0F4F-A559-943D670B7764}" dt="2024-08-14T04:37:36.180" v="138" actId="2696"/>
        <pc:sldMkLst>
          <pc:docMk/>
          <pc:sldMk cId="1253337562" sldId="284"/>
        </pc:sldMkLst>
      </pc:sldChg>
      <pc:sldChg chg="add del">
        <pc:chgData name="Ronnel D. Palenzuela" userId="27216d6f-a712-48da-bcb2-613e4bc945ac" providerId="ADAL" clId="{16FF8E01-DE24-0F4F-A559-943D670B7764}" dt="2024-08-14T04:37:36.180" v="138" actId="2696"/>
        <pc:sldMkLst>
          <pc:docMk/>
          <pc:sldMk cId="2980579114" sldId="285"/>
        </pc:sldMkLst>
      </pc:sldChg>
      <pc:sldChg chg="modSp add del mod">
        <pc:chgData name="Ronnel D. Palenzuela" userId="27216d6f-a712-48da-bcb2-613e4bc945ac" providerId="ADAL" clId="{16FF8E01-DE24-0F4F-A559-943D670B7764}" dt="2024-08-14T16:55:44.538" v="2067" actId="2696"/>
        <pc:sldMkLst>
          <pc:docMk/>
          <pc:sldMk cId="3500652590" sldId="285"/>
        </pc:sldMkLst>
        <pc:spChg chg="mod">
          <ac:chgData name="Ronnel D. Palenzuela" userId="27216d6f-a712-48da-bcb2-613e4bc945ac" providerId="ADAL" clId="{16FF8E01-DE24-0F4F-A559-943D670B7764}" dt="2024-08-14T16:39:32.355" v="1805" actId="20577"/>
          <ac:spMkLst>
            <pc:docMk/>
            <pc:sldMk cId="3500652590" sldId="285"/>
            <ac:spMk id="2" creationId="{1FD87645-D8E6-23DE-A822-448BF1054783}"/>
          </ac:spMkLst>
        </pc:spChg>
      </pc:sldChg>
      <pc:sldChg chg="add del">
        <pc:chgData name="Ronnel D. Palenzuela" userId="27216d6f-a712-48da-bcb2-613e4bc945ac" providerId="ADAL" clId="{16FF8E01-DE24-0F4F-A559-943D670B7764}" dt="2024-08-14T04:37:36.180" v="138" actId="2696"/>
        <pc:sldMkLst>
          <pc:docMk/>
          <pc:sldMk cId="1581186720" sldId="286"/>
        </pc:sldMkLst>
      </pc:sldChg>
      <pc:sldChg chg="addSp delSp modSp add mod modNotesTx">
        <pc:chgData name="Ronnel D. Palenzuela" userId="27216d6f-a712-48da-bcb2-613e4bc945ac" providerId="ADAL" clId="{16FF8E01-DE24-0F4F-A559-943D670B7764}" dt="2024-08-14T17:04:33.737" v="2156" actId="1076"/>
        <pc:sldMkLst>
          <pc:docMk/>
          <pc:sldMk cId="1740139509" sldId="286"/>
        </pc:sldMkLst>
        <pc:spChg chg="mod">
          <ac:chgData name="Ronnel D. Palenzuela" userId="27216d6f-a712-48da-bcb2-613e4bc945ac" providerId="ADAL" clId="{16FF8E01-DE24-0F4F-A559-943D670B7764}" dt="2024-08-14T16:53:39.266" v="2019" actId="20577"/>
          <ac:spMkLst>
            <pc:docMk/>
            <pc:sldMk cId="1740139509" sldId="286"/>
            <ac:spMk id="2" creationId="{1FD87645-D8E6-23DE-A822-448BF1054783}"/>
          </ac:spMkLst>
        </pc:spChg>
        <pc:spChg chg="mod">
          <ac:chgData name="Ronnel D. Palenzuela" userId="27216d6f-a712-48da-bcb2-613e4bc945ac" providerId="ADAL" clId="{16FF8E01-DE24-0F4F-A559-943D670B7764}" dt="2024-08-14T16:54:54.289" v="2059" actId="27636"/>
          <ac:spMkLst>
            <pc:docMk/>
            <pc:sldMk cId="1740139509" sldId="286"/>
            <ac:spMk id="3" creationId="{F9E9654B-D8E5-22CA-371A-57FADD13842B}"/>
          </ac:spMkLst>
        </pc:spChg>
        <pc:spChg chg="mod">
          <ac:chgData name="Ronnel D. Palenzuela" userId="27216d6f-a712-48da-bcb2-613e4bc945ac" providerId="ADAL" clId="{16FF8E01-DE24-0F4F-A559-943D670B7764}" dt="2024-08-14T16:57:02.572" v="2104" actId="1076"/>
          <ac:spMkLst>
            <pc:docMk/>
            <pc:sldMk cId="1740139509" sldId="286"/>
            <ac:spMk id="4" creationId="{B086C906-76C1-C80B-2402-3CD150AED030}"/>
          </ac:spMkLst>
        </pc:spChg>
        <pc:spChg chg="del mod">
          <ac:chgData name="Ronnel D. Palenzuela" userId="27216d6f-a712-48da-bcb2-613e4bc945ac" providerId="ADAL" clId="{16FF8E01-DE24-0F4F-A559-943D670B7764}" dt="2024-08-14T16:54:29.712" v="2047" actId="478"/>
          <ac:spMkLst>
            <pc:docMk/>
            <pc:sldMk cId="1740139509" sldId="286"/>
            <ac:spMk id="5" creationId="{374C59D7-230E-26A4-3307-5D188332993A}"/>
          </ac:spMkLst>
        </pc:spChg>
        <pc:picChg chg="add mod">
          <ac:chgData name="Ronnel D. Palenzuela" userId="27216d6f-a712-48da-bcb2-613e4bc945ac" providerId="ADAL" clId="{16FF8E01-DE24-0F4F-A559-943D670B7764}" dt="2024-08-14T17:04:33.737" v="2156" actId="1076"/>
          <ac:picMkLst>
            <pc:docMk/>
            <pc:sldMk cId="1740139509" sldId="286"/>
            <ac:picMk id="6" creationId="{7355D678-29E7-A4B1-013E-B622157A0CE9}"/>
          </ac:picMkLst>
        </pc:picChg>
      </pc:sldChg>
      <pc:sldChg chg="addSp delSp modSp add mod ord modNotesTx">
        <pc:chgData name="Ronnel D. Palenzuela" userId="27216d6f-a712-48da-bcb2-613e4bc945ac" providerId="ADAL" clId="{16FF8E01-DE24-0F4F-A559-943D670B7764}" dt="2024-08-14T17:09:41.649" v="2189" actId="20578"/>
        <pc:sldMkLst>
          <pc:docMk/>
          <pc:sldMk cId="2244338286" sldId="287"/>
        </pc:sldMkLst>
        <pc:spChg chg="mod">
          <ac:chgData name="Ronnel D. Palenzuela" userId="27216d6f-a712-48da-bcb2-613e4bc945ac" providerId="ADAL" clId="{16FF8E01-DE24-0F4F-A559-943D670B7764}" dt="2024-08-14T16:55:51.174" v="2074" actId="20577"/>
          <ac:spMkLst>
            <pc:docMk/>
            <pc:sldMk cId="2244338286" sldId="287"/>
            <ac:spMk id="2" creationId="{1FD87645-D8E6-23DE-A822-448BF1054783}"/>
          </ac:spMkLst>
        </pc:spChg>
        <pc:spChg chg="mod">
          <ac:chgData name="Ronnel D. Palenzuela" userId="27216d6f-a712-48da-bcb2-613e4bc945ac" providerId="ADAL" clId="{16FF8E01-DE24-0F4F-A559-943D670B7764}" dt="2024-08-14T16:56:49.755" v="2102" actId="27636"/>
          <ac:spMkLst>
            <pc:docMk/>
            <pc:sldMk cId="2244338286" sldId="287"/>
            <ac:spMk id="3" creationId="{F9E9654B-D8E5-22CA-371A-57FADD13842B}"/>
          </ac:spMkLst>
        </pc:spChg>
        <pc:spChg chg="mod">
          <ac:chgData name="Ronnel D. Palenzuela" userId="27216d6f-a712-48da-bcb2-613e4bc945ac" providerId="ADAL" clId="{16FF8E01-DE24-0F4F-A559-943D670B7764}" dt="2024-08-14T16:57:17.574" v="2108" actId="1076"/>
          <ac:spMkLst>
            <pc:docMk/>
            <pc:sldMk cId="2244338286" sldId="287"/>
            <ac:spMk id="4" creationId="{B086C906-76C1-C80B-2402-3CD150AED030}"/>
          </ac:spMkLst>
        </pc:spChg>
        <pc:picChg chg="add del mod">
          <ac:chgData name="Ronnel D. Palenzuela" userId="27216d6f-a712-48da-bcb2-613e4bc945ac" providerId="ADAL" clId="{16FF8E01-DE24-0F4F-A559-943D670B7764}" dt="2024-08-14T17:06:20.306" v="2162" actId="478"/>
          <ac:picMkLst>
            <pc:docMk/>
            <pc:sldMk cId="2244338286" sldId="287"/>
            <ac:picMk id="5" creationId="{C84F9925-8BF0-7942-2733-4A5D508AEA7C}"/>
          </ac:picMkLst>
        </pc:picChg>
        <pc:picChg chg="add mod">
          <ac:chgData name="Ronnel D. Palenzuela" userId="27216d6f-a712-48da-bcb2-613e4bc945ac" providerId="ADAL" clId="{16FF8E01-DE24-0F4F-A559-943D670B7764}" dt="2024-08-14T17:07:53.726" v="2172" actId="1076"/>
          <ac:picMkLst>
            <pc:docMk/>
            <pc:sldMk cId="2244338286" sldId="287"/>
            <ac:picMk id="6" creationId="{FABA4C1D-2D18-55BC-C0A4-FFF3AFC35C03}"/>
          </ac:picMkLst>
        </pc:picChg>
        <pc:picChg chg="add mod">
          <ac:chgData name="Ronnel D. Palenzuela" userId="27216d6f-a712-48da-bcb2-613e4bc945ac" providerId="ADAL" clId="{16FF8E01-DE24-0F4F-A559-943D670B7764}" dt="2024-08-14T17:07:55.489" v="2173" actId="1076"/>
          <ac:picMkLst>
            <pc:docMk/>
            <pc:sldMk cId="2244338286" sldId="287"/>
            <ac:picMk id="7" creationId="{C43B6C84-21DD-D63D-908A-759A84CA71F1}"/>
          </ac:picMkLst>
        </pc:picChg>
      </pc:sldChg>
      <pc:sldChg chg="add del">
        <pc:chgData name="Ronnel D. Palenzuela" userId="27216d6f-a712-48da-bcb2-613e4bc945ac" providerId="ADAL" clId="{16FF8E01-DE24-0F4F-A559-943D670B7764}" dt="2024-08-14T04:37:36.180" v="138" actId="2696"/>
        <pc:sldMkLst>
          <pc:docMk/>
          <pc:sldMk cId="4278137860" sldId="287"/>
        </pc:sldMkLst>
      </pc:sldChg>
      <pc:sldChg chg="addSp delSp modSp add mod ord modNotesTx">
        <pc:chgData name="Ronnel D. Palenzuela" userId="27216d6f-a712-48da-bcb2-613e4bc945ac" providerId="ADAL" clId="{16FF8E01-DE24-0F4F-A559-943D670B7764}" dt="2024-08-15T02:15:44.096" v="2527" actId="20577"/>
        <pc:sldMkLst>
          <pc:docMk/>
          <pc:sldMk cId="2479479881" sldId="288"/>
        </pc:sldMkLst>
        <pc:spChg chg="mod">
          <ac:chgData name="Ronnel D. Palenzuela" userId="27216d6f-a712-48da-bcb2-613e4bc945ac" providerId="ADAL" clId="{16FF8E01-DE24-0F4F-A559-943D670B7764}" dt="2024-08-14T17:10:09.427" v="2193"/>
          <ac:spMkLst>
            <pc:docMk/>
            <pc:sldMk cId="2479479881" sldId="288"/>
            <ac:spMk id="2" creationId="{1FD87645-D8E6-23DE-A822-448BF1054783}"/>
          </ac:spMkLst>
        </pc:spChg>
        <pc:spChg chg="mod">
          <ac:chgData name="Ronnel D. Palenzuela" userId="27216d6f-a712-48da-bcb2-613e4bc945ac" providerId="ADAL" clId="{16FF8E01-DE24-0F4F-A559-943D670B7764}" dt="2024-08-15T02:15:44.096" v="2527" actId="20577"/>
          <ac:spMkLst>
            <pc:docMk/>
            <pc:sldMk cId="2479479881" sldId="288"/>
            <ac:spMk id="3" creationId="{F9E9654B-D8E5-22CA-371A-57FADD13842B}"/>
          </ac:spMkLst>
        </pc:spChg>
        <pc:picChg chg="add mod">
          <ac:chgData name="Ronnel D. Palenzuela" userId="27216d6f-a712-48da-bcb2-613e4bc945ac" providerId="ADAL" clId="{16FF8E01-DE24-0F4F-A559-943D670B7764}" dt="2024-08-14T17:24:50.208" v="2303" actId="1076"/>
          <ac:picMkLst>
            <pc:docMk/>
            <pc:sldMk cId="2479479881" sldId="288"/>
            <ac:picMk id="4" creationId="{AF7B02EF-789B-13F1-37A8-FD2A27B92C39}"/>
          </ac:picMkLst>
        </pc:picChg>
        <pc:picChg chg="add mod">
          <ac:chgData name="Ronnel D. Palenzuela" userId="27216d6f-a712-48da-bcb2-613e4bc945ac" providerId="ADAL" clId="{16FF8E01-DE24-0F4F-A559-943D670B7764}" dt="2024-08-14T17:24:49.104" v="2302" actId="1076"/>
          <ac:picMkLst>
            <pc:docMk/>
            <pc:sldMk cId="2479479881" sldId="288"/>
            <ac:picMk id="5" creationId="{D6307E59-5ABC-0E69-DD46-32B7DC644359}"/>
          </ac:picMkLst>
        </pc:picChg>
        <pc:picChg chg="del">
          <ac:chgData name="Ronnel D. Palenzuela" userId="27216d6f-a712-48da-bcb2-613e4bc945ac" providerId="ADAL" clId="{16FF8E01-DE24-0F4F-A559-943D670B7764}" dt="2024-08-14T17:10:50.216" v="2201" actId="478"/>
          <ac:picMkLst>
            <pc:docMk/>
            <pc:sldMk cId="2479479881" sldId="288"/>
            <ac:picMk id="6" creationId="{FB4307CA-B2C0-91D7-AC3C-D22C8F2AE28E}"/>
          </ac:picMkLst>
        </pc:picChg>
      </pc:sldChg>
      <pc:sldChg chg="add del">
        <pc:chgData name="Ronnel D. Palenzuela" userId="27216d6f-a712-48da-bcb2-613e4bc945ac" providerId="ADAL" clId="{16FF8E01-DE24-0F4F-A559-943D670B7764}" dt="2024-08-14T04:37:36.180" v="138" actId="2696"/>
        <pc:sldMkLst>
          <pc:docMk/>
          <pc:sldMk cId="3972629357" sldId="288"/>
        </pc:sldMkLst>
      </pc:sldChg>
      <pc:sldChg chg="addSp delSp modSp add mod modNotesTx">
        <pc:chgData name="Ronnel D. Palenzuela" userId="27216d6f-a712-48da-bcb2-613e4bc945ac" providerId="ADAL" clId="{16FF8E01-DE24-0F4F-A559-943D670B7764}" dt="2024-08-15T03:52:08.349" v="2531" actId="20577"/>
        <pc:sldMkLst>
          <pc:docMk/>
          <pc:sldMk cId="1306085031" sldId="289"/>
        </pc:sldMkLst>
        <pc:spChg chg="mod">
          <ac:chgData name="Ronnel D. Palenzuela" userId="27216d6f-a712-48da-bcb2-613e4bc945ac" providerId="ADAL" clId="{16FF8E01-DE24-0F4F-A559-943D670B7764}" dt="2024-08-14T17:10:29.110" v="2196" actId="20577"/>
          <ac:spMkLst>
            <pc:docMk/>
            <pc:sldMk cId="1306085031" sldId="289"/>
            <ac:spMk id="2" creationId="{1FD87645-D8E6-23DE-A822-448BF1054783}"/>
          </ac:spMkLst>
        </pc:spChg>
        <pc:spChg chg="mod">
          <ac:chgData name="Ronnel D. Palenzuela" userId="27216d6f-a712-48da-bcb2-613e4bc945ac" providerId="ADAL" clId="{16FF8E01-DE24-0F4F-A559-943D670B7764}" dt="2024-08-15T03:52:08.349" v="2531" actId="20577"/>
          <ac:spMkLst>
            <pc:docMk/>
            <pc:sldMk cId="1306085031" sldId="289"/>
            <ac:spMk id="3" creationId="{F9E9654B-D8E5-22CA-371A-57FADD13842B}"/>
          </ac:spMkLst>
        </pc:spChg>
        <pc:picChg chg="add mod">
          <ac:chgData name="Ronnel D. Palenzuela" userId="27216d6f-a712-48da-bcb2-613e4bc945ac" providerId="ADAL" clId="{16FF8E01-DE24-0F4F-A559-943D670B7764}" dt="2024-08-14T17:28:52.052" v="2320" actId="1076"/>
          <ac:picMkLst>
            <pc:docMk/>
            <pc:sldMk cId="1306085031" sldId="289"/>
            <ac:picMk id="4" creationId="{348B68C4-CC0D-0D98-D64F-7F073EC0550F}"/>
          </ac:picMkLst>
        </pc:picChg>
        <pc:picChg chg="add del mod">
          <ac:chgData name="Ronnel D. Palenzuela" userId="27216d6f-a712-48da-bcb2-613e4bc945ac" providerId="ADAL" clId="{16FF8E01-DE24-0F4F-A559-943D670B7764}" dt="2024-08-14T17:34:52.342" v="2323" actId="478"/>
          <ac:picMkLst>
            <pc:docMk/>
            <pc:sldMk cId="1306085031" sldId="289"/>
            <ac:picMk id="5" creationId="{514E46FE-484E-F430-4A44-43DE9197FE51}"/>
          </ac:picMkLst>
        </pc:picChg>
        <pc:picChg chg="del">
          <ac:chgData name="Ronnel D. Palenzuela" userId="27216d6f-a712-48da-bcb2-613e4bc945ac" providerId="ADAL" clId="{16FF8E01-DE24-0F4F-A559-943D670B7764}" dt="2024-08-14T17:10:48.048" v="2199" actId="478"/>
          <ac:picMkLst>
            <pc:docMk/>
            <pc:sldMk cId="1306085031" sldId="289"/>
            <ac:picMk id="6" creationId="{FB4307CA-B2C0-91D7-AC3C-D22C8F2AE28E}"/>
          </ac:picMkLst>
        </pc:picChg>
        <pc:picChg chg="add mod">
          <ac:chgData name="Ronnel D. Palenzuela" userId="27216d6f-a712-48da-bcb2-613e4bc945ac" providerId="ADAL" clId="{16FF8E01-DE24-0F4F-A559-943D670B7764}" dt="2024-08-14T17:34:57.159" v="2326" actId="1076"/>
          <ac:picMkLst>
            <pc:docMk/>
            <pc:sldMk cId="1306085031" sldId="289"/>
            <ac:picMk id="7" creationId="{EA60A796-7362-0FE0-7118-D1172B57B748}"/>
          </ac:picMkLst>
        </pc:picChg>
      </pc:sldChg>
      <pc:sldChg chg="add del">
        <pc:chgData name="Ronnel D. Palenzuela" userId="27216d6f-a712-48da-bcb2-613e4bc945ac" providerId="ADAL" clId="{16FF8E01-DE24-0F4F-A559-943D670B7764}" dt="2024-08-14T04:37:36.180" v="138" actId="2696"/>
        <pc:sldMkLst>
          <pc:docMk/>
          <pc:sldMk cId="2990164252" sldId="289"/>
        </pc:sldMkLst>
      </pc:sldChg>
      <pc:sldChg chg="addSp delSp modSp add mod">
        <pc:chgData name="Ronnel D. Palenzuela" userId="27216d6f-a712-48da-bcb2-613e4bc945ac" providerId="ADAL" clId="{16FF8E01-DE24-0F4F-A559-943D670B7764}" dt="2024-08-14T17:50:12.782" v="2526" actId="207"/>
        <pc:sldMkLst>
          <pc:docMk/>
          <pc:sldMk cId="926710605" sldId="290"/>
        </pc:sldMkLst>
        <pc:spChg chg="mod">
          <ac:chgData name="Ronnel D. Palenzuela" userId="27216d6f-a712-48da-bcb2-613e4bc945ac" providerId="ADAL" clId="{16FF8E01-DE24-0F4F-A559-943D670B7764}" dt="2024-08-14T17:13:25.130" v="2214" actId="20577"/>
          <ac:spMkLst>
            <pc:docMk/>
            <pc:sldMk cId="926710605" sldId="290"/>
            <ac:spMk id="2" creationId="{1FD87645-D8E6-23DE-A822-448BF1054783}"/>
          </ac:spMkLst>
        </pc:spChg>
        <pc:spChg chg="mod">
          <ac:chgData name="Ronnel D. Palenzuela" userId="27216d6f-a712-48da-bcb2-613e4bc945ac" providerId="ADAL" clId="{16FF8E01-DE24-0F4F-A559-943D670B7764}" dt="2024-08-14T17:50:12.782" v="2526" actId="207"/>
          <ac:spMkLst>
            <pc:docMk/>
            <pc:sldMk cId="926710605" sldId="290"/>
            <ac:spMk id="3" creationId="{F9E9654B-D8E5-22CA-371A-57FADD13842B}"/>
          </ac:spMkLst>
        </pc:spChg>
        <pc:picChg chg="add del mod">
          <ac:chgData name="Ronnel D. Palenzuela" userId="27216d6f-a712-48da-bcb2-613e4bc945ac" providerId="ADAL" clId="{16FF8E01-DE24-0F4F-A559-943D670B7764}" dt="2024-08-14T17:16:19.870" v="2228" actId="478"/>
          <ac:picMkLst>
            <pc:docMk/>
            <pc:sldMk cId="926710605" sldId="290"/>
            <ac:picMk id="4" creationId="{EDC21406-25B3-5E1C-5A7A-A71E21C74D60}"/>
          </ac:picMkLst>
        </pc:picChg>
        <pc:picChg chg="add del mod">
          <ac:chgData name="Ronnel D. Palenzuela" userId="27216d6f-a712-48da-bcb2-613e4bc945ac" providerId="ADAL" clId="{16FF8E01-DE24-0F4F-A559-943D670B7764}" dt="2024-08-14T17:41:36.468" v="2400" actId="1076"/>
          <ac:picMkLst>
            <pc:docMk/>
            <pc:sldMk cId="926710605" sldId="290"/>
            <ac:picMk id="5" creationId="{6F24035F-763D-2A44-9E4D-3B3AB777BA78}"/>
          </ac:picMkLst>
        </pc:picChg>
        <pc:picChg chg="del">
          <ac:chgData name="Ronnel D. Palenzuela" userId="27216d6f-a712-48da-bcb2-613e4bc945ac" providerId="ADAL" clId="{16FF8E01-DE24-0F4F-A559-943D670B7764}" dt="2024-08-14T17:10:49.106" v="2200" actId="478"/>
          <ac:picMkLst>
            <pc:docMk/>
            <pc:sldMk cId="926710605" sldId="290"/>
            <ac:picMk id="6" creationId="{FB4307CA-B2C0-91D7-AC3C-D22C8F2AE28E}"/>
          </ac:picMkLst>
        </pc:picChg>
        <pc:picChg chg="add mod">
          <ac:chgData name="Ronnel D. Palenzuela" userId="27216d6f-a712-48da-bcb2-613e4bc945ac" providerId="ADAL" clId="{16FF8E01-DE24-0F4F-A559-943D670B7764}" dt="2024-08-14T17:41:43.973" v="2401" actId="1076"/>
          <ac:picMkLst>
            <pc:docMk/>
            <pc:sldMk cId="926710605" sldId="290"/>
            <ac:picMk id="7" creationId="{5A1661AD-4B34-6DA1-9F77-CE678239C894}"/>
          </ac:picMkLst>
        </pc:picChg>
        <pc:picChg chg="add mod">
          <ac:chgData name="Ronnel D. Palenzuela" userId="27216d6f-a712-48da-bcb2-613e4bc945ac" providerId="ADAL" clId="{16FF8E01-DE24-0F4F-A559-943D670B7764}" dt="2024-08-14T17:41:32.404" v="2398" actId="1076"/>
          <ac:picMkLst>
            <pc:docMk/>
            <pc:sldMk cId="926710605" sldId="290"/>
            <ac:picMk id="8" creationId="{E4E637F6-DB44-DC58-477A-29220CC8DA04}"/>
          </ac:picMkLst>
        </pc:picChg>
      </pc:sldChg>
      <pc:sldChg chg="add del">
        <pc:chgData name="Ronnel D. Palenzuela" userId="27216d6f-a712-48da-bcb2-613e4bc945ac" providerId="ADAL" clId="{16FF8E01-DE24-0F4F-A559-943D670B7764}" dt="2024-08-14T04:37:36.180" v="138" actId="2696"/>
        <pc:sldMkLst>
          <pc:docMk/>
          <pc:sldMk cId="1111498698" sldId="290"/>
        </pc:sldMkLst>
      </pc:sldChg>
      <pc:sldChg chg="addSp delSp modSp add mod modNotesTx">
        <pc:chgData name="Ronnel D. Palenzuela" userId="27216d6f-a712-48da-bcb2-613e4bc945ac" providerId="ADAL" clId="{16FF8E01-DE24-0F4F-A559-943D670B7764}" dt="2024-08-14T17:48:56.991" v="2524" actId="1076"/>
        <pc:sldMkLst>
          <pc:docMk/>
          <pc:sldMk cId="234676306" sldId="291"/>
        </pc:sldMkLst>
        <pc:spChg chg="mod">
          <ac:chgData name="Ronnel D. Palenzuela" userId="27216d6f-a712-48da-bcb2-613e4bc945ac" providerId="ADAL" clId="{16FF8E01-DE24-0F4F-A559-943D670B7764}" dt="2024-08-14T17:18:52.390" v="2243" actId="20577"/>
          <ac:spMkLst>
            <pc:docMk/>
            <pc:sldMk cId="234676306" sldId="291"/>
            <ac:spMk id="2" creationId="{1FD87645-D8E6-23DE-A822-448BF1054783}"/>
          </ac:spMkLst>
        </pc:spChg>
        <pc:spChg chg="mod">
          <ac:chgData name="Ronnel D. Palenzuela" userId="27216d6f-a712-48da-bcb2-613e4bc945ac" providerId="ADAL" clId="{16FF8E01-DE24-0F4F-A559-943D670B7764}" dt="2024-08-14T17:44:12.036" v="2474" actId="20577"/>
          <ac:spMkLst>
            <pc:docMk/>
            <pc:sldMk cId="234676306" sldId="291"/>
            <ac:spMk id="3" creationId="{F9E9654B-D8E5-22CA-371A-57FADD13842B}"/>
          </ac:spMkLst>
        </pc:spChg>
        <pc:picChg chg="add mod">
          <ac:chgData name="Ronnel D. Palenzuela" userId="27216d6f-a712-48da-bcb2-613e4bc945ac" providerId="ADAL" clId="{16FF8E01-DE24-0F4F-A559-943D670B7764}" dt="2024-08-14T17:48:56.991" v="2524" actId="1076"/>
          <ac:picMkLst>
            <pc:docMk/>
            <pc:sldMk cId="234676306" sldId="291"/>
            <ac:picMk id="4" creationId="{77B54F2E-F3FD-7965-C9AC-7AD3C16CC21A}"/>
          </ac:picMkLst>
        </pc:picChg>
        <pc:picChg chg="del">
          <ac:chgData name="Ronnel D. Palenzuela" userId="27216d6f-a712-48da-bcb2-613e4bc945ac" providerId="ADAL" clId="{16FF8E01-DE24-0F4F-A559-943D670B7764}" dt="2024-08-14T17:43:01.527" v="2455" actId="478"/>
          <ac:picMkLst>
            <pc:docMk/>
            <pc:sldMk cId="234676306" sldId="291"/>
            <ac:picMk id="5" creationId="{6F24035F-763D-2A44-9E4D-3B3AB777BA78}"/>
          </ac:picMkLst>
        </pc:picChg>
        <pc:picChg chg="add del mod">
          <ac:chgData name="Ronnel D. Palenzuela" userId="27216d6f-a712-48da-bcb2-613e4bc945ac" providerId="ADAL" clId="{16FF8E01-DE24-0F4F-A559-943D670B7764}" dt="2024-08-14T17:47:51.981" v="2508" actId="478"/>
          <ac:picMkLst>
            <pc:docMk/>
            <pc:sldMk cId="234676306" sldId="291"/>
            <ac:picMk id="6" creationId="{50F79B71-AA73-A4EC-42FF-95E9F8E1747A}"/>
          </ac:picMkLst>
        </pc:picChg>
        <pc:picChg chg="add mod">
          <ac:chgData name="Ronnel D. Palenzuela" userId="27216d6f-a712-48da-bcb2-613e4bc945ac" providerId="ADAL" clId="{16FF8E01-DE24-0F4F-A559-943D670B7764}" dt="2024-08-14T17:48:51.118" v="2520" actId="1076"/>
          <ac:picMkLst>
            <pc:docMk/>
            <pc:sldMk cId="234676306" sldId="291"/>
            <ac:picMk id="7" creationId="{BFFCD08C-39CF-85D4-AFAB-20D06151775B}"/>
          </ac:picMkLst>
        </pc:picChg>
        <pc:picChg chg="add mod">
          <ac:chgData name="Ronnel D. Palenzuela" userId="27216d6f-a712-48da-bcb2-613e4bc945ac" providerId="ADAL" clId="{16FF8E01-DE24-0F4F-A559-943D670B7764}" dt="2024-08-14T17:48:55.627" v="2522" actId="1076"/>
          <ac:picMkLst>
            <pc:docMk/>
            <pc:sldMk cId="234676306" sldId="291"/>
            <ac:picMk id="8" creationId="{94650D83-6F61-D6E5-506A-5BEBD5E1B8C5}"/>
          </ac:picMkLst>
        </pc:picChg>
      </pc:sldChg>
      <pc:sldChg chg="add del">
        <pc:chgData name="Ronnel D. Palenzuela" userId="27216d6f-a712-48da-bcb2-613e4bc945ac" providerId="ADAL" clId="{16FF8E01-DE24-0F4F-A559-943D670B7764}" dt="2024-08-14T04:37:36.180" v="138" actId="2696"/>
        <pc:sldMkLst>
          <pc:docMk/>
          <pc:sldMk cId="815011119" sldId="291"/>
        </pc:sldMkLst>
      </pc:sldChg>
      <pc:sldMasterChg chg="modSldLayout">
        <pc:chgData name="Ronnel D. Palenzuela" userId="27216d6f-a712-48da-bcb2-613e4bc945ac" providerId="ADAL" clId="{16FF8E01-DE24-0F4F-A559-943D670B7764}" dt="2024-08-14T16:14:03.102" v="1502" actId="20577"/>
        <pc:sldMasterMkLst>
          <pc:docMk/>
          <pc:sldMasterMk cId="651270159" sldId="2147483648"/>
        </pc:sldMasterMkLst>
        <pc:sldLayoutChg chg="modSp mod">
          <pc:chgData name="Ronnel D. Palenzuela" userId="27216d6f-a712-48da-bcb2-613e4bc945ac" providerId="ADAL" clId="{16FF8E01-DE24-0F4F-A559-943D670B7764}" dt="2024-08-14T16:13:56.324" v="1498" actId="20577"/>
          <pc:sldLayoutMkLst>
            <pc:docMk/>
            <pc:sldMasterMk cId="651270159" sldId="2147483648"/>
            <pc:sldLayoutMk cId="2921653432" sldId="2147483649"/>
          </pc:sldLayoutMkLst>
          <pc:spChg chg="mod">
            <ac:chgData name="Ronnel D. Palenzuela" userId="27216d6f-a712-48da-bcb2-613e4bc945ac" providerId="ADAL" clId="{16FF8E01-DE24-0F4F-A559-943D670B7764}" dt="2024-08-14T16:13:56.324" v="1498" actId="20577"/>
            <ac:spMkLst>
              <pc:docMk/>
              <pc:sldMasterMk cId="651270159" sldId="2147483648"/>
              <pc:sldLayoutMk cId="2921653432" sldId="2147483649"/>
              <ac:spMk id="14" creationId="{D0B6F2F1-CE07-6C53-35DD-423B006969A2}"/>
            </ac:spMkLst>
          </pc:spChg>
        </pc:sldLayoutChg>
        <pc:sldLayoutChg chg="modSp mod">
          <pc:chgData name="Ronnel D. Palenzuela" userId="27216d6f-a712-48da-bcb2-613e4bc945ac" providerId="ADAL" clId="{16FF8E01-DE24-0F4F-A559-943D670B7764}" dt="2024-08-14T16:13:59.827" v="1500" actId="20577"/>
          <pc:sldLayoutMkLst>
            <pc:docMk/>
            <pc:sldMasterMk cId="651270159" sldId="2147483648"/>
            <pc:sldLayoutMk cId="414239045" sldId="2147483650"/>
          </pc:sldLayoutMkLst>
          <pc:spChg chg="mod">
            <ac:chgData name="Ronnel D. Palenzuela" userId="27216d6f-a712-48da-bcb2-613e4bc945ac" providerId="ADAL" clId="{16FF8E01-DE24-0F4F-A559-943D670B7764}" dt="2024-08-14T16:13:59.827" v="1500" actId="20577"/>
            <ac:spMkLst>
              <pc:docMk/>
              <pc:sldMasterMk cId="651270159" sldId="2147483648"/>
              <pc:sldLayoutMk cId="414239045" sldId="2147483650"/>
              <ac:spMk id="8" creationId="{A20CEFFD-1670-10A5-7ED4-7F9703262EA1}"/>
            </ac:spMkLst>
          </pc:spChg>
        </pc:sldLayoutChg>
        <pc:sldLayoutChg chg="modSp mod">
          <pc:chgData name="Ronnel D. Palenzuela" userId="27216d6f-a712-48da-bcb2-613e4bc945ac" providerId="ADAL" clId="{16FF8E01-DE24-0F4F-A559-943D670B7764}" dt="2024-08-14T16:14:03.102" v="1502" actId="20577"/>
          <pc:sldLayoutMkLst>
            <pc:docMk/>
            <pc:sldMasterMk cId="651270159" sldId="2147483648"/>
            <pc:sldLayoutMk cId="2618641526" sldId="2147483653"/>
          </pc:sldLayoutMkLst>
          <pc:spChg chg="mod">
            <ac:chgData name="Ronnel D. Palenzuela" userId="27216d6f-a712-48da-bcb2-613e4bc945ac" providerId="ADAL" clId="{16FF8E01-DE24-0F4F-A559-943D670B7764}" dt="2024-08-14T16:14:03.102" v="1502" actId="20577"/>
            <ac:spMkLst>
              <pc:docMk/>
              <pc:sldMasterMk cId="651270159" sldId="2147483648"/>
              <pc:sldLayoutMk cId="2618641526" sldId="2147483653"/>
              <ac:spMk id="11" creationId="{3E084DDE-82D5-F74F-6486-DED2612274CD}"/>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A99358-0554-3345-871D-48A6BABEE3E1}" type="datetimeFigureOut">
              <a:rPr lang="en-US" smtClean="0"/>
              <a:t>8/24/25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976209C-F82F-8948-8964-C389942C0FEE}" type="slidenum">
              <a:rPr lang="en-US" smtClean="0"/>
              <a:t>‹#›</a:t>
            </a:fld>
            <a:endParaRPr lang="en-US"/>
          </a:p>
        </p:txBody>
      </p:sp>
    </p:spTree>
    <p:extLst>
      <p:ext uri="{BB962C8B-B14F-4D97-AF65-F5344CB8AC3E}">
        <p14:creationId xmlns:p14="http://schemas.microsoft.com/office/powerpoint/2010/main" val="4184017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976209C-F82F-8948-8964-C389942C0FEE}" type="slidenum">
              <a:rPr lang="en-US" smtClean="0"/>
              <a:t>1</a:t>
            </a:fld>
            <a:endParaRPr lang="en-US"/>
          </a:p>
        </p:txBody>
      </p:sp>
    </p:spTree>
    <p:extLst>
      <p:ext uri="{BB962C8B-B14F-4D97-AF65-F5344CB8AC3E}">
        <p14:creationId xmlns:p14="http://schemas.microsoft.com/office/powerpoint/2010/main" val="5085206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976209C-F82F-8948-8964-C389942C0FEE}" type="slidenum">
              <a:rPr lang="en-US" smtClean="0"/>
              <a:t>13</a:t>
            </a:fld>
            <a:endParaRPr lang="en-US"/>
          </a:p>
        </p:txBody>
      </p:sp>
    </p:spTree>
    <p:extLst>
      <p:ext uri="{BB962C8B-B14F-4D97-AF65-F5344CB8AC3E}">
        <p14:creationId xmlns:p14="http://schemas.microsoft.com/office/powerpoint/2010/main" val="7131516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976209C-F82F-8948-8964-C389942C0FEE}" type="slidenum">
              <a:rPr lang="en-US" smtClean="0"/>
              <a:t>38</a:t>
            </a:fld>
            <a:endParaRPr lang="en-US"/>
          </a:p>
        </p:txBody>
      </p:sp>
    </p:spTree>
    <p:extLst>
      <p:ext uri="{BB962C8B-B14F-4D97-AF65-F5344CB8AC3E}">
        <p14:creationId xmlns:p14="http://schemas.microsoft.com/office/powerpoint/2010/main" val="607236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976209C-F82F-8948-8964-C389942C0FEE}" type="slidenum">
              <a:rPr lang="en-US" smtClean="0"/>
              <a:t>39</a:t>
            </a:fld>
            <a:endParaRPr lang="en-US"/>
          </a:p>
        </p:txBody>
      </p:sp>
    </p:spTree>
    <p:extLst>
      <p:ext uri="{BB962C8B-B14F-4D97-AF65-F5344CB8AC3E}">
        <p14:creationId xmlns:p14="http://schemas.microsoft.com/office/powerpoint/2010/main" val="421825621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F01FD3-95FB-82F3-DBA4-05FDD70A64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70AB1D-00E0-AD7B-DF3F-28EBC31031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427AEE-E07A-BDF9-EFF0-9551FEFB008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32FF6DF-0922-978C-A09E-DE2083655E74}"/>
              </a:ext>
            </a:extLst>
          </p:cNvPr>
          <p:cNvSpPr>
            <a:spLocks noGrp="1"/>
          </p:cNvSpPr>
          <p:nvPr>
            <p:ph type="sldNum" sz="quarter" idx="5"/>
          </p:nvPr>
        </p:nvSpPr>
        <p:spPr/>
        <p:txBody>
          <a:bodyPr/>
          <a:lstStyle/>
          <a:p>
            <a:fld id="{C976209C-F82F-8948-8964-C389942C0FEE}" type="slidenum">
              <a:rPr lang="en-US" smtClean="0"/>
              <a:t>40</a:t>
            </a:fld>
            <a:endParaRPr lang="en-US"/>
          </a:p>
        </p:txBody>
      </p:sp>
    </p:spTree>
    <p:extLst>
      <p:ext uri="{BB962C8B-B14F-4D97-AF65-F5344CB8AC3E}">
        <p14:creationId xmlns:p14="http://schemas.microsoft.com/office/powerpoint/2010/main" val="408471796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7AC75F-67F0-4965-C379-31FA48C438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2B82EF-90E5-810A-B4A6-89B9989697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BE528C-784D-DEEC-EA3E-5308C3C8008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AD05C0D-7E0D-74C1-F273-4F247BF41D1C}"/>
              </a:ext>
            </a:extLst>
          </p:cNvPr>
          <p:cNvSpPr>
            <a:spLocks noGrp="1"/>
          </p:cNvSpPr>
          <p:nvPr>
            <p:ph type="sldNum" sz="quarter" idx="5"/>
          </p:nvPr>
        </p:nvSpPr>
        <p:spPr/>
        <p:txBody>
          <a:bodyPr/>
          <a:lstStyle/>
          <a:p>
            <a:fld id="{C976209C-F82F-8948-8964-C389942C0FEE}" type="slidenum">
              <a:rPr lang="en-US" smtClean="0"/>
              <a:t>41</a:t>
            </a:fld>
            <a:endParaRPr lang="en-US"/>
          </a:p>
        </p:txBody>
      </p:sp>
    </p:spTree>
    <p:extLst>
      <p:ext uri="{BB962C8B-B14F-4D97-AF65-F5344CB8AC3E}">
        <p14:creationId xmlns:p14="http://schemas.microsoft.com/office/powerpoint/2010/main" val="10271783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976209C-F82F-8948-8964-C389942C0FEE}" type="slidenum">
              <a:rPr lang="en-US" smtClean="0"/>
              <a:t>51</a:t>
            </a:fld>
            <a:endParaRPr lang="en-US"/>
          </a:p>
        </p:txBody>
      </p:sp>
    </p:spTree>
    <p:extLst>
      <p:ext uri="{BB962C8B-B14F-4D97-AF65-F5344CB8AC3E}">
        <p14:creationId xmlns:p14="http://schemas.microsoft.com/office/powerpoint/2010/main" val="22188989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62F7B2-2411-7E9A-65CF-15B274FA86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38AC41-FB86-C221-42E5-AC251C1903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6E2763-1A17-6AD4-C694-2D339BF9D41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A0371DE-FF99-4BD9-D03E-5FF3C51563BE}"/>
              </a:ext>
            </a:extLst>
          </p:cNvPr>
          <p:cNvSpPr>
            <a:spLocks noGrp="1"/>
          </p:cNvSpPr>
          <p:nvPr>
            <p:ph type="sldNum" sz="quarter" idx="5"/>
          </p:nvPr>
        </p:nvSpPr>
        <p:spPr/>
        <p:txBody>
          <a:bodyPr/>
          <a:lstStyle/>
          <a:p>
            <a:fld id="{C976209C-F82F-8948-8964-C389942C0FEE}" type="slidenum">
              <a:rPr lang="en-US" smtClean="0"/>
              <a:t>52</a:t>
            </a:fld>
            <a:endParaRPr lang="en-US"/>
          </a:p>
        </p:txBody>
      </p:sp>
    </p:spTree>
    <p:extLst>
      <p:ext uri="{BB962C8B-B14F-4D97-AF65-F5344CB8AC3E}">
        <p14:creationId xmlns:p14="http://schemas.microsoft.com/office/powerpoint/2010/main" val="42111814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1AEA10-052A-2639-0331-30CFE06C7F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0D6EBB-2D1D-7D23-8814-425B86AAAE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9B5D64-5AA0-931A-6421-24B0A48825C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267C1CC-D47D-1495-7350-4D792AAC1614}"/>
              </a:ext>
            </a:extLst>
          </p:cNvPr>
          <p:cNvSpPr>
            <a:spLocks noGrp="1"/>
          </p:cNvSpPr>
          <p:nvPr>
            <p:ph type="sldNum" sz="quarter" idx="5"/>
          </p:nvPr>
        </p:nvSpPr>
        <p:spPr/>
        <p:txBody>
          <a:bodyPr/>
          <a:lstStyle/>
          <a:p>
            <a:fld id="{C976209C-F82F-8948-8964-C389942C0FEE}" type="slidenum">
              <a:rPr lang="en-US" smtClean="0"/>
              <a:t>53</a:t>
            </a:fld>
            <a:endParaRPr lang="en-US"/>
          </a:p>
        </p:txBody>
      </p:sp>
    </p:spTree>
    <p:extLst>
      <p:ext uri="{BB962C8B-B14F-4D97-AF65-F5344CB8AC3E}">
        <p14:creationId xmlns:p14="http://schemas.microsoft.com/office/powerpoint/2010/main" val="33683600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BDA8D-8A50-529D-31D4-600991E2AB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8B835A-3D3C-5F4F-C2F3-D899110C74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FF63CE-B187-5B04-E8A7-2893E63E6B8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18C0C05-00B5-EFEE-9B87-92542D40314A}"/>
              </a:ext>
            </a:extLst>
          </p:cNvPr>
          <p:cNvSpPr>
            <a:spLocks noGrp="1"/>
          </p:cNvSpPr>
          <p:nvPr>
            <p:ph type="sldNum" sz="quarter" idx="5"/>
          </p:nvPr>
        </p:nvSpPr>
        <p:spPr/>
        <p:txBody>
          <a:bodyPr/>
          <a:lstStyle/>
          <a:p>
            <a:fld id="{C976209C-F82F-8948-8964-C389942C0FEE}" type="slidenum">
              <a:rPr lang="en-US" smtClean="0"/>
              <a:t>54</a:t>
            </a:fld>
            <a:endParaRPr lang="en-US"/>
          </a:p>
        </p:txBody>
      </p:sp>
    </p:spTree>
    <p:extLst>
      <p:ext uri="{BB962C8B-B14F-4D97-AF65-F5344CB8AC3E}">
        <p14:creationId xmlns:p14="http://schemas.microsoft.com/office/powerpoint/2010/main" val="206566586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C7B62E-7E64-A662-3DFF-BA0C0DF0F8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6F3AE1-5DF5-DF81-99BF-97F03003B6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3350E8-0CA6-B96C-4A91-A3B02C6F385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3063DF-4754-5438-45D2-C9CE3AF672CE}"/>
              </a:ext>
            </a:extLst>
          </p:cNvPr>
          <p:cNvSpPr>
            <a:spLocks noGrp="1"/>
          </p:cNvSpPr>
          <p:nvPr>
            <p:ph type="sldNum" sz="quarter" idx="5"/>
          </p:nvPr>
        </p:nvSpPr>
        <p:spPr/>
        <p:txBody>
          <a:bodyPr/>
          <a:lstStyle/>
          <a:p>
            <a:fld id="{C976209C-F82F-8948-8964-C389942C0FEE}" type="slidenum">
              <a:rPr lang="en-US" smtClean="0"/>
              <a:t>55</a:t>
            </a:fld>
            <a:endParaRPr lang="en-US"/>
          </a:p>
        </p:txBody>
      </p:sp>
    </p:spTree>
    <p:extLst>
      <p:ext uri="{BB962C8B-B14F-4D97-AF65-F5344CB8AC3E}">
        <p14:creationId xmlns:p14="http://schemas.microsoft.com/office/powerpoint/2010/main" val="2028810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452C02-BA77-6E57-3E42-A41840D0F6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5BCC26-EDEC-1112-0BFF-DC4CD2D097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0CBC2D-E1F0-244D-C0FA-EFFBE732E6F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3CCA5D4-76D3-BAE3-7F64-583D7279CB39}"/>
              </a:ext>
            </a:extLst>
          </p:cNvPr>
          <p:cNvSpPr>
            <a:spLocks noGrp="1"/>
          </p:cNvSpPr>
          <p:nvPr>
            <p:ph type="sldNum" sz="quarter" idx="5"/>
          </p:nvPr>
        </p:nvSpPr>
        <p:spPr/>
        <p:txBody>
          <a:bodyPr/>
          <a:lstStyle/>
          <a:p>
            <a:fld id="{C976209C-F82F-8948-8964-C389942C0FEE}" type="slidenum">
              <a:rPr lang="en-US" smtClean="0"/>
              <a:t>56</a:t>
            </a:fld>
            <a:endParaRPr lang="en-US"/>
          </a:p>
        </p:txBody>
      </p:sp>
    </p:spTree>
    <p:extLst>
      <p:ext uri="{BB962C8B-B14F-4D97-AF65-F5344CB8AC3E}">
        <p14:creationId xmlns:p14="http://schemas.microsoft.com/office/powerpoint/2010/main" val="150182960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6782A-559E-3CE2-1CD2-43AFAB081A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6BA6C2-5D3B-F787-5596-D47B1CE2F1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BF84B4-C16C-BB23-23F3-2F98AC9247C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4D2F90C-96C4-A963-DFB9-6CF6251AEDB8}"/>
              </a:ext>
            </a:extLst>
          </p:cNvPr>
          <p:cNvSpPr>
            <a:spLocks noGrp="1"/>
          </p:cNvSpPr>
          <p:nvPr>
            <p:ph type="sldNum" sz="quarter" idx="5"/>
          </p:nvPr>
        </p:nvSpPr>
        <p:spPr/>
        <p:txBody>
          <a:bodyPr/>
          <a:lstStyle/>
          <a:p>
            <a:fld id="{C976209C-F82F-8948-8964-C389942C0FEE}" type="slidenum">
              <a:rPr lang="en-US" smtClean="0"/>
              <a:t>57</a:t>
            </a:fld>
            <a:endParaRPr lang="en-US"/>
          </a:p>
        </p:txBody>
      </p:sp>
    </p:spTree>
    <p:extLst>
      <p:ext uri="{BB962C8B-B14F-4D97-AF65-F5344CB8AC3E}">
        <p14:creationId xmlns:p14="http://schemas.microsoft.com/office/powerpoint/2010/main" val="1266797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7F49DA-EDBA-BA95-22F8-F7855B1BCE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254D8A-5D0A-BFE3-B8EC-FD4B610140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2F3517-82AD-03F5-6D84-7D3205C43DD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A0D6E26-F91D-74D3-9BA6-823EDE6F4F12}"/>
              </a:ext>
            </a:extLst>
          </p:cNvPr>
          <p:cNvSpPr>
            <a:spLocks noGrp="1"/>
          </p:cNvSpPr>
          <p:nvPr>
            <p:ph type="sldNum" sz="quarter" idx="5"/>
          </p:nvPr>
        </p:nvSpPr>
        <p:spPr/>
        <p:txBody>
          <a:bodyPr/>
          <a:lstStyle/>
          <a:p>
            <a:fld id="{C976209C-F82F-8948-8964-C389942C0FEE}" type="slidenum">
              <a:rPr lang="en-US" smtClean="0"/>
              <a:t>58</a:t>
            </a:fld>
            <a:endParaRPr lang="en-US"/>
          </a:p>
        </p:txBody>
      </p:sp>
    </p:spTree>
    <p:extLst>
      <p:ext uri="{BB962C8B-B14F-4D97-AF65-F5344CB8AC3E}">
        <p14:creationId xmlns:p14="http://schemas.microsoft.com/office/powerpoint/2010/main" val="31433568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D7A424-0F54-A3F1-E90C-18DF9A9374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BD8439-5936-CADF-CB07-930F30C675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F790A4-4B8D-CBF9-56A5-1F40FA2E221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9C05F44-EBBD-274F-6851-45938E5BFDAD}"/>
              </a:ext>
            </a:extLst>
          </p:cNvPr>
          <p:cNvSpPr>
            <a:spLocks noGrp="1"/>
          </p:cNvSpPr>
          <p:nvPr>
            <p:ph type="sldNum" sz="quarter" idx="5"/>
          </p:nvPr>
        </p:nvSpPr>
        <p:spPr/>
        <p:txBody>
          <a:bodyPr/>
          <a:lstStyle/>
          <a:p>
            <a:fld id="{C976209C-F82F-8948-8964-C389942C0FEE}" type="slidenum">
              <a:rPr lang="en-US" smtClean="0"/>
              <a:t>59</a:t>
            </a:fld>
            <a:endParaRPr lang="en-US"/>
          </a:p>
        </p:txBody>
      </p:sp>
    </p:spTree>
    <p:extLst>
      <p:ext uri="{BB962C8B-B14F-4D97-AF65-F5344CB8AC3E}">
        <p14:creationId xmlns:p14="http://schemas.microsoft.com/office/powerpoint/2010/main" val="30476617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EA769-6AF2-04DD-267F-075AF43823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C754FF-FC02-E91D-96BC-5580C4E5E7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F6DF5B-A396-2290-7E6C-89276C2D200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383AF63-E99E-436F-F584-9315FC8793A6}"/>
              </a:ext>
            </a:extLst>
          </p:cNvPr>
          <p:cNvSpPr>
            <a:spLocks noGrp="1"/>
          </p:cNvSpPr>
          <p:nvPr>
            <p:ph type="sldNum" sz="quarter" idx="5"/>
          </p:nvPr>
        </p:nvSpPr>
        <p:spPr/>
        <p:txBody>
          <a:bodyPr/>
          <a:lstStyle/>
          <a:p>
            <a:fld id="{C976209C-F82F-8948-8964-C389942C0FEE}" type="slidenum">
              <a:rPr lang="en-US" smtClean="0"/>
              <a:t>60</a:t>
            </a:fld>
            <a:endParaRPr lang="en-US"/>
          </a:p>
        </p:txBody>
      </p:sp>
    </p:spTree>
    <p:extLst>
      <p:ext uri="{BB962C8B-B14F-4D97-AF65-F5344CB8AC3E}">
        <p14:creationId xmlns:p14="http://schemas.microsoft.com/office/powerpoint/2010/main" val="309421254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94DD1-4687-A32B-3B8A-663754B40A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AFA4CD-5C4B-BD4A-D031-EF60C2756A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43ED60-8B71-FCF7-52B8-5E3A761A67D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21BB960-3247-9E0A-0A93-E03214F81CBF}"/>
              </a:ext>
            </a:extLst>
          </p:cNvPr>
          <p:cNvSpPr>
            <a:spLocks noGrp="1"/>
          </p:cNvSpPr>
          <p:nvPr>
            <p:ph type="sldNum" sz="quarter" idx="5"/>
          </p:nvPr>
        </p:nvSpPr>
        <p:spPr/>
        <p:txBody>
          <a:bodyPr/>
          <a:lstStyle/>
          <a:p>
            <a:fld id="{C976209C-F82F-8948-8964-C389942C0FEE}" type="slidenum">
              <a:rPr lang="en-US" smtClean="0"/>
              <a:t>61</a:t>
            </a:fld>
            <a:endParaRPr lang="en-US"/>
          </a:p>
        </p:txBody>
      </p:sp>
    </p:spTree>
    <p:extLst>
      <p:ext uri="{BB962C8B-B14F-4D97-AF65-F5344CB8AC3E}">
        <p14:creationId xmlns:p14="http://schemas.microsoft.com/office/powerpoint/2010/main" val="116927369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305D74-8014-82FD-2398-576DB9C261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A707A2-901C-6E25-B95D-F4ED311C19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C392CC-1A46-C13C-F764-6F28148300C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ED224B9-CCC3-5B27-86AF-50C9AE7A1FBB}"/>
              </a:ext>
            </a:extLst>
          </p:cNvPr>
          <p:cNvSpPr>
            <a:spLocks noGrp="1"/>
          </p:cNvSpPr>
          <p:nvPr>
            <p:ph type="sldNum" sz="quarter" idx="5"/>
          </p:nvPr>
        </p:nvSpPr>
        <p:spPr/>
        <p:txBody>
          <a:bodyPr/>
          <a:lstStyle/>
          <a:p>
            <a:fld id="{C976209C-F82F-8948-8964-C389942C0FEE}" type="slidenum">
              <a:rPr lang="en-US" smtClean="0"/>
              <a:t>62</a:t>
            </a:fld>
            <a:endParaRPr lang="en-US"/>
          </a:p>
        </p:txBody>
      </p:sp>
    </p:spTree>
    <p:extLst>
      <p:ext uri="{BB962C8B-B14F-4D97-AF65-F5344CB8AC3E}">
        <p14:creationId xmlns:p14="http://schemas.microsoft.com/office/powerpoint/2010/main" val="404340394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1E9799-3D47-677B-E6B3-59B3C4C18C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EA7519-32DC-BB7C-3C67-4C60EA3EF9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D3BE3A-D601-24A9-336B-393F4A7373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E288E11-DE41-73D3-97DC-22D49157EAFA}"/>
              </a:ext>
            </a:extLst>
          </p:cNvPr>
          <p:cNvSpPr>
            <a:spLocks noGrp="1"/>
          </p:cNvSpPr>
          <p:nvPr>
            <p:ph type="sldNum" sz="quarter" idx="5"/>
          </p:nvPr>
        </p:nvSpPr>
        <p:spPr/>
        <p:txBody>
          <a:bodyPr/>
          <a:lstStyle/>
          <a:p>
            <a:fld id="{C976209C-F82F-8948-8964-C389942C0FEE}" type="slidenum">
              <a:rPr lang="en-US" smtClean="0"/>
              <a:t>63</a:t>
            </a:fld>
            <a:endParaRPr lang="en-US"/>
          </a:p>
        </p:txBody>
      </p:sp>
    </p:spTree>
    <p:extLst>
      <p:ext uri="{BB962C8B-B14F-4D97-AF65-F5344CB8AC3E}">
        <p14:creationId xmlns:p14="http://schemas.microsoft.com/office/powerpoint/2010/main" val="114189311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370DE1-F2D2-B01E-994B-B077EC05D5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6C60E6-1BC9-3569-E898-AC358E342B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415D96-C997-715C-EED1-3EE8BC84E3E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A32A9C-2302-161F-DF2A-A4823C9D5FE5}"/>
              </a:ext>
            </a:extLst>
          </p:cNvPr>
          <p:cNvSpPr>
            <a:spLocks noGrp="1"/>
          </p:cNvSpPr>
          <p:nvPr>
            <p:ph type="sldNum" sz="quarter" idx="5"/>
          </p:nvPr>
        </p:nvSpPr>
        <p:spPr/>
        <p:txBody>
          <a:bodyPr/>
          <a:lstStyle/>
          <a:p>
            <a:fld id="{C976209C-F82F-8948-8964-C389942C0FEE}" type="slidenum">
              <a:rPr lang="en-US" smtClean="0"/>
              <a:t>64</a:t>
            </a:fld>
            <a:endParaRPr lang="en-US"/>
          </a:p>
        </p:txBody>
      </p:sp>
    </p:spTree>
    <p:extLst>
      <p:ext uri="{BB962C8B-B14F-4D97-AF65-F5344CB8AC3E}">
        <p14:creationId xmlns:p14="http://schemas.microsoft.com/office/powerpoint/2010/main" val="296827693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976209C-F82F-8948-8964-C389942C0FEE}" type="slidenum">
              <a:rPr lang="en-US" smtClean="0"/>
              <a:t>69</a:t>
            </a:fld>
            <a:endParaRPr lang="en-US"/>
          </a:p>
        </p:txBody>
      </p:sp>
    </p:spTree>
    <p:extLst>
      <p:ext uri="{BB962C8B-B14F-4D97-AF65-F5344CB8AC3E}">
        <p14:creationId xmlns:p14="http://schemas.microsoft.com/office/powerpoint/2010/main" val="309948549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0908E-6374-761D-350E-5693C25F40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FAAD19-983F-3C48-1398-0DE7B26456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457297-F2FB-CBFE-5DD6-3F63B73D9B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0F069C-5CCB-B021-236D-34770A138F80}"/>
              </a:ext>
            </a:extLst>
          </p:cNvPr>
          <p:cNvSpPr>
            <a:spLocks noGrp="1"/>
          </p:cNvSpPr>
          <p:nvPr>
            <p:ph type="sldNum" sz="quarter" idx="5"/>
          </p:nvPr>
        </p:nvSpPr>
        <p:spPr/>
        <p:txBody>
          <a:bodyPr/>
          <a:lstStyle/>
          <a:p>
            <a:fld id="{C976209C-F82F-8948-8964-C389942C0FEE}" type="slidenum">
              <a:rPr lang="en-US" smtClean="0"/>
              <a:t>70</a:t>
            </a:fld>
            <a:endParaRPr lang="en-US"/>
          </a:p>
        </p:txBody>
      </p:sp>
    </p:spTree>
    <p:extLst>
      <p:ext uri="{BB962C8B-B14F-4D97-AF65-F5344CB8AC3E}">
        <p14:creationId xmlns:p14="http://schemas.microsoft.com/office/powerpoint/2010/main" val="162474139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F665B-7B7F-54EB-7EBF-3FC506A899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CF3E83-987C-12A1-4CBC-7B9A5B4302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4E2F7D-2F21-1F26-9CCB-A1ED7DE435F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14C2828-3CE1-AF99-198A-9AD8239F6FB4}"/>
              </a:ext>
            </a:extLst>
          </p:cNvPr>
          <p:cNvSpPr>
            <a:spLocks noGrp="1"/>
          </p:cNvSpPr>
          <p:nvPr>
            <p:ph type="sldNum" sz="quarter" idx="5"/>
          </p:nvPr>
        </p:nvSpPr>
        <p:spPr/>
        <p:txBody>
          <a:bodyPr/>
          <a:lstStyle/>
          <a:p>
            <a:fld id="{C976209C-F82F-8948-8964-C389942C0FEE}" type="slidenum">
              <a:rPr lang="en-US" smtClean="0"/>
              <a:t>78</a:t>
            </a:fld>
            <a:endParaRPr lang="en-US"/>
          </a:p>
        </p:txBody>
      </p:sp>
    </p:spTree>
    <p:extLst>
      <p:ext uri="{BB962C8B-B14F-4D97-AF65-F5344CB8AC3E}">
        <p14:creationId xmlns:p14="http://schemas.microsoft.com/office/powerpoint/2010/main" val="71948086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2342B-A8D1-C67B-A9E8-687E0803E0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11009C-84C5-8654-FFAC-5914AA8DAE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324220-5804-FBD5-005E-4E673125387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D583839-6509-0479-0590-EE0AF6F1242A}"/>
              </a:ext>
            </a:extLst>
          </p:cNvPr>
          <p:cNvSpPr>
            <a:spLocks noGrp="1"/>
          </p:cNvSpPr>
          <p:nvPr>
            <p:ph type="sldNum" sz="quarter" idx="5"/>
          </p:nvPr>
        </p:nvSpPr>
        <p:spPr/>
        <p:txBody>
          <a:bodyPr/>
          <a:lstStyle/>
          <a:p>
            <a:fld id="{C976209C-F82F-8948-8964-C389942C0FEE}" type="slidenum">
              <a:rPr lang="en-US" smtClean="0"/>
              <a:t>79</a:t>
            </a:fld>
            <a:endParaRPr lang="en-US"/>
          </a:p>
        </p:txBody>
      </p:sp>
    </p:spTree>
    <p:extLst>
      <p:ext uri="{BB962C8B-B14F-4D97-AF65-F5344CB8AC3E}">
        <p14:creationId xmlns:p14="http://schemas.microsoft.com/office/powerpoint/2010/main" val="180577317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0535A-7330-7661-164D-031B9BE09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29B023-A46B-65C0-8026-49A86E1C6D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5A270C-8813-C446-AAD7-93327B598BF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9BD4CC5-7D23-7309-A0E4-D54275BFAC80}"/>
              </a:ext>
            </a:extLst>
          </p:cNvPr>
          <p:cNvSpPr>
            <a:spLocks noGrp="1"/>
          </p:cNvSpPr>
          <p:nvPr>
            <p:ph type="sldNum" sz="quarter" idx="5"/>
          </p:nvPr>
        </p:nvSpPr>
        <p:spPr/>
        <p:txBody>
          <a:bodyPr/>
          <a:lstStyle/>
          <a:p>
            <a:fld id="{C976209C-F82F-8948-8964-C389942C0FEE}" type="slidenum">
              <a:rPr lang="en-US" smtClean="0"/>
              <a:t>80</a:t>
            </a:fld>
            <a:endParaRPr lang="en-US"/>
          </a:p>
        </p:txBody>
      </p:sp>
    </p:spTree>
    <p:extLst>
      <p:ext uri="{BB962C8B-B14F-4D97-AF65-F5344CB8AC3E}">
        <p14:creationId xmlns:p14="http://schemas.microsoft.com/office/powerpoint/2010/main" val="203316614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B0387-65A8-91DA-AC49-70891B10EB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4FAB01-4DCB-04E9-419A-C16C84FF7C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4F5FA6-FCD9-26C7-3068-50D9BD4F0CF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6E3E486-D352-6BE3-D47D-FA8D07F223B7}"/>
              </a:ext>
            </a:extLst>
          </p:cNvPr>
          <p:cNvSpPr>
            <a:spLocks noGrp="1"/>
          </p:cNvSpPr>
          <p:nvPr>
            <p:ph type="sldNum" sz="quarter" idx="5"/>
          </p:nvPr>
        </p:nvSpPr>
        <p:spPr/>
        <p:txBody>
          <a:bodyPr/>
          <a:lstStyle/>
          <a:p>
            <a:fld id="{C976209C-F82F-8948-8964-C389942C0FEE}" type="slidenum">
              <a:rPr lang="en-US" smtClean="0"/>
              <a:t>81</a:t>
            </a:fld>
            <a:endParaRPr lang="en-US"/>
          </a:p>
        </p:txBody>
      </p:sp>
    </p:spTree>
    <p:extLst>
      <p:ext uri="{BB962C8B-B14F-4D97-AF65-F5344CB8AC3E}">
        <p14:creationId xmlns:p14="http://schemas.microsoft.com/office/powerpoint/2010/main" val="202163326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9B4727-F732-44D5-B927-5317E5B7B0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557C0B-DC54-A726-091B-DE57FE3A06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5A9832-968B-FBA6-1D2C-B18792AEEEF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2DC87E6-A51A-DBC1-A3D0-C35D8B4732B3}"/>
              </a:ext>
            </a:extLst>
          </p:cNvPr>
          <p:cNvSpPr>
            <a:spLocks noGrp="1"/>
          </p:cNvSpPr>
          <p:nvPr>
            <p:ph type="sldNum" sz="quarter" idx="5"/>
          </p:nvPr>
        </p:nvSpPr>
        <p:spPr/>
        <p:txBody>
          <a:bodyPr/>
          <a:lstStyle/>
          <a:p>
            <a:fld id="{C976209C-F82F-8948-8964-C389942C0FEE}" type="slidenum">
              <a:rPr lang="en-US" smtClean="0"/>
              <a:t>82</a:t>
            </a:fld>
            <a:endParaRPr lang="en-US"/>
          </a:p>
        </p:txBody>
      </p:sp>
    </p:spTree>
    <p:extLst>
      <p:ext uri="{BB962C8B-B14F-4D97-AF65-F5344CB8AC3E}">
        <p14:creationId xmlns:p14="http://schemas.microsoft.com/office/powerpoint/2010/main" val="428769707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99D1A4-F642-9D58-7AF0-8D904A1394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C8510A-D3D8-F5F3-D81E-0EE448DEA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35733D-11DD-0C05-253C-16453580FD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B132A7-15FA-399F-A3AE-0CDDEAB07128}"/>
              </a:ext>
            </a:extLst>
          </p:cNvPr>
          <p:cNvSpPr>
            <a:spLocks noGrp="1"/>
          </p:cNvSpPr>
          <p:nvPr>
            <p:ph type="sldNum" sz="quarter" idx="5"/>
          </p:nvPr>
        </p:nvSpPr>
        <p:spPr/>
        <p:txBody>
          <a:bodyPr/>
          <a:lstStyle/>
          <a:p>
            <a:fld id="{C976209C-F82F-8948-8964-C389942C0FEE}" type="slidenum">
              <a:rPr lang="en-US" smtClean="0"/>
              <a:t>87</a:t>
            </a:fld>
            <a:endParaRPr lang="en-US"/>
          </a:p>
        </p:txBody>
      </p:sp>
    </p:spTree>
    <p:extLst>
      <p:ext uri="{BB962C8B-B14F-4D97-AF65-F5344CB8AC3E}">
        <p14:creationId xmlns:p14="http://schemas.microsoft.com/office/powerpoint/2010/main" val="52383959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17D4EB-A150-B268-69BE-52A42B05C3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3A3B17-2956-EA45-292F-26BE0B8F04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5BA762-49F5-9B83-CFB1-A3C4EC352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C1474F5-7421-B233-57B1-7AC9738EEF5E}"/>
              </a:ext>
            </a:extLst>
          </p:cNvPr>
          <p:cNvSpPr>
            <a:spLocks noGrp="1"/>
          </p:cNvSpPr>
          <p:nvPr>
            <p:ph type="sldNum" sz="quarter" idx="5"/>
          </p:nvPr>
        </p:nvSpPr>
        <p:spPr/>
        <p:txBody>
          <a:bodyPr/>
          <a:lstStyle/>
          <a:p>
            <a:fld id="{C976209C-F82F-8948-8964-C389942C0FEE}" type="slidenum">
              <a:rPr lang="en-US" smtClean="0"/>
              <a:t>88</a:t>
            </a:fld>
            <a:endParaRPr lang="en-US"/>
          </a:p>
        </p:txBody>
      </p:sp>
    </p:spTree>
    <p:extLst>
      <p:ext uri="{BB962C8B-B14F-4D97-AF65-F5344CB8AC3E}">
        <p14:creationId xmlns:p14="http://schemas.microsoft.com/office/powerpoint/2010/main" val="161586305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A1982-4350-EFF1-713F-266CC2ED7A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665B6A-A5D4-1A73-F1AB-428CCD9E22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9BF661-5099-2E73-C97F-CFF8B2AC411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2CF16C-98B3-3F54-E7C5-14EF462EF669}"/>
              </a:ext>
            </a:extLst>
          </p:cNvPr>
          <p:cNvSpPr>
            <a:spLocks noGrp="1"/>
          </p:cNvSpPr>
          <p:nvPr>
            <p:ph type="sldNum" sz="quarter" idx="5"/>
          </p:nvPr>
        </p:nvSpPr>
        <p:spPr/>
        <p:txBody>
          <a:bodyPr/>
          <a:lstStyle/>
          <a:p>
            <a:fld id="{C976209C-F82F-8948-8964-C389942C0FEE}" type="slidenum">
              <a:rPr lang="en-US" smtClean="0"/>
              <a:t>89</a:t>
            </a:fld>
            <a:endParaRPr lang="en-US"/>
          </a:p>
        </p:txBody>
      </p:sp>
    </p:spTree>
    <p:extLst>
      <p:ext uri="{BB962C8B-B14F-4D97-AF65-F5344CB8AC3E}">
        <p14:creationId xmlns:p14="http://schemas.microsoft.com/office/powerpoint/2010/main" val="259044197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BB12AB-4970-9C7C-E807-E4E4B41BD9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CA94FD-4AFB-7389-BB13-88D01AA3F1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600B6E-3D9D-CC10-9920-02A9839BD5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0538ED9-088C-3B2E-221A-74A71E16845B}"/>
              </a:ext>
            </a:extLst>
          </p:cNvPr>
          <p:cNvSpPr>
            <a:spLocks noGrp="1"/>
          </p:cNvSpPr>
          <p:nvPr>
            <p:ph type="sldNum" sz="quarter" idx="5"/>
          </p:nvPr>
        </p:nvSpPr>
        <p:spPr/>
        <p:txBody>
          <a:bodyPr/>
          <a:lstStyle/>
          <a:p>
            <a:fld id="{C976209C-F82F-8948-8964-C389942C0FEE}" type="slidenum">
              <a:rPr lang="en-US" smtClean="0"/>
              <a:t>90</a:t>
            </a:fld>
            <a:endParaRPr lang="en-US"/>
          </a:p>
        </p:txBody>
      </p:sp>
    </p:spTree>
    <p:extLst>
      <p:ext uri="{BB962C8B-B14F-4D97-AF65-F5344CB8AC3E}">
        <p14:creationId xmlns:p14="http://schemas.microsoft.com/office/powerpoint/2010/main" val="151639926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C47A1C-F7CE-1DFC-1DD4-CFAD229EB1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9A72D0-AA72-E253-F175-2974F88ED9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F84464-61BC-BEF6-2543-B2B09D76109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14D2E31-7EEB-3E41-6AD4-CD00BF76B6F3}"/>
              </a:ext>
            </a:extLst>
          </p:cNvPr>
          <p:cNvSpPr>
            <a:spLocks noGrp="1"/>
          </p:cNvSpPr>
          <p:nvPr>
            <p:ph type="sldNum" sz="quarter" idx="5"/>
          </p:nvPr>
        </p:nvSpPr>
        <p:spPr/>
        <p:txBody>
          <a:bodyPr/>
          <a:lstStyle/>
          <a:p>
            <a:fld id="{C976209C-F82F-8948-8964-C389942C0FEE}" type="slidenum">
              <a:rPr lang="en-US" smtClean="0"/>
              <a:t>91</a:t>
            </a:fld>
            <a:endParaRPr lang="en-US"/>
          </a:p>
        </p:txBody>
      </p:sp>
    </p:spTree>
    <p:extLst>
      <p:ext uri="{BB962C8B-B14F-4D97-AF65-F5344CB8AC3E}">
        <p14:creationId xmlns:p14="http://schemas.microsoft.com/office/powerpoint/2010/main" val="136217278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A1421-806F-4807-D0AF-432B5E5BA6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9B80E7-A145-5C38-E64B-AA4E897F84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F02A72-A416-BB96-5019-8354B1F6E6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50CB0D2-E00C-AEF0-F293-2DC525725169}"/>
              </a:ext>
            </a:extLst>
          </p:cNvPr>
          <p:cNvSpPr>
            <a:spLocks noGrp="1"/>
          </p:cNvSpPr>
          <p:nvPr>
            <p:ph type="sldNum" sz="quarter" idx="5"/>
          </p:nvPr>
        </p:nvSpPr>
        <p:spPr/>
        <p:txBody>
          <a:bodyPr/>
          <a:lstStyle/>
          <a:p>
            <a:fld id="{C976209C-F82F-8948-8964-C389942C0FEE}" type="slidenum">
              <a:rPr lang="en-US" smtClean="0"/>
              <a:t>98</a:t>
            </a:fld>
            <a:endParaRPr lang="en-US"/>
          </a:p>
        </p:txBody>
      </p:sp>
    </p:spTree>
    <p:extLst>
      <p:ext uri="{BB962C8B-B14F-4D97-AF65-F5344CB8AC3E}">
        <p14:creationId xmlns:p14="http://schemas.microsoft.com/office/powerpoint/2010/main" val="60146178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E0652E-086D-49EB-3F77-A1FEA6BC61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B7907C-85B2-7620-514D-F64FCF0580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CF2E41-EBA1-8FF3-A4E4-1837167F3D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518FDBF-1DF8-C5DA-A3E8-7D51FDD8772E}"/>
              </a:ext>
            </a:extLst>
          </p:cNvPr>
          <p:cNvSpPr>
            <a:spLocks noGrp="1"/>
          </p:cNvSpPr>
          <p:nvPr>
            <p:ph type="sldNum" sz="quarter" idx="5"/>
          </p:nvPr>
        </p:nvSpPr>
        <p:spPr/>
        <p:txBody>
          <a:bodyPr/>
          <a:lstStyle/>
          <a:p>
            <a:fld id="{C976209C-F82F-8948-8964-C389942C0FEE}" type="slidenum">
              <a:rPr lang="en-US" smtClean="0"/>
              <a:t>99</a:t>
            </a:fld>
            <a:endParaRPr lang="en-US"/>
          </a:p>
        </p:txBody>
      </p:sp>
    </p:spTree>
    <p:extLst>
      <p:ext uri="{BB962C8B-B14F-4D97-AF65-F5344CB8AC3E}">
        <p14:creationId xmlns:p14="http://schemas.microsoft.com/office/powerpoint/2010/main" val="245943081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518C90-2B58-0730-7E82-E8B7473A49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BA29E0-9E47-CA2A-6B58-2D92C193E1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11BB14-AB14-2B9E-2137-D074DAC2395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5C42A9-A587-21C4-CA62-6739551A85F7}"/>
              </a:ext>
            </a:extLst>
          </p:cNvPr>
          <p:cNvSpPr>
            <a:spLocks noGrp="1"/>
          </p:cNvSpPr>
          <p:nvPr>
            <p:ph type="sldNum" sz="quarter" idx="5"/>
          </p:nvPr>
        </p:nvSpPr>
        <p:spPr/>
        <p:txBody>
          <a:bodyPr/>
          <a:lstStyle/>
          <a:p>
            <a:fld id="{C976209C-F82F-8948-8964-C389942C0FEE}" type="slidenum">
              <a:rPr lang="en-US" smtClean="0"/>
              <a:t>100</a:t>
            </a:fld>
            <a:endParaRPr lang="en-US"/>
          </a:p>
        </p:txBody>
      </p:sp>
    </p:spTree>
    <p:extLst>
      <p:ext uri="{BB962C8B-B14F-4D97-AF65-F5344CB8AC3E}">
        <p14:creationId xmlns:p14="http://schemas.microsoft.com/office/powerpoint/2010/main" val="286718512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ED96A-5F35-C0D7-D1A6-43258B6373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71916E-88D1-A804-0552-94457CAE7D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F4F0E4-9A70-BA58-E78C-5B46C2B63C6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454352-C178-9CB7-AE2F-B9BF630B6C56}"/>
              </a:ext>
            </a:extLst>
          </p:cNvPr>
          <p:cNvSpPr>
            <a:spLocks noGrp="1"/>
          </p:cNvSpPr>
          <p:nvPr>
            <p:ph type="sldNum" sz="quarter" idx="5"/>
          </p:nvPr>
        </p:nvSpPr>
        <p:spPr/>
        <p:txBody>
          <a:bodyPr/>
          <a:lstStyle/>
          <a:p>
            <a:fld id="{C976209C-F82F-8948-8964-C389942C0FEE}" type="slidenum">
              <a:rPr lang="en-US" smtClean="0"/>
              <a:t>106</a:t>
            </a:fld>
            <a:endParaRPr lang="en-US"/>
          </a:p>
        </p:txBody>
      </p:sp>
    </p:spTree>
    <p:extLst>
      <p:ext uri="{BB962C8B-B14F-4D97-AF65-F5344CB8AC3E}">
        <p14:creationId xmlns:p14="http://schemas.microsoft.com/office/powerpoint/2010/main" val="409186576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E20D44-3F5C-23AF-D05D-850330AD2D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805879-789C-9049-0B6F-FADE2B2E15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927C73-D024-C751-4421-65ADAB799A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9A504AA-9CCB-80A0-8E10-E57BB8396AE4}"/>
              </a:ext>
            </a:extLst>
          </p:cNvPr>
          <p:cNvSpPr>
            <a:spLocks noGrp="1"/>
          </p:cNvSpPr>
          <p:nvPr>
            <p:ph type="sldNum" sz="quarter" idx="5"/>
          </p:nvPr>
        </p:nvSpPr>
        <p:spPr/>
        <p:txBody>
          <a:bodyPr/>
          <a:lstStyle/>
          <a:p>
            <a:fld id="{C976209C-F82F-8948-8964-C389942C0FEE}" type="slidenum">
              <a:rPr lang="en-US" smtClean="0"/>
              <a:t>107</a:t>
            </a:fld>
            <a:endParaRPr lang="en-US"/>
          </a:p>
        </p:txBody>
      </p:sp>
    </p:spTree>
    <p:extLst>
      <p:ext uri="{BB962C8B-B14F-4D97-AF65-F5344CB8AC3E}">
        <p14:creationId xmlns:p14="http://schemas.microsoft.com/office/powerpoint/2010/main" val="288495777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BA9B7E-F6A2-B75C-1925-23E27E051F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E026A1-B705-916A-BA0C-975923FFC4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2D64C3-3DF8-A185-D4DC-A9C7E83C217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830650D-E907-5B84-DA3D-EBB6E0875D89}"/>
              </a:ext>
            </a:extLst>
          </p:cNvPr>
          <p:cNvSpPr>
            <a:spLocks noGrp="1"/>
          </p:cNvSpPr>
          <p:nvPr>
            <p:ph type="sldNum" sz="quarter" idx="5"/>
          </p:nvPr>
        </p:nvSpPr>
        <p:spPr/>
        <p:txBody>
          <a:bodyPr/>
          <a:lstStyle/>
          <a:p>
            <a:fld id="{C976209C-F82F-8948-8964-C389942C0FEE}" type="slidenum">
              <a:rPr lang="en-US" smtClean="0"/>
              <a:t>108</a:t>
            </a:fld>
            <a:endParaRPr lang="en-US"/>
          </a:p>
        </p:txBody>
      </p:sp>
    </p:spTree>
    <p:extLst>
      <p:ext uri="{BB962C8B-B14F-4D97-AF65-F5344CB8AC3E}">
        <p14:creationId xmlns:p14="http://schemas.microsoft.com/office/powerpoint/2010/main" val="284436675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65D1AA-4224-E37C-61B7-E327E14243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56D85F-61BA-46FF-D422-AAC9A17EB7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BE93DF-2805-DA0D-C5FD-8D8FC9D696B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D47F2E-CFB3-3AD1-7589-B28235A32196}"/>
              </a:ext>
            </a:extLst>
          </p:cNvPr>
          <p:cNvSpPr>
            <a:spLocks noGrp="1"/>
          </p:cNvSpPr>
          <p:nvPr>
            <p:ph type="sldNum" sz="quarter" idx="5"/>
          </p:nvPr>
        </p:nvSpPr>
        <p:spPr/>
        <p:txBody>
          <a:bodyPr/>
          <a:lstStyle/>
          <a:p>
            <a:fld id="{C976209C-F82F-8948-8964-C389942C0FEE}" type="slidenum">
              <a:rPr lang="en-US" smtClean="0"/>
              <a:t>109</a:t>
            </a:fld>
            <a:endParaRPr lang="en-US"/>
          </a:p>
        </p:txBody>
      </p:sp>
    </p:spTree>
    <p:extLst>
      <p:ext uri="{BB962C8B-B14F-4D97-AF65-F5344CB8AC3E}">
        <p14:creationId xmlns:p14="http://schemas.microsoft.com/office/powerpoint/2010/main" val="260790931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AC0E89-6A18-1AB8-6843-80D432DD4B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5C20D6-2348-E452-8C1E-8223E0EA0A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04DD15-C65F-9294-EFC9-127499AD9E2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C146FD-EF24-645F-15DF-46B7E48C6C8B}"/>
              </a:ext>
            </a:extLst>
          </p:cNvPr>
          <p:cNvSpPr>
            <a:spLocks noGrp="1"/>
          </p:cNvSpPr>
          <p:nvPr>
            <p:ph type="sldNum" sz="quarter" idx="5"/>
          </p:nvPr>
        </p:nvSpPr>
        <p:spPr/>
        <p:txBody>
          <a:bodyPr/>
          <a:lstStyle/>
          <a:p>
            <a:fld id="{C976209C-F82F-8948-8964-C389942C0FEE}" type="slidenum">
              <a:rPr lang="en-US" smtClean="0"/>
              <a:t>111</a:t>
            </a:fld>
            <a:endParaRPr lang="en-US"/>
          </a:p>
        </p:txBody>
      </p:sp>
    </p:spTree>
    <p:extLst>
      <p:ext uri="{BB962C8B-B14F-4D97-AF65-F5344CB8AC3E}">
        <p14:creationId xmlns:p14="http://schemas.microsoft.com/office/powerpoint/2010/main" val="143844112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2745E-9A21-1A28-8190-23C61CE249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D8E4F7-B2B9-99FF-AFC6-896564C293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945847-4EF1-5586-CB0A-1C153A8826E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0675071-05BD-22C7-D56B-D76876BAC62A}"/>
              </a:ext>
            </a:extLst>
          </p:cNvPr>
          <p:cNvSpPr>
            <a:spLocks noGrp="1"/>
          </p:cNvSpPr>
          <p:nvPr>
            <p:ph type="sldNum" sz="quarter" idx="5"/>
          </p:nvPr>
        </p:nvSpPr>
        <p:spPr/>
        <p:txBody>
          <a:bodyPr/>
          <a:lstStyle/>
          <a:p>
            <a:fld id="{C976209C-F82F-8948-8964-C389942C0FEE}" type="slidenum">
              <a:rPr lang="en-US" smtClean="0"/>
              <a:t>112</a:t>
            </a:fld>
            <a:endParaRPr lang="en-US"/>
          </a:p>
        </p:txBody>
      </p:sp>
    </p:spTree>
    <p:extLst>
      <p:ext uri="{BB962C8B-B14F-4D97-AF65-F5344CB8AC3E}">
        <p14:creationId xmlns:p14="http://schemas.microsoft.com/office/powerpoint/2010/main" val="266287910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50591C-767C-5857-8710-738C38D99D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806609-817F-6561-7EDD-0A625E0B00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496165-0239-7884-5FC9-1CC1D30F7E8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F7DD998-7C4A-A65A-8F5D-6315EF2CE59E}"/>
              </a:ext>
            </a:extLst>
          </p:cNvPr>
          <p:cNvSpPr>
            <a:spLocks noGrp="1"/>
          </p:cNvSpPr>
          <p:nvPr>
            <p:ph type="sldNum" sz="quarter" idx="5"/>
          </p:nvPr>
        </p:nvSpPr>
        <p:spPr/>
        <p:txBody>
          <a:bodyPr/>
          <a:lstStyle/>
          <a:p>
            <a:fld id="{C976209C-F82F-8948-8964-C389942C0FEE}" type="slidenum">
              <a:rPr lang="en-US" smtClean="0"/>
              <a:t>113</a:t>
            </a:fld>
            <a:endParaRPr lang="en-US"/>
          </a:p>
        </p:txBody>
      </p:sp>
    </p:spTree>
    <p:extLst>
      <p:ext uri="{BB962C8B-B14F-4D97-AF65-F5344CB8AC3E}">
        <p14:creationId xmlns:p14="http://schemas.microsoft.com/office/powerpoint/2010/main" val="343093874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EA1708-F97B-C5DD-A1CF-1334B8D39F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791630-CF80-1CCA-879C-A95B07EC56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4FF690-A5F3-155C-6BB8-65C992CFA64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E981F2C-4D64-5679-C105-62A70913297C}"/>
              </a:ext>
            </a:extLst>
          </p:cNvPr>
          <p:cNvSpPr>
            <a:spLocks noGrp="1"/>
          </p:cNvSpPr>
          <p:nvPr>
            <p:ph type="sldNum" sz="quarter" idx="5"/>
          </p:nvPr>
        </p:nvSpPr>
        <p:spPr/>
        <p:txBody>
          <a:bodyPr/>
          <a:lstStyle/>
          <a:p>
            <a:fld id="{C976209C-F82F-8948-8964-C389942C0FEE}" type="slidenum">
              <a:rPr lang="en-US" smtClean="0"/>
              <a:t>114</a:t>
            </a:fld>
            <a:endParaRPr lang="en-US"/>
          </a:p>
        </p:txBody>
      </p:sp>
    </p:spTree>
    <p:extLst>
      <p:ext uri="{BB962C8B-B14F-4D97-AF65-F5344CB8AC3E}">
        <p14:creationId xmlns:p14="http://schemas.microsoft.com/office/powerpoint/2010/main" val="144629117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0ABA2-F050-76BB-E4A9-9A1817A308D8}"/>
              </a:ext>
            </a:extLst>
          </p:cNvPr>
          <p:cNvSpPr>
            <a:spLocks noGrp="1"/>
          </p:cNvSpPr>
          <p:nvPr>
            <p:ph type="ctrTitle" hasCustomPrompt="1"/>
          </p:nvPr>
        </p:nvSpPr>
        <p:spPr>
          <a:xfrm>
            <a:off x="1524000" y="1122363"/>
            <a:ext cx="9144000" cy="2387600"/>
          </a:xfrm>
        </p:spPr>
        <p:txBody>
          <a:bodyPr anchor="b"/>
          <a:lstStyle>
            <a:lvl1pPr algn="ctr">
              <a:defRPr sz="6000"/>
            </a:lvl1pPr>
          </a:lstStyle>
          <a:p>
            <a:r>
              <a:rPr lang="en-US" dirty="0"/>
              <a:t>Lesson 1</a:t>
            </a:r>
          </a:p>
        </p:txBody>
      </p:sp>
      <p:sp>
        <p:nvSpPr>
          <p:cNvPr id="3" name="Subtitle 2">
            <a:extLst>
              <a:ext uri="{FF2B5EF4-FFF2-40B4-BE49-F238E27FC236}">
                <a16:creationId xmlns:a16="http://schemas.microsoft.com/office/drawing/2014/main" id="{2788B8A1-4019-4D0D-69E4-51C58926FF24}"/>
              </a:ext>
            </a:extLst>
          </p:cNvPr>
          <p:cNvSpPr>
            <a:spLocks noGrp="1"/>
          </p:cNvSpPr>
          <p:nvPr>
            <p:ph type="subTitle" idx="1" hasCustomPrompt="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Lesson Name</a:t>
            </a:r>
          </a:p>
        </p:txBody>
      </p:sp>
      <p:pic>
        <p:nvPicPr>
          <p:cNvPr id="8" name="Picture 7" descr="Blue text on a white background&#10;&#10;Description automatically generated">
            <a:extLst>
              <a:ext uri="{FF2B5EF4-FFF2-40B4-BE49-F238E27FC236}">
                <a16:creationId xmlns:a16="http://schemas.microsoft.com/office/drawing/2014/main" id="{1E41D946-B0E6-5FE9-7F33-DECF04312878}"/>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4" name="Date Placeholder 3">
            <a:extLst>
              <a:ext uri="{FF2B5EF4-FFF2-40B4-BE49-F238E27FC236}">
                <a16:creationId xmlns:a16="http://schemas.microsoft.com/office/drawing/2014/main" id="{330826D9-D744-BD54-EF64-70E8CB5AE242}"/>
              </a:ext>
            </a:extLst>
          </p:cNvPr>
          <p:cNvSpPr>
            <a:spLocks noGrp="1"/>
          </p:cNvSpPr>
          <p:nvPr>
            <p:ph type="dt" sz="half" idx="10"/>
          </p:nvPr>
        </p:nvSpPr>
        <p:spPr/>
        <p:txBody>
          <a:bodyPr/>
          <a:lstStyle/>
          <a:p>
            <a:fld id="{04BC266F-70C8-954B-9EC8-D842168CE9D2}" type="datetimeFigureOut">
              <a:rPr lang="en-US" smtClean="0"/>
              <a:t>8/24/25</a:t>
            </a:fld>
            <a:endParaRPr lang="en-US"/>
          </a:p>
        </p:txBody>
      </p:sp>
      <p:sp>
        <p:nvSpPr>
          <p:cNvPr id="5" name="Footer Placeholder 4">
            <a:extLst>
              <a:ext uri="{FF2B5EF4-FFF2-40B4-BE49-F238E27FC236}">
                <a16:creationId xmlns:a16="http://schemas.microsoft.com/office/drawing/2014/main" id="{3794B7A0-4232-A0AC-7E3A-3BF632F0C83D}"/>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13A9B9C0-7AE6-2F09-7A4E-D58AB0F87DAF}"/>
              </a:ext>
            </a:extLst>
          </p:cNvPr>
          <p:cNvSpPr>
            <a:spLocks noGrp="1"/>
          </p:cNvSpPr>
          <p:nvPr>
            <p:ph type="sldNum" sz="quarter" idx="12"/>
          </p:nvPr>
        </p:nvSpPr>
        <p:spPr/>
        <p:txBody>
          <a:bodyPr/>
          <a:lstStyle/>
          <a:p>
            <a:fld id="{5AEF18FD-875D-A541-8C07-F37C775C0F13}" type="slidenum">
              <a:rPr lang="en-US" smtClean="0"/>
              <a:t>‹#›</a:t>
            </a:fld>
            <a:endParaRPr lang="en-US"/>
          </a:p>
        </p:txBody>
      </p:sp>
      <p:sp>
        <p:nvSpPr>
          <p:cNvPr id="14" name="Footer Placeholder 4">
            <a:extLst>
              <a:ext uri="{FF2B5EF4-FFF2-40B4-BE49-F238E27FC236}">
                <a16:creationId xmlns:a16="http://schemas.microsoft.com/office/drawing/2014/main" id="{D0B6F2F1-CE07-6C53-35DD-423B006969A2}"/>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CCRNFLRL</a:t>
            </a:r>
          </a:p>
        </p:txBody>
      </p:sp>
      <p:sp>
        <p:nvSpPr>
          <p:cNvPr id="17" name="Footer Placeholder 4">
            <a:extLst>
              <a:ext uri="{FF2B5EF4-FFF2-40B4-BE49-F238E27FC236}">
                <a16:creationId xmlns:a16="http://schemas.microsoft.com/office/drawing/2014/main" id="{7EC7D6A8-C716-40D7-8EA0-CBACE0B8E8B2}"/>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CS Department</a:t>
            </a:r>
          </a:p>
        </p:txBody>
      </p:sp>
      <p:cxnSp>
        <p:nvCxnSpPr>
          <p:cNvPr id="10" name="Straight Connector 9">
            <a:extLst>
              <a:ext uri="{FF2B5EF4-FFF2-40B4-BE49-F238E27FC236}">
                <a16:creationId xmlns:a16="http://schemas.microsoft.com/office/drawing/2014/main" id="{D88EE941-D370-38CE-7C65-D512B4AC642D}"/>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216534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57934C-88AA-65C7-69FD-291768EA3BAD}"/>
              </a:ext>
            </a:extLst>
          </p:cNvPr>
          <p:cNvSpPr>
            <a:spLocks noGrp="1"/>
          </p:cNvSpPr>
          <p:nvPr>
            <p:ph type="title" hasCustomPrompt="1"/>
          </p:nvPr>
        </p:nvSpPr>
        <p:spPr>
          <a:xfrm>
            <a:off x="838200" y="826369"/>
            <a:ext cx="10515600" cy="1325563"/>
          </a:xfrm>
        </p:spPr>
        <p:txBody>
          <a:bodyPr/>
          <a:lstStyle/>
          <a:p>
            <a:r>
              <a:rPr lang="en-US" dirty="0"/>
              <a:t>Topic Name</a:t>
            </a:r>
          </a:p>
        </p:txBody>
      </p:sp>
      <p:sp>
        <p:nvSpPr>
          <p:cNvPr id="3" name="Content Placeholder 2">
            <a:extLst>
              <a:ext uri="{FF2B5EF4-FFF2-40B4-BE49-F238E27FC236}">
                <a16:creationId xmlns:a16="http://schemas.microsoft.com/office/drawing/2014/main" id="{F9A40A79-3EDB-F8E7-BE0C-7ADA403789EC}"/>
              </a:ext>
            </a:extLst>
          </p:cNvPr>
          <p:cNvSpPr>
            <a:spLocks noGrp="1"/>
          </p:cNvSpPr>
          <p:nvPr>
            <p:ph idx="1"/>
          </p:nvPr>
        </p:nvSpPr>
        <p:spPr>
          <a:xfrm>
            <a:off x="838200" y="2286869"/>
            <a:ext cx="10515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descr="Blue text on a white background&#10;&#10;Description automatically generated">
            <a:extLst>
              <a:ext uri="{FF2B5EF4-FFF2-40B4-BE49-F238E27FC236}">
                <a16:creationId xmlns:a16="http://schemas.microsoft.com/office/drawing/2014/main" id="{D2B64AD2-0907-0C80-4C6F-E5925CA19DBC}"/>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8" name="Footer Placeholder 4">
            <a:extLst>
              <a:ext uri="{FF2B5EF4-FFF2-40B4-BE49-F238E27FC236}">
                <a16:creationId xmlns:a16="http://schemas.microsoft.com/office/drawing/2014/main" id="{A20CEFFD-1670-10A5-7ED4-7F9703262EA1}"/>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CCRNFLRL</a:t>
            </a:r>
          </a:p>
        </p:txBody>
      </p:sp>
      <p:sp>
        <p:nvSpPr>
          <p:cNvPr id="9" name="Footer Placeholder 4">
            <a:extLst>
              <a:ext uri="{FF2B5EF4-FFF2-40B4-BE49-F238E27FC236}">
                <a16:creationId xmlns:a16="http://schemas.microsoft.com/office/drawing/2014/main" id="{2E0509C1-2A03-2148-8C1A-8FA9E5ACBECF}"/>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CS Department</a:t>
            </a:r>
          </a:p>
        </p:txBody>
      </p:sp>
      <p:cxnSp>
        <p:nvCxnSpPr>
          <p:cNvPr id="10" name="Straight Connector 9">
            <a:extLst>
              <a:ext uri="{FF2B5EF4-FFF2-40B4-BE49-F238E27FC236}">
                <a16:creationId xmlns:a16="http://schemas.microsoft.com/office/drawing/2014/main" id="{3A86EC78-3FBD-4A30-427B-30963D3C6ABF}"/>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42390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C86428-0162-8984-D72C-F96220FAF22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D915D9C-50A3-FEC4-9D1D-487FA259D45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5659D22-453E-BFFB-3F8A-759A6391CA8C}"/>
              </a:ext>
            </a:extLst>
          </p:cNvPr>
          <p:cNvSpPr>
            <a:spLocks noGrp="1"/>
          </p:cNvSpPr>
          <p:nvPr>
            <p:ph type="dt" sz="half" idx="10"/>
          </p:nvPr>
        </p:nvSpPr>
        <p:spPr/>
        <p:txBody>
          <a:bodyPr/>
          <a:lstStyle/>
          <a:p>
            <a:fld id="{04BC266F-70C8-954B-9EC8-D842168CE9D2}" type="datetimeFigureOut">
              <a:rPr lang="en-US" smtClean="0"/>
              <a:t>8/24/25</a:t>
            </a:fld>
            <a:endParaRPr lang="en-US"/>
          </a:p>
        </p:txBody>
      </p:sp>
      <p:sp>
        <p:nvSpPr>
          <p:cNvPr id="5" name="Footer Placeholder 4">
            <a:extLst>
              <a:ext uri="{FF2B5EF4-FFF2-40B4-BE49-F238E27FC236}">
                <a16:creationId xmlns:a16="http://schemas.microsoft.com/office/drawing/2014/main" id="{B0FF2910-0DE9-B288-360A-0BEB46FC4AC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20602E-2E56-CB33-125B-47DD51E32515}"/>
              </a:ext>
            </a:extLst>
          </p:cNvPr>
          <p:cNvSpPr>
            <a:spLocks noGrp="1"/>
          </p:cNvSpPr>
          <p:nvPr>
            <p:ph type="sldNum" sz="quarter" idx="12"/>
          </p:nvPr>
        </p:nvSpPr>
        <p:spPr/>
        <p:txBody>
          <a:bodyPr/>
          <a:lstStyle/>
          <a:p>
            <a:fld id="{5AEF18FD-875D-A541-8C07-F37C775C0F13}" type="slidenum">
              <a:rPr lang="en-US" smtClean="0"/>
              <a:t>‹#›</a:t>
            </a:fld>
            <a:endParaRPr lang="en-US"/>
          </a:p>
        </p:txBody>
      </p:sp>
      <p:pic>
        <p:nvPicPr>
          <p:cNvPr id="7" name="Picture 6" descr="Blue text on a white background&#10;&#10;Description automatically generated">
            <a:extLst>
              <a:ext uri="{FF2B5EF4-FFF2-40B4-BE49-F238E27FC236}">
                <a16:creationId xmlns:a16="http://schemas.microsoft.com/office/drawing/2014/main" id="{384689F0-2863-7C4B-17BF-BE5B5D9EC3F9}"/>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8" name="Footer Placeholder 4">
            <a:extLst>
              <a:ext uri="{FF2B5EF4-FFF2-40B4-BE49-F238E27FC236}">
                <a16:creationId xmlns:a16="http://schemas.microsoft.com/office/drawing/2014/main" id="{2F959288-960D-4A38-60A1-E81A6BCED55C}"/>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CCRNFLRL</a:t>
            </a:r>
          </a:p>
        </p:txBody>
      </p:sp>
      <p:sp>
        <p:nvSpPr>
          <p:cNvPr id="9" name="Footer Placeholder 4">
            <a:extLst>
              <a:ext uri="{FF2B5EF4-FFF2-40B4-BE49-F238E27FC236}">
                <a16:creationId xmlns:a16="http://schemas.microsoft.com/office/drawing/2014/main" id="{F72B048E-A6FE-4CAB-EC85-1198407F2FD8}"/>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CS Department</a:t>
            </a:r>
          </a:p>
        </p:txBody>
      </p:sp>
      <p:cxnSp>
        <p:nvCxnSpPr>
          <p:cNvPr id="10" name="Straight Connector 9">
            <a:extLst>
              <a:ext uri="{FF2B5EF4-FFF2-40B4-BE49-F238E27FC236}">
                <a16:creationId xmlns:a16="http://schemas.microsoft.com/office/drawing/2014/main" id="{D3F180FA-D017-2661-AF92-BFE9BEC50849}"/>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83240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747A8-E096-D9F8-9F8D-29067968C762}"/>
              </a:ext>
            </a:extLst>
          </p:cNvPr>
          <p:cNvSpPr>
            <a:spLocks noGrp="1"/>
          </p:cNvSpPr>
          <p:nvPr>
            <p:ph type="title"/>
          </p:nvPr>
        </p:nvSpPr>
        <p:spPr>
          <a:xfrm>
            <a:off x="838200" y="850645"/>
            <a:ext cx="105156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5DD67934-A1CC-85B8-7BAE-95BB6C6E0426}"/>
              </a:ext>
            </a:extLst>
          </p:cNvPr>
          <p:cNvSpPr>
            <a:spLocks noGrp="1"/>
          </p:cNvSpPr>
          <p:nvPr>
            <p:ph sz="half" idx="1"/>
          </p:nvPr>
        </p:nvSpPr>
        <p:spPr>
          <a:xfrm>
            <a:off x="838200" y="231114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6" name="Picture 5" descr="Blue text on a white background&#10;&#10;Description automatically generated">
            <a:extLst>
              <a:ext uri="{FF2B5EF4-FFF2-40B4-BE49-F238E27FC236}">
                <a16:creationId xmlns:a16="http://schemas.microsoft.com/office/drawing/2014/main" id="{00EA0AFE-62F3-0422-AA84-A575E4E80EE2}"/>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4" name="Content Placeholder 3">
            <a:extLst>
              <a:ext uri="{FF2B5EF4-FFF2-40B4-BE49-F238E27FC236}">
                <a16:creationId xmlns:a16="http://schemas.microsoft.com/office/drawing/2014/main" id="{F8AB141E-535E-5ACA-4F43-5F265BED592F}"/>
              </a:ext>
            </a:extLst>
          </p:cNvPr>
          <p:cNvSpPr>
            <a:spLocks noGrp="1"/>
          </p:cNvSpPr>
          <p:nvPr>
            <p:ph sz="half" idx="2"/>
          </p:nvPr>
        </p:nvSpPr>
        <p:spPr>
          <a:xfrm>
            <a:off x="6172200" y="231114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4">
            <a:extLst>
              <a:ext uri="{FF2B5EF4-FFF2-40B4-BE49-F238E27FC236}">
                <a16:creationId xmlns:a16="http://schemas.microsoft.com/office/drawing/2014/main" id="{F5878491-3BC2-286A-8527-9EC73F050C5A}"/>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CCRNFLRL</a:t>
            </a:r>
          </a:p>
        </p:txBody>
      </p:sp>
      <p:sp>
        <p:nvSpPr>
          <p:cNvPr id="10" name="Footer Placeholder 4">
            <a:extLst>
              <a:ext uri="{FF2B5EF4-FFF2-40B4-BE49-F238E27FC236}">
                <a16:creationId xmlns:a16="http://schemas.microsoft.com/office/drawing/2014/main" id="{E6E02060-1062-1563-E549-CD8CEB48D9B3}"/>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CS Department</a:t>
            </a:r>
          </a:p>
        </p:txBody>
      </p:sp>
      <p:cxnSp>
        <p:nvCxnSpPr>
          <p:cNvPr id="11" name="Straight Connector 10">
            <a:extLst>
              <a:ext uri="{FF2B5EF4-FFF2-40B4-BE49-F238E27FC236}">
                <a16:creationId xmlns:a16="http://schemas.microsoft.com/office/drawing/2014/main" id="{B6C202D2-FCDD-C68E-CAA2-6C1E5DD46859}"/>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814337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6FD41-6019-CD6C-6665-80EA8D7A6C02}"/>
              </a:ext>
            </a:extLst>
          </p:cNvPr>
          <p:cNvSpPr>
            <a:spLocks noGrp="1"/>
          </p:cNvSpPr>
          <p:nvPr>
            <p:ph type="title"/>
          </p:nvPr>
        </p:nvSpPr>
        <p:spPr>
          <a:xfrm>
            <a:off x="839788" y="826369"/>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6C9F666-6A8D-602E-BBFD-BDB638D94CE9}"/>
              </a:ext>
            </a:extLst>
          </p:cNvPr>
          <p:cNvSpPr>
            <a:spLocks noGrp="1"/>
          </p:cNvSpPr>
          <p:nvPr>
            <p:ph type="body" idx="1"/>
          </p:nvPr>
        </p:nvSpPr>
        <p:spPr>
          <a:xfrm>
            <a:off x="839788" y="2142407"/>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67DB928-AEB0-9052-5F03-5F10A5A6D0B7}"/>
              </a:ext>
            </a:extLst>
          </p:cNvPr>
          <p:cNvSpPr>
            <a:spLocks noGrp="1"/>
          </p:cNvSpPr>
          <p:nvPr>
            <p:ph sz="half" idx="2"/>
          </p:nvPr>
        </p:nvSpPr>
        <p:spPr>
          <a:xfrm>
            <a:off x="839788" y="2966319"/>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5987E17-25F6-814C-5955-581112A1DAE5}"/>
              </a:ext>
            </a:extLst>
          </p:cNvPr>
          <p:cNvSpPr>
            <a:spLocks noGrp="1"/>
          </p:cNvSpPr>
          <p:nvPr>
            <p:ph type="body" sz="quarter" idx="3"/>
          </p:nvPr>
        </p:nvSpPr>
        <p:spPr>
          <a:xfrm>
            <a:off x="6172200" y="2142407"/>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pic>
        <p:nvPicPr>
          <p:cNvPr id="8" name="Picture 7" descr="Blue text on a white background&#10;&#10;Description automatically generated">
            <a:extLst>
              <a:ext uri="{FF2B5EF4-FFF2-40B4-BE49-F238E27FC236}">
                <a16:creationId xmlns:a16="http://schemas.microsoft.com/office/drawing/2014/main" id="{0C68B052-178B-68EB-74D0-1F72A961D625}"/>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6" name="Content Placeholder 5">
            <a:extLst>
              <a:ext uri="{FF2B5EF4-FFF2-40B4-BE49-F238E27FC236}">
                <a16:creationId xmlns:a16="http://schemas.microsoft.com/office/drawing/2014/main" id="{58E2F8CB-407F-E9C8-0B60-6661F8F09C93}"/>
              </a:ext>
            </a:extLst>
          </p:cNvPr>
          <p:cNvSpPr>
            <a:spLocks noGrp="1"/>
          </p:cNvSpPr>
          <p:nvPr>
            <p:ph sz="quarter" idx="4"/>
          </p:nvPr>
        </p:nvSpPr>
        <p:spPr>
          <a:xfrm>
            <a:off x="6172200" y="2966319"/>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Footer Placeholder 4">
            <a:extLst>
              <a:ext uri="{FF2B5EF4-FFF2-40B4-BE49-F238E27FC236}">
                <a16:creationId xmlns:a16="http://schemas.microsoft.com/office/drawing/2014/main" id="{3E084DDE-82D5-F74F-6486-DED2612274CD}"/>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CCRNFLRL</a:t>
            </a:r>
          </a:p>
        </p:txBody>
      </p:sp>
      <p:sp>
        <p:nvSpPr>
          <p:cNvPr id="12" name="Footer Placeholder 4">
            <a:extLst>
              <a:ext uri="{FF2B5EF4-FFF2-40B4-BE49-F238E27FC236}">
                <a16:creationId xmlns:a16="http://schemas.microsoft.com/office/drawing/2014/main" id="{8B202EF5-2A81-8235-70C4-6821549220EA}"/>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CS Department</a:t>
            </a:r>
          </a:p>
        </p:txBody>
      </p:sp>
      <p:cxnSp>
        <p:nvCxnSpPr>
          <p:cNvPr id="13" name="Straight Connector 12">
            <a:extLst>
              <a:ext uri="{FF2B5EF4-FFF2-40B4-BE49-F238E27FC236}">
                <a16:creationId xmlns:a16="http://schemas.microsoft.com/office/drawing/2014/main" id="{334AFFD4-4F3C-D078-8FAB-44BBE50F61A1}"/>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186415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0380C-E50D-70D7-4C76-E7BA7AFD9524}"/>
              </a:ext>
            </a:extLst>
          </p:cNvPr>
          <p:cNvSpPr>
            <a:spLocks noGrp="1"/>
          </p:cNvSpPr>
          <p:nvPr>
            <p:ph type="title"/>
          </p:nvPr>
        </p:nvSpPr>
        <p:spPr>
          <a:xfrm>
            <a:off x="838200" y="785909"/>
            <a:ext cx="10515600" cy="1325563"/>
          </a:xfrm>
        </p:spPr>
        <p:txBody>
          <a:bodyPr/>
          <a:lstStyle/>
          <a:p>
            <a:r>
              <a:rPr lang="en-US"/>
              <a:t>Click to edit Master title style</a:t>
            </a:r>
          </a:p>
        </p:txBody>
      </p:sp>
      <p:sp>
        <p:nvSpPr>
          <p:cNvPr id="3" name="Date Placeholder 2">
            <a:extLst>
              <a:ext uri="{FF2B5EF4-FFF2-40B4-BE49-F238E27FC236}">
                <a16:creationId xmlns:a16="http://schemas.microsoft.com/office/drawing/2014/main" id="{F2B6F113-2EC8-CE48-879A-6833BF6200A1}"/>
              </a:ext>
            </a:extLst>
          </p:cNvPr>
          <p:cNvSpPr>
            <a:spLocks noGrp="1"/>
          </p:cNvSpPr>
          <p:nvPr>
            <p:ph type="dt" sz="half" idx="10"/>
          </p:nvPr>
        </p:nvSpPr>
        <p:spPr/>
        <p:txBody>
          <a:bodyPr/>
          <a:lstStyle/>
          <a:p>
            <a:fld id="{04BC266F-70C8-954B-9EC8-D842168CE9D2}" type="datetimeFigureOut">
              <a:rPr lang="en-US" smtClean="0"/>
              <a:t>8/24/25</a:t>
            </a:fld>
            <a:endParaRPr lang="en-US"/>
          </a:p>
        </p:txBody>
      </p:sp>
      <p:sp>
        <p:nvSpPr>
          <p:cNvPr id="4" name="Footer Placeholder 3">
            <a:extLst>
              <a:ext uri="{FF2B5EF4-FFF2-40B4-BE49-F238E27FC236}">
                <a16:creationId xmlns:a16="http://schemas.microsoft.com/office/drawing/2014/main" id="{7B9D26BA-5C98-F77F-4E74-A5E405BDFC16}"/>
              </a:ext>
            </a:extLst>
          </p:cNvPr>
          <p:cNvSpPr>
            <a:spLocks noGrp="1"/>
          </p:cNvSpPr>
          <p:nvPr>
            <p:ph type="ftr" sz="quarter" idx="11"/>
          </p:nvPr>
        </p:nvSpPr>
        <p:spPr/>
        <p:txBody>
          <a:bodyPr/>
          <a:lstStyle/>
          <a:p>
            <a:endParaRPr lang="en-US"/>
          </a:p>
        </p:txBody>
      </p:sp>
      <p:pic>
        <p:nvPicPr>
          <p:cNvPr id="6" name="Picture 5" descr="Blue text on a white background&#10;&#10;Description automatically generated">
            <a:extLst>
              <a:ext uri="{FF2B5EF4-FFF2-40B4-BE49-F238E27FC236}">
                <a16:creationId xmlns:a16="http://schemas.microsoft.com/office/drawing/2014/main" id="{5F6499B7-7705-4022-0E3D-6F15DA33E04D}"/>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5" name="Slide Number Placeholder 4">
            <a:extLst>
              <a:ext uri="{FF2B5EF4-FFF2-40B4-BE49-F238E27FC236}">
                <a16:creationId xmlns:a16="http://schemas.microsoft.com/office/drawing/2014/main" id="{E96EE29F-553C-C4CE-B95E-AA4C5D73A3B6}"/>
              </a:ext>
            </a:extLst>
          </p:cNvPr>
          <p:cNvSpPr>
            <a:spLocks noGrp="1"/>
          </p:cNvSpPr>
          <p:nvPr>
            <p:ph type="sldNum" sz="quarter" idx="12"/>
          </p:nvPr>
        </p:nvSpPr>
        <p:spPr/>
        <p:txBody>
          <a:bodyPr/>
          <a:lstStyle/>
          <a:p>
            <a:fld id="{5AEF18FD-875D-A541-8C07-F37C775C0F13}" type="slidenum">
              <a:rPr lang="en-US" smtClean="0"/>
              <a:t>‹#›</a:t>
            </a:fld>
            <a:endParaRPr lang="en-US"/>
          </a:p>
        </p:txBody>
      </p:sp>
      <p:sp>
        <p:nvSpPr>
          <p:cNvPr id="7" name="Footer Placeholder 4">
            <a:extLst>
              <a:ext uri="{FF2B5EF4-FFF2-40B4-BE49-F238E27FC236}">
                <a16:creationId xmlns:a16="http://schemas.microsoft.com/office/drawing/2014/main" id="{708DDE5B-2DD9-86EA-2AF6-4C8E51EEF8B4}"/>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CCRNFLRL</a:t>
            </a:r>
          </a:p>
        </p:txBody>
      </p:sp>
      <p:sp>
        <p:nvSpPr>
          <p:cNvPr id="8" name="Footer Placeholder 4">
            <a:extLst>
              <a:ext uri="{FF2B5EF4-FFF2-40B4-BE49-F238E27FC236}">
                <a16:creationId xmlns:a16="http://schemas.microsoft.com/office/drawing/2014/main" id="{7E49FA92-9689-FAB4-2ECB-5B956E927256}"/>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CS Department</a:t>
            </a:r>
          </a:p>
        </p:txBody>
      </p:sp>
      <p:cxnSp>
        <p:nvCxnSpPr>
          <p:cNvPr id="9" name="Straight Connector 8">
            <a:extLst>
              <a:ext uri="{FF2B5EF4-FFF2-40B4-BE49-F238E27FC236}">
                <a16:creationId xmlns:a16="http://schemas.microsoft.com/office/drawing/2014/main" id="{BF669ED5-94B9-9A07-F0FF-9839ED506F34}"/>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700867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94E8268-BB09-9115-852C-9588795B4AB9}"/>
              </a:ext>
            </a:extLst>
          </p:cNvPr>
          <p:cNvSpPr>
            <a:spLocks noGrp="1"/>
          </p:cNvSpPr>
          <p:nvPr>
            <p:ph type="dt" sz="half" idx="10"/>
          </p:nvPr>
        </p:nvSpPr>
        <p:spPr/>
        <p:txBody>
          <a:bodyPr/>
          <a:lstStyle/>
          <a:p>
            <a:fld id="{04BC266F-70C8-954B-9EC8-D842168CE9D2}" type="datetimeFigureOut">
              <a:rPr lang="en-US" smtClean="0"/>
              <a:t>8/24/25</a:t>
            </a:fld>
            <a:endParaRPr lang="en-US"/>
          </a:p>
        </p:txBody>
      </p:sp>
      <p:sp>
        <p:nvSpPr>
          <p:cNvPr id="3" name="Footer Placeholder 2">
            <a:extLst>
              <a:ext uri="{FF2B5EF4-FFF2-40B4-BE49-F238E27FC236}">
                <a16:creationId xmlns:a16="http://schemas.microsoft.com/office/drawing/2014/main" id="{E6F8A218-E351-876A-DAA5-28871E0DA9EF}"/>
              </a:ext>
            </a:extLst>
          </p:cNvPr>
          <p:cNvSpPr>
            <a:spLocks noGrp="1"/>
          </p:cNvSpPr>
          <p:nvPr>
            <p:ph type="ftr" sz="quarter" idx="11"/>
          </p:nvPr>
        </p:nvSpPr>
        <p:spPr/>
        <p:txBody>
          <a:bodyPr/>
          <a:lstStyle/>
          <a:p>
            <a:endParaRPr lang="en-US"/>
          </a:p>
        </p:txBody>
      </p:sp>
      <p:pic>
        <p:nvPicPr>
          <p:cNvPr id="5" name="Picture 4" descr="Blue text on a white background&#10;&#10;Description automatically generated">
            <a:extLst>
              <a:ext uri="{FF2B5EF4-FFF2-40B4-BE49-F238E27FC236}">
                <a16:creationId xmlns:a16="http://schemas.microsoft.com/office/drawing/2014/main" id="{32B622B8-10FD-A134-458C-E6877FD80608}"/>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4" name="Slide Number Placeholder 3">
            <a:extLst>
              <a:ext uri="{FF2B5EF4-FFF2-40B4-BE49-F238E27FC236}">
                <a16:creationId xmlns:a16="http://schemas.microsoft.com/office/drawing/2014/main" id="{754078DA-EA1A-D15A-DC5A-C7E4EB745A60}"/>
              </a:ext>
            </a:extLst>
          </p:cNvPr>
          <p:cNvSpPr>
            <a:spLocks noGrp="1"/>
          </p:cNvSpPr>
          <p:nvPr>
            <p:ph type="sldNum" sz="quarter" idx="12"/>
          </p:nvPr>
        </p:nvSpPr>
        <p:spPr/>
        <p:txBody>
          <a:bodyPr/>
          <a:lstStyle/>
          <a:p>
            <a:fld id="{5AEF18FD-875D-A541-8C07-F37C775C0F13}" type="slidenum">
              <a:rPr lang="en-US" smtClean="0"/>
              <a:t>‹#›</a:t>
            </a:fld>
            <a:endParaRPr lang="en-US"/>
          </a:p>
        </p:txBody>
      </p:sp>
      <p:sp>
        <p:nvSpPr>
          <p:cNvPr id="6" name="Footer Placeholder 4">
            <a:extLst>
              <a:ext uri="{FF2B5EF4-FFF2-40B4-BE49-F238E27FC236}">
                <a16:creationId xmlns:a16="http://schemas.microsoft.com/office/drawing/2014/main" id="{40560B87-4053-202F-E17D-9EF3D6733F8F}"/>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CCRNFLRL</a:t>
            </a:r>
          </a:p>
        </p:txBody>
      </p:sp>
      <p:sp>
        <p:nvSpPr>
          <p:cNvPr id="7" name="Footer Placeholder 4">
            <a:extLst>
              <a:ext uri="{FF2B5EF4-FFF2-40B4-BE49-F238E27FC236}">
                <a16:creationId xmlns:a16="http://schemas.microsoft.com/office/drawing/2014/main" id="{B5E66F80-159E-0E16-E237-CC8F92940701}"/>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CS Department</a:t>
            </a:r>
          </a:p>
        </p:txBody>
      </p:sp>
      <p:cxnSp>
        <p:nvCxnSpPr>
          <p:cNvPr id="8" name="Straight Connector 7">
            <a:extLst>
              <a:ext uri="{FF2B5EF4-FFF2-40B4-BE49-F238E27FC236}">
                <a16:creationId xmlns:a16="http://schemas.microsoft.com/office/drawing/2014/main" id="{ADFE5D7F-2C5A-49EE-7A01-6A6A94CCC39D}"/>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880126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F9512-DB3C-27D6-94A1-4CE5658EDA6D}"/>
              </a:ext>
            </a:extLst>
          </p:cNvPr>
          <p:cNvSpPr>
            <a:spLocks noGrp="1"/>
          </p:cNvSpPr>
          <p:nvPr>
            <p:ph type="title"/>
          </p:nvPr>
        </p:nvSpPr>
        <p:spPr>
          <a:xfrm>
            <a:off x="839788" y="98318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34B6E74-9F00-7DB0-255C-B77AD9A41B6F}"/>
              </a:ext>
            </a:extLst>
          </p:cNvPr>
          <p:cNvSpPr>
            <a:spLocks noGrp="1"/>
          </p:cNvSpPr>
          <p:nvPr>
            <p:ph idx="1"/>
          </p:nvPr>
        </p:nvSpPr>
        <p:spPr>
          <a:xfrm>
            <a:off x="5183188" y="151340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6" name="Picture 5" descr="Blue text on a white background&#10;&#10;Description automatically generated">
            <a:extLst>
              <a:ext uri="{FF2B5EF4-FFF2-40B4-BE49-F238E27FC236}">
                <a16:creationId xmlns:a16="http://schemas.microsoft.com/office/drawing/2014/main" id="{FE831EBC-12E1-F4A6-863D-4B8D84A1AF59}"/>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4" name="Text Placeholder 3">
            <a:extLst>
              <a:ext uri="{FF2B5EF4-FFF2-40B4-BE49-F238E27FC236}">
                <a16:creationId xmlns:a16="http://schemas.microsoft.com/office/drawing/2014/main" id="{49782F70-FC76-DA9D-9C9B-5C7223768922}"/>
              </a:ext>
            </a:extLst>
          </p:cNvPr>
          <p:cNvSpPr>
            <a:spLocks noGrp="1"/>
          </p:cNvSpPr>
          <p:nvPr>
            <p:ph type="body" sz="half" idx="2"/>
          </p:nvPr>
        </p:nvSpPr>
        <p:spPr>
          <a:xfrm>
            <a:off x="839788" y="258338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Footer Placeholder 4">
            <a:extLst>
              <a:ext uri="{FF2B5EF4-FFF2-40B4-BE49-F238E27FC236}">
                <a16:creationId xmlns:a16="http://schemas.microsoft.com/office/drawing/2014/main" id="{5762C284-A385-C151-F898-C6E0FD35F2E8}"/>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CCRNFLRL</a:t>
            </a:r>
          </a:p>
        </p:txBody>
      </p:sp>
      <p:sp>
        <p:nvSpPr>
          <p:cNvPr id="10" name="Footer Placeholder 4">
            <a:extLst>
              <a:ext uri="{FF2B5EF4-FFF2-40B4-BE49-F238E27FC236}">
                <a16:creationId xmlns:a16="http://schemas.microsoft.com/office/drawing/2014/main" id="{B9779549-2BAC-513C-0330-0CC70BE106D4}"/>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CS Department</a:t>
            </a:r>
          </a:p>
        </p:txBody>
      </p:sp>
      <p:cxnSp>
        <p:nvCxnSpPr>
          <p:cNvPr id="11" name="Straight Connector 10">
            <a:extLst>
              <a:ext uri="{FF2B5EF4-FFF2-40B4-BE49-F238E27FC236}">
                <a16:creationId xmlns:a16="http://schemas.microsoft.com/office/drawing/2014/main" id="{B695A169-9043-0478-7765-F692CDA08802}"/>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651165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7646F-9BC1-59FE-5CD1-0334C05843C2}"/>
              </a:ext>
            </a:extLst>
          </p:cNvPr>
          <p:cNvSpPr>
            <a:spLocks noGrp="1"/>
          </p:cNvSpPr>
          <p:nvPr>
            <p:ph type="title"/>
          </p:nvPr>
        </p:nvSpPr>
        <p:spPr>
          <a:xfrm>
            <a:off x="839788" y="934628"/>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17D81B3-860D-217A-1F5F-D7F60AB4D897}"/>
              </a:ext>
            </a:extLst>
          </p:cNvPr>
          <p:cNvSpPr>
            <a:spLocks noGrp="1"/>
          </p:cNvSpPr>
          <p:nvPr>
            <p:ph type="pic" idx="1"/>
          </p:nvPr>
        </p:nvSpPr>
        <p:spPr>
          <a:xfrm>
            <a:off x="5183188" y="1464853"/>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pic>
        <p:nvPicPr>
          <p:cNvPr id="6" name="Picture 5" descr="Blue text on a white background&#10;&#10;Description automatically generated">
            <a:extLst>
              <a:ext uri="{FF2B5EF4-FFF2-40B4-BE49-F238E27FC236}">
                <a16:creationId xmlns:a16="http://schemas.microsoft.com/office/drawing/2014/main" id="{749EBEBA-9410-EC61-6F84-BC52B450D7FC}"/>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4" name="Text Placeholder 3">
            <a:extLst>
              <a:ext uri="{FF2B5EF4-FFF2-40B4-BE49-F238E27FC236}">
                <a16:creationId xmlns:a16="http://schemas.microsoft.com/office/drawing/2014/main" id="{618FB98A-B430-C6D2-5211-28791F38A231}"/>
              </a:ext>
            </a:extLst>
          </p:cNvPr>
          <p:cNvSpPr>
            <a:spLocks noGrp="1"/>
          </p:cNvSpPr>
          <p:nvPr>
            <p:ph type="body" sz="half" idx="2"/>
          </p:nvPr>
        </p:nvSpPr>
        <p:spPr>
          <a:xfrm>
            <a:off x="839788" y="2534828"/>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Footer Placeholder 4">
            <a:extLst>
              <a:ext uri="{FF2B5EF4-FFF2-40B4-BE49-F238E27FC236}">
                <a16:creationId xmlns:a16="http://schemas.microsoft.com/office/drawing/2014/main" id="{123FCC6A-2F3F-4971-9EC4-557092FB1A40}"/>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CCRNFLRL</a:t>
            </a:r>
          </a:p>
        </p:txBody>
      </p:sp>
      <p:sp>
        <p:nvSpPr>
          <p:cNvPr id="10" name="Footer Placeholder 4">
            <a:extLst>
              <a:ext uri="{FF2B5EF4-FFF2-40B4-BE49-F238E27FC236}">
                <a16:creationId xmlns:a16="http://schemas.microsoft.com/office/drawing/2014/main" id="{8236CCB9-8956-84BC-DEF4-5AC27703601C}"/>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CS Department</a:t>
            </a:r>
          </a:p>
        </p:txBody>
      </p:sp>
      <p:cxnSp>
        <p:nvCxnSpPr>
          <p:cNvPr id="11" name="Straight Connector 10">
            <a:extLst>
              <a:ext uri="{FF2B5EF4-FFF2-40B4-BE49-F238E27FC236}">
                <a16:creationId xmlns:a16="http://schemas.microsoft.com/office/drawing/2014/main" id="{5A05EB57-C136-624C-3951-8BA8F4AF0526}"/>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780217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5" name="Picture 4" descr="Blue text on a white background&#10;&#10;Description automatically generated">
            <a:extLst>
              <a:ext uri="{FF2B5EF4-FFF2-40B4-BE49-F238E27FC236}">
                <a16:creationId xmlns:a16="http://schemas.microsoft.com/office/drawing/2014/main" id="{7B5669AE-17C4-21B8-716E-576EA07222E2}"/>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2" name="Title 1">
            <a:extLst>
              <a:ext uri="{FF2B5EF4-FFF2-40B4-BE49-F238E27FC236}">
                <a16:creationId xmlns:a16="http://schemas.microsoft.com/office/drawing/2014/main" id="{CB411D1C-0F2D-DA60-ACD5-56D862F86C92}"/>
              </a:ext>
            </a:extLst>
          </p:cNvPr>
          <p:cNvSpPr>
            <a:spLocks noGrp="1"/>
          </p:cNvSpPr>
          <p:nvPr>
            <p:ph type="title"/>
          </p:nvPr>
        </p:nvSpPr>
        <p:spPr>
          <a:xfrm>
            <a:off x="838200" y="866829"/>
            <a:ext cx="10515600" cy="1325563"/>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69B6DBA-925F-FB98-9AA6-17E75C3A831D}"/>
              </a:ext>
            </a:extLst>
          </p:cNvPr>
          <p:cNvSpPr>
            <a:spLocks noGrp="1"/>
          </p:cNvSpPr>
          <p:nvPr>
            <p:ph type="body" orient="vert" idx="1"/>
          </p:nvPr>
        </p:nvSpPr>
        <p:spPr>
          <a:xfrm>
            <a:off x="838200" y="2327329"/>
            <a:ext cx="10515600" cy="43513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4">
            <a:extLst>
              <a:ext uri="{FF2B5EF4-FFF2-40B4-BE49-F238E27FC236}">
                <a16:creationId xmlns:a16="http://schemas.microsoft.com/office/drawing/2014/main" id="{1C6A99E0-164E-8E07-5CE2-462A5715BEDF}"/>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CCRNFLRL</a:t>
            </a:r>
          </a:p>
        </p:txBody>
      </p:sp>
      <p:sp>
        <p:nvSpPr>
          <p:cNvPr id="9" name="Footer Placeholder 4">
            <a:extLst>
              <a:ext uri="{FF2B5EF4-FFF2-40B4-BE49-F238E27FC236}">
                <a16:creationId xmlns:a16="http://schemas.microsoft.com/office/drawing/2014/main" id="{57BC6584-4AE6-A403-9D75-64B3D0961972}"/>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CS Department</a:t>
            </a:r>
          </a:p>
        </p:txBody>
      </p:sp>
      <p:cxnSp>
        <p:nvCxnSpPr>
          <p:cNvPr id="10" name="Straight Connector 9">
            <a:extLst>
              <a:ext uri="{FF2B5EF4-FFF2-40B4-BE49-F238E27FC236}">
                <a16:creationId xmlns:a16="http://schemas.microsoft.com/office/drawing/2014/main" id="{5A268FE7-9424-BA2B-6407-5EDFA2D19315}"/>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095344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4B05C3D-FB3F-3C25-7050-4E9FC83033CB}"/>
              </a:ext>
            </a:extLst>
          </p:cNvPr>
          <p:cNvSpPr>
            <a:spLocks noGrp="1"/>
          </p:cNvSpPr>
          <p:nvPr>
            <p:ph type="title" orient="vert"/>
          </p:nvPr>
        </p:nvSpPr>
        <p:spPr>
          <a:xfrm>
            <a:off x="8724900" y="858737"/>
            <a:ext cx="2628900" cy="5811838"/>
          </a:xfrm>
        </p:spPr>
        <p:txBody>
          <a:bodyPr vert="eaVert"/>
          <a:lstStyle/>
          <a:p>
            <a:r>
              <a:rPr lang="en-US"/>
              <a:t>Click to edit Master title style</a:t>
            </a:r>
          </a:p>
        </p:txBody>
      </p:sp>
      <p:pic>
        <p:nvPicPr>
          <p:cNvPr id="5" name="Picture 4" descr="Blue text on a white background&#10;&#10;Description automatically generated">
            <a:extLst>
              <a:ext uri="{FF2B5EF4-FFF2-40B4-BE49-F238E27FC236}">
                <a16:creationId xmlns:a16="http://schemas.microsoft.com/office/drawing/2014/main" id="{19D51CD6-6B48-B408-FB65-BEBD1C62DA29}"/>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3" name="Vertical Text Placeholder 2">
            <a:extLst>
              <a:ext uri="{FF2B5EF4-FFF2-40B4-BE49-F238E27FC236}">
                <a16:creationId xmlns:a16="http://schemas.microsoft.com/office/drawing/2014/main" id="{A4F8A6BD-D071-5134-8DAB-9685A5A426F0}"/>
              </a:ext>
            </a:extLst>
          </p:cNvPr>
          <p:cNvSpPr>
            <a:spLocks noGrp="1"/>
          </p:cNvSpPr>
          <p:nvPr>
            <p:ph type="body" orient="vert" idx="1"/>
          </p:nvPr>
        </p:nvSpPr>
        <p:spPr>
          <a:xfrm>
            <a:off x="838200" y="858737"/>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4">
            <a:extLst>
              <a:ext uri="{FF2B5EF4-FFF2-40B4-BE49-F238E27FC236}">
                <a16:creationId xmlns:a16="http://schemas.microsoft.com/office/drawing/2014/main" id="{C9D8348D-1C95-7E0B-1725-AD73063169BA}"/>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t>CCRNFLRL</a:t>
            </a:r>
          </a:p>
        </p:txBody>
      </p:sp>
      <p:sp>
        <p:nvSpPr>
          <p:cNvPr id="9" name="Footer Placeholder 4">
            <a:extLst>
              <a:ext uri="{FF2B5EF4-FFF2-40B4-BE49-F238E27FC236}">
                <a16:creationId xmlns:a16="http://schemas.microsoft.com/office/drawing/2014/main" id="{FC05B5A8-0ED3-B01C-7645-7C6B12D8F1E3}"/>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CS Department</a:t>
            </a:r>
          </a:p>
        </p:txBody>
      </p:sp>
      <p:cxnSp>
        <p:nvCxnSpPr>
          <p:cNvPr id="10" name="Straight Connector 9">
            <a:extLst>
              <a:ext uri="{FF2B5EF4-FFF2-40B4-BE49-F238E27FC236}">
                <a16:creationId xmlns:a16="http://schemas.microsoft.com/office/drawing/2014/main" id="{13D5E4D1-6755-AA74-3EC7-549A709B197A}"/>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1133972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A8C53B7-FED3-EFF9-26A5-392907AB9FA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Subject Title</a:t>
            </a:r>
          </a:p>
        </p:txBody>
      </p:sp>
      <p:sp>
        <p:nvSpPr>
          <p:cNvPr id="3" name="Text Placeholder 2">
            <a:extLst>
              <a:ext uri="{FF2B5EF4-FFF2-40B4-BE49-F238E27FC236}">
                <a16:creationId xmlns:a16="http://schemas.microsoft.com/office/drawing/2014/main" id="{D5B91B9D-A735-901B-1C8F-AF7739954B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24FCA33F-C01E-0A3B-9D81-94314744198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4BC266F-70C8-954B-9EC8-D842168CE9D2}" type="datetimeFigureOut">
              <a:rPr lang="en-US" smtClean="0"/>
              <a:t>8/24/25</a:t>
            </a:fld>
            <a:endParaRPr lang="en-US"/>
          </a:p>
        </p:txBody>
      </p:sp>
      <p:sp>
        <p:nvSpPr>
          <p:cNvPr id="5" name="Footer Placeholder 4">
            <a:extLst>
              <a:ext uri="{FF2B5EF4-FFF2-40B4-BE49-F238E27FC236}">
                <a16:creationId xmlns:a16="http://schemas.microsoft.com/office/drawing/2014/main" id="{EF14D509-240F-F8C7-25C0-84E3FCFA70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AFA56B6-26D6-957A-7566-E1928B4300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AEF18FD-875D-A541-8C07-F37C775C0F13}" type="slidenum">
              <a:rPr lang="en-US" smtClean="0"/>
              <a:t>‹#›</a:t>
            </a:fld>
            <a:endParaRPr lang="en-US"/>
          </a:p>
        </p:txBody>
      </p:sp>
    </p:spTree>
    <p:extLst>
      <p:ext uri="{BB962C8B-B14F-4D97-AF65-F5344CB8AC3E}">
        <p14:creationId xmlns:p14="http://schemas.microsoft.com/office/powerpoint/2010/main" val="65127015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png"/><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3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3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40.png"/></Relationships>
</file>

<file path=ppt/slides/_rels/slide4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4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7.gif"/><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 Id="rId4" Type="http://schemas.openxmlformats.org/officeDocument/2006/relationships/image" Target="../media/image52.png"/></Relationships>
</file>

<file path=ppt/slides/_rels/slide5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7.xml"/><Relationship Id="rId4" Type="http://schemas.openxmlformats.org/officeDocument/2006/relationships/image" Target="../media/image55.png"/></Relationships>
</file>

<file path=ppt/slides/_rels/slide5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551.png"/><Relationship Id="rId5" Type="http://schemas.openxmlformats.org/officeDocument/2006/relationships/image" Target="../media/image50.png"/><Relationship Id="rId4" Type="http://schemas.openxmlformats.org/officeDocument/2006/relationships/image" Target="../media/image57.png"/></Relationships>
</file>

<file path=ppt/slides/_rels/slide5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58.png"/><Relationship Id="rId5" Type="http://schemas.openxmlformats.org/officeDocument/2006/relationships/image" Target="../media/image53.png"/><Relationship Id="rId4" Type="http://schemas.openxmlformats.org/officeDocument/2006/relationships/image" Target="../media/image57.png"/></Relationships>
</file>

<file path=ppt/slides/_rels/slide5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64.png"/></Relationships>
</file>

<file path=ppt/slides/_rels/slide59.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65.png"/></Relationships>
</file>

<file path=ppt/slides/_rels/slide60.xml.rels><?xml version="1.0" encoding="UTF-8" standalone="yes"?>
<Relationships xmlns="http://schemas.openxmlformats.org/package/2006/relationships"><Relationship Id="rId8" Type="http://schemas.openxmlformats.org/officeDocument/2006/relationships/image" Target="../media/image551.png"/><Relationship Id="rId3" Type="http://schemas.openxmlformats.org/officeDocument/2006/relationships/image" Target="../media/image531.png"/><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image" Target="../media/image68.png"/><Relationship Id="rId5" Type="http://schemas.openxmlformats.org/officeDocument/2006/relationships/image" Target="../media/image67.png"/><Relationship Id="rId4" Type="http://schemas.openxmlformats.org/officeDocument/2006/relationships/image" Target="../media/image66.png"/></Relationships>
</file>

<file path=ppt/slides/_rels/slide61.xml.rels><?xml version="1.0" encoding="UTF-8" standalone="yes"?>
<Relationships xmlns="http://schemas.openxmlformats.org/package/2006/relationships"><Relationship Id="rId3" Type="http://schemas.openxmlformats.org/officeDocument/2006/relationships/image" Target="../media/image69.png"/><Relationship Id="rId7" Type="http://schemas.openxmlformats.org/officeDocument/2006/relationships/image" Target="../media/image72.pn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71.png"/><Relationship Id="rId5" Type="http://schemas.openxmlformats.org/officeDocument/2006/relationships/image" Target="../media/image70.png"/><Relationship Id="rId4" Type="http://schemas.openxmlformats.org/officeDocument/2006/relationships/image" Target="../media/image58.png"/></Relationships>
</file>

<file path=ppt/slides/_rels/slide62.xml.rels><?xml version="1.0" encoding="UTF-8" standalone="yes"?>
<Relationships xmlns="http://schemas.openxmlformats.org/package/2006/relationships"><Relationship Id="rId3" Type="http://schemas.openxmlformats.org/officeDocument/2006/relationships/image" Target="../media/image69.png"/><Relationship Id="rId7" Type="http://schemas.openxmlformats.org/officeDocument/2006/relationships/image" Target="../media/image75.png"/><Relationship Id="rId2" Type="http://schemas.openxmlformats.org/officeDocument/2006/relationships/notesSlide" Target="../notesSlides/notesSlide18.xml"/><Relationship Id="rId1" Type="http://schemas.openxmlformats.org/officeDocument/2006/relationships/slideLayout" Target="../slideLayouts/slideLayout7.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58.png"/></Relationships>
</file>

<file path=ppt/slides/_rels/slide63.xml.rels><?xml version="1.0" encoding="UTF-8" standalone="yes"?>
<Relationships xmlns="http://schemas.openxmlformats.org/package/2006/relationships"><Relationship Id="rId3" Type="http://schemas.openxmlformats.org/officeDocument/2006/relationships/image" Target="../media/image76.png"/><Relationship Id="rId7" Type="http://schemas.openxmlformats.org/officeDocument/2006/relationships/image" Target="../media/image79.png"/><Relationship Id="rId2" Type="http://schemas.openxmlformats.org/officeDocument/2006/relationships/notesSlide" Target="../notesSlides/notesSlide19.xml"/><Relationship Id="rId1" Type="http://schemas.openxmlformats.org/officeDocument/2006/relationships/slideLayout" Target="../slideLayouts/slideLayout7.xml"/><Relationship Id="rId6" Type="http://schemas.openxmlformats.org/officeDocument/2006/relationships/image" Target="../media/image78.png"/><Relationship Id="rId5" Type="http://schemas.openxmlformats.org/officeDocument/2006/relationships/image" Target="../media/image77.png"/><Relationship Id="rId4" Type="http://schemas.openxmlformats.org/officeDocument/2006/relationships/image" Target="../media/image58.png"/></Relationships>
</file>

<file path=ppt/slides/_rels/slide64.xml.rels><?xml version="1.0" encoding="UTF-8" standalone="yes"?>
<Relationships xmlns="http://schemas.openxmlformats.org/package/2006/relationships"><Relationship Id="rId3" Type="http://schemas.openxmlformats.org/officeDocument/2006/relationships/image" Target="../media/image80.png"/><Relationship Id="rId7" Type="http://schemas.openxmlformats.org/officeDocument/2006/relationships/image" Target="../media/image79.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78.png"/><Relationship Id="rId5" Type="http://schemas.openxmlformats.org/officeDocument/2006/relationships/image" Target="../media/image77.png"/><Relationship Id="rId4" Type="http://schemas.openxmlformats.org/officeDocument/2006/relationships/image" Target="../media/image58.png"/></Relationships>
</file>

<file path=ppt/slides/_rels/slide65.xml.rels><?xml version="1.0" encoding="UTF-8" standalone="yes"?>
<Relationships xmlns="http://schemas.openxmlformats.org/package/2006/relationships"><Relationship Id="rId3" Type="http://schemas.openxmlformats.org/officeDocument/2006/relationships/image" Target="../media/image651.png"/><Relationship Id="rId7" Type="http://schemas.openxmlformats.org/officeDocument/2006/relationships/image" Target="../media/image551.png"/><Relationship Id="rId2" Type="http://schemas.openxmlformats.org/officeDocument/2006/relationships/image" Target="../media/image601.png"/><Relationship Id="rId1" Type="http://schemas.openxmlformats.org/officeDocument/2006/relationships/slideLayout" Target="../slideLayouts/slideLayout7.xml"/><Relationship Id="rId6" Type="http://schemas.openxmlformats.org/officeDocument/2006/relationships/image" Target="../media/image641.png"/><Relationship Id="rId5" Type="http://schemas.openxmlformats.org/officeDocument/2006/relationships/image" Target="../media/image670.png"/><Relationship Id="rId4" Type="http://schemas.openxmlformats.org/officeDocument/2006/relationships/image" Target="../media/image661.png"/></Relationships>
</file>

<file path=ppt/slides/_rels/slide66.xml.rels><?xml version="1.0" encoding="UTF-8" standalone="yes"?>
<Relationships xmlns="http://schemas.openxmlformats.org/package/2006/relationships"><Relationship Id="rId3" Type="http://schemas.openxmlformats.org/officeDocument/2006/relationships/image" Target="../media/image610.png"/><Relationship Id="rId7" Type="http://schemas.openxmlformats.org/officeDocument/2006/relationships/image" Target="../media/image551.png"/><Relationship Id="rId2" Type="http://schemas.openxmlformats.org/officeDocument/2006/relationships/image" Target="../media/image601.png"/><Relationship Id="rId1" Type="http://schemas.openxmlformats.org/officeDocument/2006/relationships/slideLayout" Target="../slideLayouts/slideLayout7.xml"/><Relationship Id="rId6" Type="http://schemas.openxmlformats.org/officeDocument/2006/relationships/image" Target="../media/image641.png"/><Relationship Id="rId5" Type="http://schemas.openxmlformats.org/officeDocument/2006/relationships/image" Target="../media/image631.png"/><Relationship Id="rId4" Type="http://schemas.openxmlformats.org/officeDocument/2006/relationships/image" Target="../media/image620.png"/></Relationships>
</file>

<file path=ppt/slides/_rels/slide67.xml.rels><?xml version="1.0" encoding="UTF-8" standalone="yes"?>
<Relationships xmlns="http://schemas.openxmlformats.org/package/2006/relationships"><Relationship Id="rId3" Type="http://schemas.openxmlformats.org/officeDocument/2006/relationships/image" Target="../media/image510.png"/><Relationship Id="rId2" Type="http://schemas.openxmlformats.org/officeDocument/2006/relationships/image" Target="../media/image500.png"/><Relationship Id="rId1" Type="http://schemas.openxmlformats.org/officeDocument/2006/relationships/slideLayout" Target="../slideLayouts/slideLayout7.xml"/><Relationship Id="rId6" Type="http://schemas.openxmlformats.org/officeDocument/2006/relationships/image" Target="../media/image540.png"/><Relationship Id="rId5" Type="http://schemas.openxmlformats.org/officeDocument/2006/relationships/image" Target="../media/image530.png"/><Relationship Id="rId4" Type="http://schemas.openxmlformats.org/officeDocument/2006/relationships/image" Target="../media/image520.png"/></Relationships>
</file>

<file path=ppt/slides/_rels/slide68.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69.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21.xml"/><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70.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22.xml"/><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71.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4.png"/><Relationship Id="rId1" Type="http://schemas.openxmlformats.org/officeDocument/2006/relationships/slideLayout" Target="../slideLayouts/slideLayout7.xml"/><Relationship Id="rId6" Type="http://schemas.openxmlformats.org/officeDocument/2006/relationships/image" Target="../media/image88.png"/><Relationship Id="rId5" Type="http://schemas.openxmlformats.org/officeDocument/2006/relationships/image" Target="../media/image87.png"/><Relationship Id="rId4" Type="http://schemas.openxmlformats.org/officeDocument/2006/relationships/image" Target="../media/image85.png"/></Relationships>
</file>

<file path=ppt/slides/_rels/slide72.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4.png"/><Relationship Id="rId1" Type="http://schemas.openxmlformats.org/officeDocument/2006/relationships/slideLayout" Target="../slideLayouts/slideLayout7.xml"/><Relationship Id="rId6" Type="http://schemas.openxmlformats.org/officeDocument/2006/relationships/image" Target="../media/image91.png"/><Relationship Id="rId5" Type="http://schemas.openxmlformats.org/officeDocument/2006/relationships/image" Target="../media/image90.png"/><Relationship Id="rId4" Type="http://schemas.openxmlformats.org/officeDocument/2006/relationships/image" Target="../media/image85.png"/></Relationships>
</file>

<file path=ppt/slides/_rels/slide73.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84.png"/><Relationship Id="rId1" Type="http://schemas.openxmlformats.org/officeDocument/2006/relationships/slideLayout" Target="../slideLayouts/slideLayout7.xml"/><Relationship Id="rId6" Type="http://schemas.openxmlformats.org/officeDocument/2006/relationships/image" Target="../media/image94.png"/><Relationship Id="rId5" Type="http://schemas.openxmlformats.org/officeDocument/2006/relationships/image" Target="../media/image93.png"/><Relationship Id="rId4" Type="http://schemas.openxmlformats.org/officeDocument/2006/relationships/image" Target="../media/image85.png"/></Relationships>
</file>

<file path=ppt/slides/_rels/slide74.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image" Target="../media/image84.png"/><Relationship Id="rId1" Type="http://schemas.openxmlformats.org/officeDocument/2006/relationships/slideLayout" Target="../slideLayouts/slideLayout7.xml"/><Relationship Id="rId6" Type="http://schemas.openxmlformats.org/officeDocument/2006/relationships/image" Target="../media/image97.png"/><Relationship Id="rId5" Type="http://schemas.openxmlformats.org/officeDocument/2006/relationships/image" Target="../media/image96.png"/><Relationship Id="rId4" Type="http://schemas.openxmlformats.org/officeDocument/2006/relationships/image" Target="../media/image85.png"/></Relationships>
</file>

<file path=ppt/slides/_rels/slide75.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7.xml"/><Relationship Id="rId5" Type="http://schemas.openxmlformats.org/officeDocument/2006/relationships/image" Target="../media/image101.png"/><Relationship Id="rId4" Type="http://schemas.openxmlformats.org/officeDocument/2006/relationships/image" Target="../media/image100.png"/></Relationships>
</file>

<file path=ppt/slides/_rels/slide76.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7.xml"/><Relationship Id="rId5" Type="http://schemas.openxmlformats.org/officeDocument/2006/relationships/image" Target="../media/image101.png"/><Relationship Id="rId4" Type="http://schemas.openxmlformats.org/officeDocument/2006/relationships/image" Target="../media/image100.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23.xml"/><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79.xml.rels><?xml version="1.0" encoding="UTF-8" standalone="yes"?>
<Relationships xmlns="http://schemas.openxmlformats.org/package/2006/relationships"><Relationship Id="rId3" Type="http://schemas.openxmlformats.org/officeDocument/2006/relationships/image" Target="../media/image84.png"/><Relationship Id="rId7" Type="http://schemas.openxmlformats.org/officeDocument/2006/relationships/image" Target="../media/image104.png"/><Relationship Id="rId2" Type="http://schemas.openxmlformats.org/officeDocument/2006/relationships/notesSlide" Target="../notesSlides/notesSlide24.xml"/><Relationship Id="rId1" Type="http://schemas.openxmlformats.org/officeDocument/2006/relationships/slideLayout" Target="../slideLayouts/slideLayout7.xml"/><Relationship Id="rId6" Type="http://schemas.openxmlformats.org/officeDocument/2006/relationships/image" Target="../media/image103.png"/><Relationship Id="rId5" Type="http://schemas.openxmlformats.org/officeDocument/2006/relationships/image" Target="../media/image102.png"/><Relationship Id="rId4" Type="http://schemas.openxmlformats.org/officeDocument/2006/relationships/image" Target="../media/image85.png"/></Relationships>
</file>

<file path=ppt/slides/_rels/slide80.xml.rels><?xml version="1.0" encoding="UTF-8" standalone="yes"?>
<Relationships xmlns="http://schemas.openxmlformats.org/package/2006/relationships"><Relationship Id="rId3" Type="http://schemas.openxmlformats.org/officeDocument/2006/relationships/image" Target="../media/image84.png"/><Relationship Id="rId7" Type="http://schemas.openxmlformats.org/officeDocument/2006/relationships/image" Target="../media/image107.png"/><Relationship Id="rId2" Type="http://schemas.openxmlformats.org/officeDocument/2006/relationships/notesSlide" Target="../notesSlides/notesSlide25.xml"/><Relationship Id="rId1" Type="http://schemas.openxmlformats.org/officeDocument/2006/relationships/slideLayout" Target="../slideLayouts/slideLayout7.xml"/><Relationship Id="rId6" Type="http://schemas.openxmlformats.org/officeDocument/2006/relationships/image" Target="../media/image106.png"/><Relationship Id="rId5" Type="http://schemas.openxmlformats.org/officeDocument/2006/relationships/image" Target="../media/image105.png"/><Relationship Id="rId4" Type="http://schemas.openxmlformats.org/officeDocument/2006/relationships/image" Target="../media/image85.png"/></Relationships>
</file>

<file path=ppt/slides/_rels/slide81.xml.rels><?xml version="1.0" encoding="UTF-8" standalone="yes"?>
<Relationships xmlns="http://schemas.openxmlformats.org/package/2006/relationships"><Relationship Id="rId3" Type="http://schemas.openxmlformats.org/officeDocument/2006/relationships/image" Target="../media/image84.png"/><Relationship Id="rId7" Type="http://schemas.openxmlformats.org/officeDocument/2006/relationships/image" Target="../media/image110.png"/><Relationship Id="rId2" Type="http://schemas.openxmlformats.org/officeDocument/2006/relationships/notesSlide" Target="../notesSlides/notesSlide26.xml"/><Relationship Id="rId1" Type="http://schemas.openxmlformats.org/officeDocument/2006/relationships/slideLayout" Target="../slideLayouts/slideLayout7.xml"/><Relationship Id="rId6" Type="http://schemas.openxmlformats.org/officeDocument/2006/relationships/image" Target="../media/image109.png"/><Relationship Id="rId5" Type="http://schemas.openxmlformats.org/officeDocument/2006/relationships/image" Target="../media/image108.png"/><Relationship Id="rId4" Type="http://schemas.openxmlformats.org/officeDocument/2006/relationships/image" Target="../media/image85.png"/></Relationships>
</file>

<file path=ppt/slides/_rels/slide82.xml.rels><?xml version="1.0" encoding="UTF-8" standalone="yes"?>
<Relationships xmlns="http://schemas.openxmlformats.org/package/2006/relationships"><Relationship Id="rId3" Type="http://schemas.openxmlformats.org/officeDocument/2006/relationships/image" Target="../media/image84.png"/><Relationship Id="rId7" Type="http://schemas.openxmlformats.org/officeDocument/2006/relationships/image" Target="../media/image113.png"/><Relationship Id="rId2" Type="http://schemas.openxmlformats.org/officeDocument/2006/relationships/notesSlide" Target="../notesSlides/notesSlide27.xml"/><Relationship Id="rId1" Type="http://schemas.openxmlformats.org/officeDocument/2006/relationships/slideLayout" Target="../slideLayouts/slideLayout7.xml"/><Relationship Id="rId6" Type="http://schemas.openxmlformats.org/officeDocument/2006/relationships/image" Target="../media/image112.png"/><Relationship Id="rId5" Type="http://schemas.openxmlformats.org/officeDocument/2006/relationships/image" Target="../media/image111.png"/><Relationship Id="rId4" Type="http://schemas.openxmlformats.org/officeDocument/2006/relationships/image" Target="../media/image85.png"/></Relationships>
</file>

<file path=ppt/slides/_rels/slide83.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7.xml"/><Relationship Id="rId5" Type="http://schemas.openxmlformats.org/officeDocument/2006/relationships/image" Target="../media/image114.png"/><Relationship Id="rId4" Type="http://schemas.openxmlformats.org/officeDocument/2006/relationships/image" Target="../media/image100.png"/></Relationships>
</file>

<file path=ppt/slides/_rels/slide84.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image" Target="../media/image115.png"/><Relationship Id="rId1" Type="http://schemas.openxmlformats.org/officeDocument/2006/relationships/slideLayout" Target="../slideLayouts/slideLayout7.xml"/><Relationship Id="rId5" Type="http://schemas.openxmlformats.org/officeDocument/2006/relationships/image" Target="../media/image114.png"/><Relationship Id="rId4" Type="http://schemas.openxmlformats.org/officeDocument/2006/relationships/image" Target="../media/image117.png"/></Relationships>
</file>

<file path=ppt/slides/_rels/slide85.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image" Target="../media/image115.png"/><Relationship Id="rId1" Type="http://schemas.openxmlformats.org/officeDocument/2006/relationships/slideLayout" Target="../slideLayouts/slideLayout7.xml"/><Relationship Id="rId5" Type="http://schemas.openxmlformats.org/officeDocument/2006/relationships/image" Target="../media/image114.png"/><Relationship Id="rId4" Type="http://schemas.openxmlformats.org/officeDocument/2006/relationships/image" Target="../media/image11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28.xml"/><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88.xml.rels><?xml version="1.0" encoding="UTF-8" standalone="yes"?>
<Relationships xmlns="http://schemas.openxmlformats.org/package/2006/relationships"><Relationship Id="rId3" Type="http://schemas.openxmlformats.org/officeDocument/2006/relationships/image" Target="../media/image84.png"/><Relationship Id="rId7" Type="http://schemas.openxmlformats.org/officeDocument/2006/relationships/image" Target="../media/image120.png"/><Relationship Id="rId2" Type="http://schemas.openxmlformats.org/officeDocument/2006/relationships/notesSlide" Target="../notesSlides/notesSlide29.xml"/><Relationship Id="rId1" Type="http://schemas.openxmlformats.org/officeDocument/2006/relationships/slideLayout" Target="../slideLayouts/slideLayout7.xml"/><Relationship Id="rId6" Type="http://schemas.openxmlformats.org/officeDocument/2006/relationships/image" Target="../media/image119.png"/><Relationship Id="rId5" Type="http://schemas.openxmlformats.org/officeDocument/2006/relationships/image" Target="../media/image118.png"/><Relationship Id="rId4" Type="http://schemas.openxmlformats.org/officeDocument/2006/relationships/image" Target="../media/image85.png"/></Relationships>
</file>

<file path=ppt/slides/_rels/slide89.xml.rels><?xml version="1.0" encoding="UTF-8" standalone="yes"?>
<Relationships xmlns="http://schemas.openxmlformats.org/package/2006/relationships"><Relationship Id="rId3" Type="http://schemas.openxmlformats.org/officeDocument/2006/relationships/image" Target="../media/image84.png"/><Relationship Id="rId7" Type="http://schemas.openxmlformats.org/officeDocument/2006/relationships/image" Target="../media/image123.png"/><Relationship Id="rId2" Type="http://schemas.openxmlformats.org/officeDocument/2006/relationships/notesSlide" Target="../notesSlides/notesSlide30.xml"/><Relationship Id="rId1" Type="http://schemas.openxmlformats.org/officeDocument/2006/relationships/slideLayout" Target="../slideLayouts/slideLayout7.xml"/><Relationship Id="rId6" Type="http://schemas.openxmlformats.org/officeDocument/2006/relationships/image" Target="../media/image122.png"/><Relationship Id="rId5" Type="http://schemas.openxmlformats.org/officeDocument/2006/relationships/image" Target="../media/image121.png"/><Relationship Id="rId4" Type="http://schemas.openxmlformats.org/officeDocument/2006/relationships/image" Target="../media/image85.png"/></Relationships>
</file>

<file path=ppt/slides/_rels/slide90.xml.rels><?xml version="1.0" encoding="UTF-8" standalone="yes"?>
<Relationships xmlns="http://schemas.openxmlformats.org/package/2006/relationships"><Relationship Id="rId3" Type="http://schemas.openxmlformats.org/officeDocument/2006/relationships/image" Target="../media/image84.png"/><Relationship Id="rId7" Type="http://schemas.openxmlformats.org/officeDocument/2006/relationships/image" Target="../media/image126.png"/><Relationship Id="rId2" Type="http://schemas.openxmlformats.org/officeDocument/2006/relationships/notesSlide" Target="../notesSlides/notesSlide31.xml"/><Relationship Id="rId1" Type="http://schemas.openxmlformats.org/officeDocument/2006/relationships/slideLayout" Target="../slideLayouts/slideLayout7.xml"/><Relationship Id="rId6" Type="http://schemas.openxmlformats.org/officeDocument/2006/relationships/image" Target="../media/image125.png"/><Relationship Id="rId5" Type="http://schemas.openxmlformats.org/officeDocument/2006/relationships/image" Target="../media/image124.png"/><Relationship Id="rId4" Type="http://schemas.openxmlformats.org/officeDocument/2006/relationships/image" Target="../media/image85.png"/></Relationships>
</file>

<file path=ppt/slides/_rels/slide91.xml.rels><?xml version="1.0" encoding="UTF-8" standalone="yes"?>
<Relationships xmlns="http://schemas.openxmlformats.org/package/2006/relationships"><Relationship Id="rId3" Type="http://schemas.openxmlformats.org/officeDocument/2006/relationships/image" Target="../media/image84.png"/><Relationship Id="rId7" Type="http://schemas.openxmlformats.org/officeDocument/2006/relationships/image" Target="../media/image113.png"/><Relationship Id="rId2" Type="http://schemas.openxmlformats.org/officeDocument/2006/relationships/notesSlide" Target="../notesSlides/notesSlide32.xml"/><Relationship Id="rId1" Type="http://schemas.openxmlformats.org/officeDocument/2006/relationships/slideLayout" Target="../slideLayouts/slideLayout7.xml"/><Relationship Id="rId6" Type="http://schemas.openxmlformats.org/officeDocument/2006/relationships/image" Target="../media/image112.png"/><Relationship Id="rId5" Type="http://schemas.openxmlformats.org/officeDocument/2006/relationships/image" Target="../media/image127.png"/><Relationship Id="rId4" Type="http://schemas.openxmlformats.org/officeDocument/2006/relationships/image" Target="../media/image85.png"/></Relationships>
</file>

<file path=ppt/slides/_rels/slide92.xml.rels><?xml version="1.0" encoding="UTF-8" standalone="yes"?>
<Relationships xmlns="http://schemas.openxmlformats.org/package/2006/relationships"><Relationship Id="rId3" Type="http://schemas.openxmlformats.org/officeDocument/2006/relationships/image" Target="../media/image128.png"/><Relationship Id="rId2" Type="http://schemas.openxmlformats.org/officeDocument/2006/relationships/image" Target="../media/image98.png"/><Relationship Id="rId1" Type="http://schemas.openxmlformats.org/officeDocument/2006/relationships/slideLayout" Target="../slideLayouts/slideLayout7.xml"/><Relationship Id="rId5" Type="http://schemas.openxmlformats.org/officeDocument/2006/relationships/image" Target="../media/image101.png"/><Relationship Id="rId4" Type="http://schemas.openxmlformats.org/officeDocument/2006/relationships/image" Target="../media/image100.png"/></Relationships>
</file>

<file path=ppt/slides/_rels/slide93.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image" Target="../media/image115.png"/><Relationship Id="rId1" Type="http://schemas.openxmlformats.org/officeDocument/2006/relationships/slideLayout" Target="../slideLayouts/slideLayout7.xml"/><Relationship Id="rId5" Type="http://schemas.openxmlformats.org/officeDocument/2006/relationships/image" Target="../media/image101.png"/><Relationship Id="rId4" Type="http://schemas.openxmlformats.org/officeDocument/2006/relationships/image" Target="../media/image117.png"/></Relationships>
</file>

<file path=ppt/slides/_rels/slide94.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image" Target="../media/image115.png"/><Relationship Id="rId1" Type="http://schemas.openxmlformats.org/officeDocument/2006/relationships/slideLayout" Target="../slideLayouts/slideLayout7.xml"/><Relationship Id="rId5" Type="http://schemas.openxmlformats.org/officeDocument/2006/relationships/image" Target="../media/image114.png"/><Relationship Id="rId4" Type="http://schemas.openxmlformats.org/officeDocument/2006/relationships/image" Target="../media/image117.png"/></Relationships>
</file>

<file path=ppt/slides/_rels/slide95.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image" Target="../media/image130.png"/><Relationship Id="rId1" Type="http://schemas.openxmlformats.org/officeDocument/2006/relationships/slideLayout" Target="../slideLayouts/slideLayout2.xml"/><Relationship Id="rId4" Type="http://schemas.openxmlformats.org/officeDocument/2006/relationships/image" Target="../media/image132.png"/></Relationships>
</file>

<file path=ppt/slides/_rels/slide96.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30.png"/><Relationship Id="rId1" Type="http://schemas.openxmlformats.org/officeDocument/2006/relationships/slideLayout" Target="../slideLayouts/slideLayout2.xml"/><Relationship Id="rId4" Type="http://schemas.openxmlformats.org/officeDocument/2006/relationships/image" Target="../media/image132.png"/></Relationships>
</file>

<file path=ppt/slides/_rels/slide97.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30.png"/><Relationship Id="rId1" Type="http://schemas.openxmlformats.org/officeDocument/2006/relationships/slideLayout" Target="../slideLayouts/slideLayout2.xml"/><Relationship Id="rId5" Type="http://schemas.openxmlformats.org/officeDocument/2006/relationships/image" Target="../media/image134.png"/><Relationship Id="rId4" Type="http://schemas.openxmlformats.org/officeDocument/2006/relationships/image" Target="../media/image132.png"/></Relationships>
</file>

<file path=ppt/slides/_rels/slide98.xml.rels><?xml version="1.0" encoding="UTF-8" standalone="yes"?>
<Relationships xmlns="http://schemas.openxmlformats.org/package/2006/relationships"><Relationship Id="rId8" Type="http://schemas.openxmlformats.org/officeDocument/2006/relationships/image" Target="../media/image58.png"/><Relationship Id="rId3" Type="http://schemas.openxmlformats.org/officeDocument/2006/relationships/image" Target="../media/image135.png"/><Relationship Id="rId7" Type="http://schemas.openxmlformats.org/officeDocument/2006/relationships/image" Target="../media/image139.png"/><Relationship Id="rId2" Type="http://schemas.openxmlformats.org/officeDocument/2006/relationships/notesSlide" Target="../notesSlides/notesSlide33.xml"/><Relationship Id="rId1" Type="http://schemas.openxmlformats.org/officeDocument/2006/relationships/slideLayout" Target="../slideLayouts/slideLayout7.xml"/><Relationship Id="rId6" Type="http://schemas.openxmlformats.org/officeDocument/2006/relationships/image" Target="../media/image138.png"/><Relationship Id="rId5" Type="http://schemas.openxmlformats.org/officeDocument/2006/relationships/image" Target="../media/image137.png"/><Relationship Id="rId4" Type="http://schemas.openxmlformats.org/officeDocument/2006/relationships/image" Target="../media/image136.png"/></Relationships>
</file>

<file path=ppt/slides/_rels/slide99.xml.rels><?xml version="1.0" encoding="UTF-8" standalone="yes"?>
<Relationships xmlns="http://schemas.openxmlformats.org/package/2006/relationships"><Relationship Id="rId8" Type="http://schemas.openxmlformats.org/officeDocument/2006/relationships/image" Target="../media/image58.png"/><Relationship Id="rId3" Type="http://schemas.openxmlformats.org/officeDocument/2006/relationships/image" Target="../media/image135.png"/><Relationship Id="rId7" Type="http://schemas.openxmlformats.org/officeDocument/2006/relationships/image" Target="../media/image143.png"/><Relationship Id="rId2" Type="http://schemas.openxmlformats.org/officeDocument/2006/relationships/notesSlide" Target="../notesSlides/notesSlide34.xml"/><Relationship Id="rId1" Type="http://schemas.openxmlformats.org/officeDocument/2006/relationships/slideLayout" Target="../slideLayouts/slideLayout7.xml"/><Relationship Id="rId6" Type="http://schemas.openxmlformats.org/officeDocument/2006/relationships/image" Target="../media/image142.png"/><Relationship Id="rId5" Type="http://schemas.openxmlformats.org/officeDocument/2006/relationships/image" Target="../media/image141.png"/><Relationship Id="rId4" Type="http://schemas.openxmlformats.org/officeDocument/2006/relationships/image" Target="../media/image140.png"/></Relationships>
</file>

<file path=ppt/slides/_rels/slide100.xml.rels><?xml version="1.0" encoding="UTF-8" standalone="yes"?>
<Relationships xmlns="http://schemas.openxmlformats.org/package/2006/relationships"><Relationship Id="rId8" Type="http://schemas.openxmlformats.org/officeDocument/2006/relationships/image" Target="../media/image58.png"/><Relationship Id="rId3" Type="http://schemas.openxmlformats.org/officeDocument/2006/relationships/image" Target="../media/image135.png"/><Relationship Id="rId7" Type="http://schemas.openxmlformats.org/officeDocument/2006/relationships/image" Target="../media/image147.png"/><Relationship Id="rId2" Type="http://schemas.openxmlformats.org/officeDocument/2006/relationships/notesSlide" Target="../notesSlides/notesSlide35.xml"/><Relationship Id="rId1" Type="http://schemas.openxmlformats.org/officeDocument/2006/relationships/slideLayout" Target="../slideLayouts/slideLayout7.xml"/><Relationship Id="rId6" Type="http://schemas.openxmlformats.org/officeDocument/2006/relationships/image" Target="../media/image146.png"/><Relationship Id="rId5" Type="http://schemas.openxmlformats.org/officeDocument/2006/relationships/image" Target="../media/image145.png"/><Relationship Id="rId4" Type="http://schemas.openxmlformats.org/officeDocument/2006/relationships/image" Target="../media/image144.png"/></Relationships>
</file>

<file path=ppt/slides/_rels/slide101.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6.png"/><Relationship Id="rId1" Type="http://schemas.openxmlformats.org/officeDocument/2006/relationships/slideLayout" Target="../slideLayouts/slideLayout7.xml"/><Relationship Id="rId6" Type="http://schemas.openxmlformats.org/officeDocument/2006/relationships/image" Target="../media/image150.png"/><Relationship Id="rId5" Type="http://schemas.openxmlformats.org/officeDocument/2006/relationships/image" Target="../media/image149.png"/><Relationship Id="rId4" Type="http://schemas.openxmlformats.org/officeDocument/2006/relationships/image" Target="../media/image148.png"/></Relationships>
</file>

<file path=ppt/slides/_rels/slide102.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150.png"/><Relationship Id="rId1" Type="http://schemas.openxmlformats.org/officeDocument/2006/relationships/slideLayout" Target="../slideLayouts/slideLayout7.xml"/><Relationship Id="rId6" Type="http://schemas.openxmlformats.org/officeDocument/2006/relationships/image" Target="../media/image152.png"/><Relationship Id="rId5" Type="http://schemas.openxmlformats.org/officeDocument/2006/relationships/image" Target="../media/image151.png"/><Relationship Id="rId4" Type="http://schemas.openxmlformats.org/officeDocument/2006/relationships/image" Target="../media/image85.png"/></Relationships>
</file>

<file path=ppt/slides/_rels/slide103.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92.png"/><Relationship Id="rId1" Type="http://schemas.openxmlformats.org/officeDocument/2006/relationships/slideLayout" Target="../slideLayouts/slideLayout7.xml"/><Relationship Id="rId6" Type="http://schemas.openxmlformats.org/officeDocument/2006/relationships/image" Target="../media/image150.png"/><Relationship Id="rId5" Type="http://schemas.openxmlformats.org/officeDocument/2006/relationships/image" Target="../media/image154.png"/><Relationship Id="rId4" Type="http://schemas.openxmlformats.org/officeDocument/2006/relationships/image" Target="../media/image153.png"/></Relationships>
</file>

<file path=ppt/slides/_rels/slide104.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95.png"/><Relationship Id="rId1" Type="http://schemas.openxmlformats.org/officeDocument/2006/relationships/slideLayout" Target="../slideLayouts/slideLayout7.xml"/><Relationship Id="rId6" Type="http://schemas.openxmlformats.org/officeDocument/2006/relationships/image" Target="../media/image150.png"/><Relationship Id="rId5" Type="http://schemas.openxmlformats.org/officeDocument/2006/relationships/image" Target="../media/image156.png"/><Relationship Id="rId4" Type="http://schemas.openxmlformats.org/officeDocument/2006/relationships/image" Target="../media/image155.png"/></Relationships>
</file>

<file path=ppt/slides/_rels/slide105.xml.rels><?xml version="1.0" encoding="UTF-8" standalone="yes"?>
<Relationships xmlns="http://schemas.openxmlformats.org/package/2006/relationships"><Relationship Id="rId3" Type="http://schemas.openxmlformats.org/officeDocument/2006/relationships/image" Target="../media/image158.png"/><Relationship Id="rId2" Type="http://schemas.openxmlformats.org/officeDocument/2006/relationships/image" Target="../media/image157.png"/><Relationship Id="rId1" Type="http://schemas.openxmlformats.org/officeDocument/2006/relationships/slideLayout" Target="../slideLayouts/slideLayout7.xml"/><Relationship Id="rId5" Type="http://schemas.openxmlformats.org/officeDocument/2006/relationships/image" Target="../media/image160.png"/><Relationship Id="rId4" Type="http://schemas.openxmlformats.org/officeDocument/2006/relationships/image" Target="../media/image159.png"/></Relationships>
</file>

<file path=ppt/slides/_rels/slide106.xml.rels><?xml version="1.0" encoding="UTF-8" standalone="yes"?>
<Relationships xmlns="http://schemas.openxmlformats.org/package/2006/relationships"><Relationship Id="rId3" Type="http://schemas.openxmlformats.org/officeDocument/2006/relationships/image" Target="../media/image85.png"/><Relationship Id="rId7" Type="http://schemas.openxmlformats.org/officeDocument/2006/relationships/image" Target="../media/image150.png"/><Relationship Id="rId2" Type="http://schemas.openxmlformats.org/officeDocument/2006/relationships/notesSlide" Target="../notesSlides/notesSlide36.xml"/><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02.png"/></Relationships>
</file>

<file path=ppt/slides/_rels/slide107.xml.rels><?xml version="1.0" encoding="UTF-8" standalone="yes"?>
<Relationships xmlns="http://schemas.openxmlformats.org/package/2006/relationships"><Relationship Id="rId3" Type="http://schemas.openxmlformats.org/officeDocument/2006/relationships/image" Target="../media/image85.png"/><Relationship Id="rId7" Type="http://schemas.openxmlformats.org/officeDocument/2006/relationships/image" Target="../media/image150.png"/><Relationship Id="rId2" Type="http://schemas.openxmlformats.org/officeDocument/2006/relationships/notesSlide" Target="../notesSlides/notesSlide37.xml"/><Relationship Id="rId1" Type="http://schemas.openxmlformats.org/officeDocument/2006/relationships/slideLayout" Target="../slideLayouts/slideLayout7.xml"/><Relationship Id="rId6" Type="http://schemas.openxmlformats.org/officeDocument/2006/relationships/image" Target="../media/image164.png"/><Relationship Id="rId5" Type="http://schemas.openxmlformats.org/officeDocument/2006/relationships/image" Target="../media/image163.png"/><Relationship Id="rId4" Type="http://schemas.openxmlformats.org/officeDocument/2006/relationships/image" Target="../media/image105.png"/></Relationships>
</file>

<file path=ppt/slides/_rels/slide108.xml.rels><?xml version="1.0" encoding="UTF-8" standalone="yes"?>
<Relationships xmlns="http://schemas.openxmlformats.org/package/2006/relationships"><Relationship Id="rId3" Type="http://schemas.openxmlformats.org/officeDocument/2006/relationships/image" Target="../media/image85.png"/><Relationship Id="rId7" Type="http://schemas.openxmlformats.org/officeDocument/2006/relationships/image" Target="../media/image150.png"/><Relationship Id="rId2" Type="http://schemas.openxmlformats.org/officeDocument/2006/relationships/notesSlide" Target="../notesSlides/notesSlide38.xml"/><Relationship Id="rId1" Type="http://schemas.openxmlformats.org/officeDocument/2006/relationships/slideLayout" Target="../slideLayouts/slideLayout7.xml"/><Relationship Id="rId6" Type="http://schemas.openxmlformats.org/officeDocument/2006/relationships/image" Target="../media/image110.png"/><Relationship Id="rId5" Type="http://schemas.openxmlformats.org/officeDocument/2006/relationships/image" Target="../media/image109.png"/><Relationship Id="rId4" Type="http://schemas.openxmlformats.org/officeDocument/2006/relationships/image" Target="../media/image108.png"/></Relationships>
</file>

<file path=ppt/slides/_rels/slide109.xml.rels><?xml version="1.0" encoding="UTF-8" standalone="yes"?>
<Relationships xmlns="http://schemas.openxmlformats.org/package/2006/relationships"><Relationship Id="rId3" Type="http://schemas.openxmlformats.org/officeDocument/2006/relationships/image" Target="../media/image85.png"/><Relationship Id="rId7" Type="http://schemas.openxmlformats.org/officeDocument/2006/relationships/image" Target="../media/image150.png"/><Relationship Id="rId2" Type="http://schemas.openxmlformats.org/officeDocument/2006/relationships/notesSlide" Target="../notesSlides/notesSlide39.xml"/><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s>
</file>

<file path=ppt/slides/_rels/slide110.xml.rels><?xml version="1.0" encoding="UTF-8" standalone="yes"?>
<Relationships xmlns="http://schemas.openxmlformats.org/package/2006/relationships"><Relationship Id="rId3" Type="http://schemas.openxmlformats.org/officeDocument/2006/relationships/image" Target="../media/image158.png"/><Relationship Id="rId2" Type="http://schemas.openxmlformats.org/officeDocument/2006/relationships/image" Target="../media/image157.png"/><Relationship Id="rId1" Type="http://schemas.openxmlformats.org/officeDocument/2006/relationships/slideLayout" Target="../slideLayouts/slideLayout7.xml"/><Relationship Id="rId5" Type="http://schemas.openxmlformats.org/officeDocument/2006/relationships/image" Target="../media/image169.png"/><Relationship Id="rId4" Type="http://schemas.openxmlformats.org/officeDocument/2006/relationships/image" Target="../media/image168.png"/></Relationships>
</file>

<file path=ppt/slides/_rels/slide111.xml.rels><?xml version="1.0" encoding="UTF-8" standalone="yes"?>
<Relationships xmlns="http://schemas.openxmlformats.org/package/2006/relationships"><Relationship Id="rId3" Type="http://schemas.openxmlformats.org/officeDocument/2006/relationships/image" Target="../media/image85.png"/><Relationship Id="rId7" Type="http://schemas.openxmlformats.org/officeDocument/2006/relationships/image" Target="../media/image150.png"/><Relationship Id="rId2" Type="http://schemas.openxmlformats.org/officeDocument/2006/relationships/notesSlide" Target="../notesSlides/notesSlide40.xml"/><Relationship Id="rId1" Type="http://schemas.openxmlformats.org/officeDocument/2006/relationships/slideLayout" Target="../slideLayouts/slideLayout7.xml"/><Relationship Id="rId6" Type="http://schemas.openxmlformats.org/officeDocument/2006/relationships/image" Target="../media/image171.png"/><Relationship Id="rId5" Type="http://schemas.openxmlformats.org/officeDocument/2006/relationships/image" Target="../media/image170.png"/><Relationship Id="rId4" Type="http://schemas.openxmlformats.org/officeDocument/2006/relationships/image" Target="../media/image118.png"/></Relationships>
</file>

<file path=ppt/slides/_rels/slide112.xml.rels><?xml version="1.0" encoding="UTF-8" standalone="yes"?>
<Relationships xmlns="http://schemas.openxmlformats.org/package/2006/relationships"><Relationship Id="rId3" Type="http://schemas.openxmlformats.org/officeDocument/2006/relationships/image" Target="../media/image85.png"/><Relationship Id="rId7" Type="http://schemas.openxmlformats.org/officeDocument/2006/relationships/image" Target="../media/image150.png"/><Relationship Id="rId2" Type="http://schemas.openxmlformats.org/officeDocument/2006/relationships/notesSlide" Target="../notesSlides/notesSlide41.xml"/><Relationship Id="rId1" Type="http://schemas.openxmlformats.org/officeDocument/2006/relationships/slideLayout" Target="../slideLayouts/slideLayout7.xml"/><Relationship Id="rId6" Type="http://schemas.openxmlformats.org/officeDocument/2006/relationships/image" Target="../media/image173.png"/><Relationship Id="rId5" Type="http://schemas.openxmlformats.org/officeDocument/2006/relationships/image" Target="../media/image172.png"/><Relationship Id="rId4" Type="http://schemas.openxmlformats.org/officeDocument/2006/relationships/image" Target="../media/image121.png"/></Relationships>
</file>

<file path=ppt/slides/_rels/slide113.xml.rels><?xml version="1.0" encoding="UTF-8" standalone="yes"?>
<Relationships xmlns="http://schemas.openxmlformats.org/package/2006/relationships"><Relationship Id="rId3" Type="http://schemas.openxmlformats.org/officeDocument/2006/relationships/image" Target="../media/image85.png"/><Relationship Id="rId7" Type="http://schemas.openxmlformats.org/officeDocument/2006/relationships/image" Target="../media/image150.png"/><Relationship Id="rId2" Type="http://schemas.openxmlformats.org/officeDocument/2006/relationships/notesSlide" Target="../notesSlides/notesSlide42.xml"/><Relationship Id="rId1" Type="http://schemas.openxmlformats.org/officeDocument/2006/relationships/slideLayout" Target="../slideLayouts/slideLayout7.xml"/><Relationship Id="rId6" Type="http://schemas.openxmlformats.org/officeDocument/2006/relationships/image" Target="../media/image175.png"/><Relationship Id="rId5" Type="http://schemas.openxmlformats.org/officeDocument/2006/relationships/image" Target="../media/image174.png"/><Relationship Id="rId4" Type="http://schemas.openxmlformats.org/officeDocument/2006/relationships/image" Target="../media/image124.png"/></Relationships>
</file>

<file path=ppt/slides/_rels/slide114.xml.rels><?xml version="1.0" encoding="UTF-8" standalone="yes"?>
<Relationships xmlns="http://schemas.openxmlformats.org/package/2006/relationships"><Relationship Id="rId3" Type="http://schemas.openxmlformats.org/officeDocument/2006/relationships/image" Target="../media/image85.png"/><Relationship Id="rId7" Type="http://schemas.openxmlformats.org/officeDocument/2006/relationships/image" Target="../media/image150.png"/><Relationship Id="rId2" Type="http://schemas.openxmlformats.org/officeDocument/2006/relationships/notesSlide" Target="../notesSlides/notesSlide43.xml"/><Relationship Id="rId1" Type="http://schemas.openxmlformats.org/officeDocument/2006/relationships/slideLayout" Target="../slideLayouts/slideLayout7.xml"/><Relationship Id="rId6" Type="http://schemas.openxmlformats.org/officeDocument/2006/relationships/image" Target="../media/image178.png"/><Relationship Id="rId5" Type="http://schemas.openxmlformats.org/officeDocument/2006/relationships/image" Target="../media/image177.png"/><Relationship Id="rId4" Type="http://schemas.openxmlformats.org/officeDocument/2006/relationships/image" Target="../media/image176.png"/></Relationships>
</file>

<file path=ppt/slides/_rels/slide115.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 Id="rId5" Type="http://schemas.openxmlformats.org/officeDocument/2006/relationships/image" Target="../media/image160.png"/><Relationship Id="rId4" Type="http://schemas.openxmlformats.org/officeDocument/2006/relationships/image" Target="../media/image159.png"/></Relationships>
</file>

<file path=ppt/slides/_rels/slide116.xml.rels><?xml version="1.0" encoding="UTF-8" standalone="yes"?>
<Relationships xmlns="http://schemas.openxmlformats.org/package/2006/relationships"><Relationship Id="rId3" Type="http://schemas.openxmlformats.org/officeDocument/2006/relationships/image" Target="../media/image181.png"/><Relationship Id="rId2" Type="http://schemas.openxmlformats.org/officeDocument/2006/relationships/image" Target="../media/image130.png"/><Relationship Id="rId1" Type="http://schemas.openxmlformats.org/officeDocument/2006/relationships/slideLayout" Target="../slideLayouts/slideLayout2.xml"/><Relationship Id="rId5" Type="http://schemas.openxmlformats.org/officeDocument/2006/relationships/image" Target="../media/image182.png"/><Relationship Id="rId4" Type="http://schemas.openxmlformats.org/officeDocument/2006/relationships/image" Target="../media/image132.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580.png"/><Relationship Id="rId2" Type="http://schemas.openxmlformats.org/officeDocument/2006/relationships/image" Target="../media/image550.png"/><Relationship Id="rId1" Type="http://schemas.openxmlformats.org/officeDocument/2006/relationships/slideLayout" Target="../slideLayouts/slideLayout2.xml"/><Relationship Id="rId4" Type="http://schemas.openxmlformats.org/officeDocument/2006/relationships/image" Target="../media/image570.png"/></Relationships>
</file>

<file path=ppt/slides/_rels/slide119.xml.rels><?xml version="1.0" encoding="UTF-8" standalone="yes"?>
<Relationships xmlns="http://schemas.openxmlformats.org/package/2006/relationships"><Relationship Id="rId3" Type="http://schemas.openxmlformats.org/officeDocument/2006/relationships/image" Target="../media/image590.png"/><Relationship Id="rId2" Type="http://schemas.openxmlformats.org/officeDocument/2006/relationships/image" Target="../media/image550.png"/><Relationship Id="rId1" Type="http://schemas.openxmlformats.org/officeDocument/2006/relationships/slideLayout" Target="../slideLayouts/slideLayout2.xml"/><Relationship Id="rId4" Type="http://schemas.openxmlformats.org/officeDocument/2006/relationships/image" Target="../media/image570.png"/></Relationships>
</file>

<file path=ppt/slides/_rels/slide120.xml.rels><?xml version="1.0" encoding="UTF-8" standalone="yes"?>
<Relationships xmlns="http://schemas.openxmlformats.org/package/2006/relationships"><Relationship Id="rId3" Type="http://schemas.openxmlformats.org/officeDocument/2006/relationships/image" Target="../media/image600.png"/><Relationship Id="rId2" Type="http://schemas.openxmlformats.org/officeDocument/2006/relationships/image" Target="../media/image550.png"/><Relationship Id="rId1" Type="http://schemas.openxmlformats.org/officeDocument/2006/relationships/slideLayout" Target="../slideLayouts/slideLayout2.xml"/><Relationship Id="rId4" Type="http://schemas.openxmlformats.org/officeDocument/2006/relationships/image" Target="../media/image570.png"/></Relationships>
</file>

<file path=ppt/slides/_rels/slide121.xml.rels><?xml version="1.0" encoding="UTF-8" standalone="yes"?>
<Relationships xmlns="http://schemas.openxmlformats.org/package/2006/relationships"><Relationship Id="rId3" Type="http://schemas.openxmlformats.org/officeDocument/2006/relationships/image" Target="../media/image630.png"/><Relationship Id="rId2" Type="http://schemas.openxmlformats.org/officeDocument/2006/relationships/image" Target="../media/image183.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650.png"/><Relationship Id="rId4" Type="http://schemas.openxmlformats.org/officeDocument/2006/relationships/image" Target="../media/image640.png"/></Relationships>
</file>

<file path=ppt/slides/_rels/slide122.xml.rels><?xml version="1.0" encoding="UTF-8" standalone="yes"?>
<Relationships xmlns="http://schemas.openxmlformats.org/package/2006/relationships"><Relationship Id="rId3" Type="http://schemas.openxmlformats.org/officeDocument/2006/relationships/image" Target="../media/image185.png"/><Relationship Id="rId2" Type="http://schemas.openxmlformats.org/officeDocument/2006/relationships/image" Target="../media/image184.png"/><Relationship Id="rId1" Type="http://schemas.openxmlformats.org/officeDocument/2006/relationships/slideLayout" Target="../slideLayouts/slideLayout2.xml"/><Relationship Id="rId6" Type="http://schemas.openxmlformats.org/officeDocument/2006/relationships/image" Target="../media/image188.png"/><Relationship Id="rId5" Type="http://schemas.openxmlformats.org/officeDocument/2006/relationships/image" Target="../media/image187.png"/><Relationship Id="rId4" Type="http://schemas.openxmlformats.org/officeDocument/2006/relationships/image" Target="../media/image18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9DC0FD-E73C-26A6-891F-61B461076958}"/>
              </a:ext>
            </a:extLst>
          </p:cNvPr>
          <p:cNvSpPr>
            <a:spLocks noGrp="1"/>
          </p:cNvSpPr>
          <p:nvPr>
            <p:ph type="ctrTitle"/>
          </p:nvPr>
        </p:nvSpPr>
        <p:spPr>
          <a:xfrm>
            <a:off x="1524000" y="2794475"/>
            <a:ext cx="9144000" cy="1184161"/>
          </a:xfrm>
        </p:spPr>
        <p:txBody>
          <a:bodyPr>
            <a:normAutofit fontScale="90000"/>
          </a:bodyPr>
          <a:lstStyle/>
          <a:p>
            <a:r>
              <a:rPr lang="en-US" sz="7000" dirty="0">
                <a:solidFill>
                  <a:srgbClr val="32418C"/>
                </a:solidFill>
                <a:latin typeface="Aptos" panose="020B0004020202020204" pitchFamily="34" charset="0"/>
              </a:rPr>
              <a:t>Planning by Dynamic Programming</a:t>
            </a:r>
            <a:endParaRPr lang="en-US" sz="7000" dirty="0">
              <a:latin typeface="Aptos" panose="020B0004020202020204" pitchFamily="34" charset="0"/>
            </a:endParaRPr>
          </a:p>
        </p:txBody>
      </p:sp>
      <p:sp>
        <p:nvSpPr>
          <p:cNvPr id="3" name="Subtitle 2">
            <a:extLst>
              <a:ext uri="{FF2B5EF4-FFF2-40B4-BE49-F238E27FC236}">
                <a16:creationId xmlns:a16="http://schemas.microsoft.com/office/drawing/2014/main" id="{55CA8846-F5F9-9E2F-7E86-4EDFA1AEFED2}"/>
              </a:ext>
            </a:extLst>
          </p:cNvPr>
          <p:cNvSpPr>
            <a:spLocks noGrp="1"/>
          </p:cNvSpPr>
          <p:nvPr>
            <p:ph type="subTitle" idx="1"/>
          </p:nvPr>
        </p:nvSpPr>
        <p:spPr>
          <a:xfrm>
            <a:off x="1524000" y="3978636"/>
            <a:ext cx="9144000" cy="471198"/>
          </a:xfrm>
        </p:spPr>
        <p:txBody>
          <a:bodyPr/>
          <a:lstStyle/>
          <a:p>
            <a:endParaRPr lang="en-US" dirty="0"/>
          </a:p>
        </p:txBody>
      </p:sp>
    </p:spTree>
    <p:extLst>
      <p:ext uri="{BB962C8B-B14F-4D97-AF65-F5344CB8AC3E}">
        <p14:creationId xmlns:p14="http://schemas.microsoft.com/office/powerpoint/2010/main" val="34553692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94EFD6-421F-F3A5-65F6-641E4905BD2D}"/>
              </a:ext>
            </a:extLst>
          </p:cNvPr>
          <p:cNvSpPr>
            <a:spLocks noGrp="1"/>
          </p:cNvSpPr>
          <p:nvPr>
            <p:ph type="title"/>
          </p:nvPr>
        </p:nvSpPr>
        <p:spPr/>
        <p:txBody>
          <a:bodyPr/>
          <a:lstStyle/>
          <a:p>
            <a:r>
              <a:rPr lang="en-PH" dirty="0"/>
              <a:t>Outline</a:t>
            </a:r>
          </a:p>
        </p:txBody>
      </p:sp>
      <p:sp>
        <p:nvSpPr>
          <p:cNvPr id="3" name="Content Placeholder 2">
            <a:extLst>
              <a:ext uri="{FF2B5EF4-FFF2-40B4-BE49-F238E27FC236}">
                <a16:creationId xmlns:a16="http://schemas.microsoft.com/office/drawing/2014/main" id="{F2FB349A-24A8-25DB-3807-B1004D593622}"/>
              </a:ext>
            </a:extLst>
          </p:cNvPr>
          <p:cNvSpPr>
            <a:spLocks noGrp="1"/>
          </p:cNvSpPr>
          <p:nvPr>
            <p:ph idx="1"/>
          </p:nvPr>
        </p:nvSpPr>
        <p:spPr>
          <a:xfrm>
            <a:off x="838200" y="2230966"/>
            <a:ext cx="10515600" cy="3800665"/>
          </a:xfrm>
        </p:spPr>
        <p:txBody>
          <a:bodyPr>
            <a:noAutofit/>
          </a:bodyPr>
          <a:lstStyle/>
          <a:p>
            <a:pPr>
              <a:buFont typeface="Wingdings" panose="05000000000000000000" pitchFamily="2" charset="2"/>
              <a:buChar char="Ø"/>
            </a:pPr>
            <a:r>
              <a:rPr lang="en-US" sz="3200" b="1" dirty="0">
                <a:solidFill>
                  <a:schemeClr val="bg2">
                    <a:lumMod val="90000"/>
                  </a:schemeClr>
                </a:solidFill>
              </a:rPr>
              <a:t> </a:t>
            </a:r>
            <a:r>
              <a:rPr lang="en-US" sz="3200" b="1" dirty="0"/>
              <a:t>Dynamic Programming</a:t>
            </a:r>
          </a:p>
          <a:p>
            <a:pPr>
              <a:buFont typeface="Wingdings" panose="05000000000000000000" pitchFamily="2" charset="2"/>
              <a:buChar char="Ø"/>
            </a:pPr>
            <a:endParaRPr lang="en-US" sz="3200" b="1" dirty="0">
              <a:solidFill>
                <a:schemeClr val="bg2">
                  <a:lumMod val="90000"/>
                </a:schemeClr>
              </a:solidFill>
            </a:endParaRPr>
          </a:p>
          <a:p>
            <a:pPr>
              <a:buFont typeface="Wingdings" panose="05000000000000000000" pitchFamily="2" charset="2"/>
              <a:buChar char="Ø"/>
            </a:pPr>
            <a:r>
              <a:rPr lang="en-US" sz="3200" b="1" dirty="0">
                <a:solidFill>
                  <a:schemeClr val="bg2">
                    <a:lumMod val="90000"/>
                  </a:schemeClr>
                </a:solidFill>
              </a:rPr>
              <a:t> Policy Evaluation</a:t>
            </a:r>
          </a:p>
          <a:p>
            <a:pPr>
              <a:buFont typeface="Wingdings" panose="05000000000000000000" pitchFamily="2" charset="2"/>
              <a:buChar char="Ø"/>
            </a:pPr>
            <a:endParaRPr lang="en-US" sz="3200" b="1" dirty="0">
              <a:solidFill>
                <a:schemeClr val="bg2">
                  <a:lumMod val="90000"/>
                </a:schemeClr>
              </a:solidFill>
            </a:endParaRPr>
          </a:p>
          <a:p>
            <a:pPr>
              <a:buFont typeface="Wingdings" panose="05000000000000000000" pitchFamily="2" charset="2"/>
              <a:buChar char="Ø"/>
            </a:pPr>
            <a:r>
              <a:rPr lang="en-US" sz="3200" b="1" dirty="0">
                <a:solidFill>
                  <a:schemeClr val="bg2">
                    <a:lumMod val="90000"/>
                  </a:schemeClr>
                </a:solidFill>
              </a:rPr>
              <a:t> Policy Iteration</a:t>
            </a:r>
          </a:p>
          <a:p>
            <a:pPr>
              <a:buFont typeface="Wingdings" panose="05000000000000000000" pitchFamily="2" charset="2"/>
              <a:buChar char="Ø"/>
            </a:pPr>
            <a:endParaRPr lang="en-US" sz="3200" b="1" dirty="0">
              <a:solidFill>
                <a:schemeClr val="bg2">
                  <a:lumMod val="90000"/>
                </a:schemeClr>
              </a:solidFill>
            </a:endParaRPr>
          </a:p>
          <a:p>
            <a:pPr>
              <a:buFont typeface="Wingdings" panose="05000000000000000000" pitchFamily="2" charset="2"/>
              <a:buChar char="Ø"/>
            </a:pPr>
            <a:r>
              <a:rPr lang="en-US" sz="3200" b="1" dirty="0">
                <a:solidFill>
                  <a:schemeClr val="bg2">
                    <a:lumMod val="90000"/>
                  </a:schemeClr>
                </a:solidFill>
              </a:rPr>
              <a:t> Value Iteration</a:t>
            </a:r>
          </a:p>
          <a:p>
            <a:pPr>
              <a:buFont typeface="Wingdings" panose="05000000000000000000" pitchFamily="2" charset="2"/>
              <a:buChar char="Ø"/>
            </a:pPr>
            <a:endParaRPr lang="en-US" sz="3200" b="1" dirty="0"/>
          </a:p>
          <a:p>
            <a:pPr>
              <a:buFont typeface="Wingdings" panose="05000000000000000000" pitchFamily="2" charset="2"/>
              <a:buChar char="Ø"/>
            </a:pPr>
            <a:endParaRPr lang="en-US" sz="3200" b="1" dirty="0"/>
          </a:p>
          <a:p>
            <a:pPr marL="0" indent="0">
              <a:buNone/>
            </a:pPr>
            <a:endParaRPr lang="en-US" sz="3200" dirty="0"/>
          </a:p>
        </p:txBody>
      </p:sp>
    </p:spTree>
    <p:extLst>
      <p:ext uri="{BB962C8B-B14F-4D97-AF65-F5344CB8AC3E}">
        <p14:creationId xmlns:p14="http://schemas.microsoft.com/office/powerpoint/2010/main" val="21290526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3" name="Table 2">
                <a:extLst>
                  <a:ext uri="{FF2B5EF4-FFF2-40B4-BE49-F238E27FC236}">
                    <a16:creationId xmlns:a16="http://schemas.microsoft.com/office/drawing/2014/main" id="{01A588BC-28FC-8F94-F2B6-2F0A0A6F96C8}"/>
                  </a:ext>
                </a:extLst>
              </p:cNvPr>
              <p:cNvGraphicFramePr>
                <a:graphicFrameLocks noGrp="1"/>
              </p:cNvGraphicFramePr>
              <p:nvPr>
                <p:extLst>
                  <p:ext uri="{D42A27DB-BD31-4B8C-83A1-F6EECF244321}">
                    <p14:modId xmlns:p14="http://schemas.microsoft.com/office/powerpoint/2010/main" val="3814702412"/>
                  </p:ext>
                </p:extLst>
              </p:nvPr>
            </p:nvGraphicFramePr>
            <p:xfrm>
              <a:off x="3804920" y="2880360"/>
              <a:ext cx="4582160" cy="1097280"/>
            </p:xfrm>
            <a:graphic>
              <a:graphicData uri="http://schemas.openxmlformats.org/drawingml/2006/table">
                <a:tbl>
                  <a:tblPr firstRow="1" bandRow="1">
                    <a:tableStyleId>{5C22544A-7EE6-4342-B048-85BDC9FD1C3A}</a:tableStyleId>
                  </a:tblPr>
                  <a:tblGrid>
                    <a:gridCol w="2291080">
                      <a:extLst>
                        <a:ext uri="{9D8B030D-6E8A-4147-A177-3AD203B41FA5}">
                          <a16:colId xmlns:a16="http://schemas.microsoft.com/office/drawing/2014/main" val="3343338561"/>
                        </a:ext>
                      </a:extLst>
                    </a:gridCol>
                    <a:gridCol w="2291080">
                      <a:extLst>
                        <a:ext uri="{9D8B030D-6E8A-4147-A177-3AD203B41FA5}">
                          <a16:colId xmlns:a16="http://schemas.microsoft.com/office/drawing/2014/main" val="1532649074"/>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24624722"/>
                      </a:ext>
                    </a:extLst>
                  </a:tr>
                </a:tbl>
              </a:graphicData>
            </a:graphic>
          </p:graphicFrame>
        </mc:Choice>
        <mc:Fallback xmlns="">
          <p:graphicFrame>
            <p:nvGraphicFramePr>
              <p:cNvPr id="3" name="Table 2">
                <a:extLst>
                  <a:ext uri="{FF2B5EF4-FFF2-40B4-BE49-F238E27FC236}">
                    <a16:creationId xmlns:a16="http://schemas.microsoft.com/office/drawing/2014/main" id="{01A588BC-28FC-8F94-F2B6-2F0A0A6F96C8}"/>
                  </a:ext>
                </a:extLst>
              </p:cNvPr>
              <p:cNvGraphicFramePr>
                <a:graphicFrameLocks noGrp="1"/>
              </p:cNvGraphicFramePr>
              <p:nvPr>
                <p:extLst>
                  <p:ext uri="{D42A27DB-BD31-4B8C-83A1-F6EECF244321}">
                    <p14:modId xmlns:p14="http://schemas.microsoft.com/office/powerpoint/2010/main" val="3814702412"/>
                  </p:ext>
                </p:extLst>
              </p:nvPr>
            </p:nvGraphicFramePr>
            <p:xfrm>
              <a:off x="3804920" y="2880360"/>
              <a:ext cx="4582160" cy="1097280"/>
            </p:xfrm>
            <a:graphic>
              <a:graphicData uri="http://schemas.openxmlformats.org/drawingml/2006/table">
                <a:tbl>
                  <a:tblPr firstRow="1" bandRow="1">
                    <a:tableStyleId>{5C22544A-7EE6-4342-B048-85BDC9FD1C3A}</a:tableStyleId>
                  </a:tblPr>
                  <a:tblGrid>
                    <a:gridCol w="2291080">
                      <a:extLst>
                        <a:ext uri="{9D8B030D-6E8A-4147-A177-3AD203B41FA5}">
                          <a16:colId xmlns:a16="http://schemas.microsoft.com/office/drawing/2014/main" val="3343338561"/>
                        </a:ext>
                      </a:extLst>
                    </a:gridCol>
                    <a:gridCol w="2291080">
                      <a:extLst>
                        <a:ext uri="{9D8B030D-6E8A-4147-A177-3AD203B41FA5}">
                          <a16:colId xmlns:a16="http://schemas.microsoft.com/office/drawing/2014/main" val="1532649074"/>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r="-100552"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00000" r="-552"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24624722"/>
                      </a:ext>
                    </a:extLst>
                  </a:tr>
                </a:tbl>
              </a:graphicData>
            </a:graphic>
          </p:graphicFrame>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1AE7916-4593-6F8D-6598-8D1423B5BB36}"/>
                  </a:ext>
                </a:extLst>
              </p:cNvPr>
              <p:cNvSpPr txBox="1"/>
              <p:nvPr/>
            </p:nvSpPr>
            <p:spPr>
              <a:xfrm>
                <a:off x="6096000" y="4629150"/>
                <a:ext cx="4448525" cy="1323439"/>
              </a:xfrm>
              <a:prstGeom prst="rect">
                <a:avLst/>
              </a:prstGeom>
              <a:noFill/>
            </p:spPr>
            <p:txBody>
              <a:bodyPr wrap="none" rtlCol="0">
                <a:spAutoFit/>
              </a:bodyPr>
              <a:lstStyle/>
              <a:p>
                <a:r>
                  <a:rPr lang="en-US" sz="4000" b="1" dirty="0"/>
                  <a:t>Recurrence</a:t>
                </a:r>
                <a:r>
                  <a:rPr lang="en-US" sz="4000" dirty="0"/>
                  <a:t>:</a:t>
                </a:r>
              </a:p>
              <a:p>
                <a:pPr/>
                <a14:m>
                  <m:oMathPara xmlns:m="http://schemas.openxmlformats.org/officeDocument/2006/math">
                    <m:oMathParaPr>
                      <m:jc m:val="centerGroup"/>
                    </m:oMathParaPr>
                    <m:oMath xmlns:m="http://schemas.openxmlformats.org/officeDocument/2006/math">
                      <m:sSub>
                        <m:sSubPr>
                          <m:ctrlPr>
                            <a:rPr lang="en-US" sz="4000" i="1" smtClean="0">
                              <a:solidFill>
                                <a:schemeClr val="tx1"/>
                              </a:solidFill>
                              <a:latin typeface="Cambria Math" panose="02040503050406030204" pitchFamily="18" charset="0"/>
                            </a:rPr>
                          </m:ctrlPr>
                        </m:sSubPr>
                        <m:e>
                          <m:r>
                            <a:rPr lang="en-GB" sz="4000" b="0" i="1" smtClean="0">
                              <a:solidFill>
                                <a:schemeClr val="tx1"/>
                              </a:solidFill>
                              <a:latin typeface="Cambria Math" panose="02040503050406030204" pitchFamily="18" charset="0"/>
                            </a:rPr>
                            <m:t>𝐹</m:t>
                          </m:r>
                        </m:e>
                        <m:sub>
                          <m:r>
                            <a:rPr lang="en-GB" sz="4000" b="0" i="1" smtClean="0">
                              <a:solidFill>
                                <a:schemeClr val="tx1"/>
                              </a:solidFill>
                              <a:latin typeface="Cambria Math" panose="02040503050406030204" pitchFamily="18" charset="0"/>
                            </a:rPr>
                            <m:t>𝑛</m:t>
                          </m:r>
                        </m:sub>
                      </m:sSub>
                      <m:r>
                        <a:rPr lang="en-GB" sz="4000" b="0" i="1" smtClean="0">
                          <a:solidFill>
                            <a:schemeClr val="tx1"/>
                          </a:solidFill>
                          <a:latin typeface="Cambria Math" panose="02040503050406030204" pitchFamily="18" charset="0"/>
                        </a:rPr>
                        <m:t>=</m:t>
                      </m:r>
                      <m:sSub>
                        <m:sSubPr>
                          <m:ctrlPr>
                            <a:rPr lang="en-US" sz="4000" i="1">
                              <a:latin typeface="Cambria Math" panose="02040503050406030204" pitchFamily="18" charset="0"/>
                            </a:rPr>
                          </m:ctrlPr>
                        </m:sSubPr>
                        <m:e>
                          <m:r>
                            <a:rPr lang="en-GB" sz="4000" b="0" i="1">
                              <a:latin typeface="Cambria Math" panose="02040503050406030204" pitchFamily="18" charset="0"/>
                            </a:rPr>
                            <m:t>𝐹</m:t>
                          </m:r>
                        </m:e>
                        <m:sub>
                          <m:r>
                            <a:rPr lang="en-GB" sz="4000" b="0" i="1" smtClean="0">
                              <a:latin typeface="Cambria Math" panose="02040503050406030204" pitchFamily="18" charset="0"/>
                            </a:rPr>
                            <m:t>𝑛</m:t>
                          </m:r>
                          <m:r>
                            <a:rPr lang="en-GB" sz="4000" b="0" i="1" smtClean="0">
                              <a:latin typeface="Cambria Math" panose="02040503050406030204" pitchFamily="18" charset="0"/>
                            </a:rPr>
                            <m:t>−1</m:t>
                          </m:r>
                        </m:sub>
                      </m:sSub>
                      <m:r>
                        <a:rPr lang="en-GB" sz="4000" b="0" i="1" smtClean="0">
                          <a:latin typeface="Cambria Math" panose="02040503050406030204" pitchFamily="18" charset="0"/>
                        </a:rPr>
                        <m:t>+</m:t>
                      </m:r>
                      <m:sSub>
                        <m:sSubPr>
                          <m:ctrlPr>
                            <a:rPr lang="en-US" sz="4000" i="1">
                              <a:latin typeface="Cambria Math" panose="02040503050406030204" pitchFamily="18" charset="0"/>
                            </a:rPr>
                          </m:ctrlPr>
                        </m:sSubPr>
                        <m:e>
                          <m:r>
                            <a:rPr lang="en-GB" sz="4000" b="0" i="1">
                              <a:latin typeface="Cambria Math" panose="02040503050406030204" pitchFamily="18" charset="0"/>
                            </a:rPr>
                            <m:t>𝐹</m:t>
                          </m:r>
                        </m:e>
                        <m:sub>
                          <m:r>
                            <a:rPr lang="en-GB" sz="4000" b="0" i="1" smtClean="0">
                              <a:latin typeface="Cambria Math" panose="02040503050406030204" pitchFamily="18" charset="0"/>
                            </a:rPr>
                            <m:t>𝑛</m:t>
                          </m:r>
                          <m:r>
                            <a:rPr lang="en-GB" sz="4000" b="0" i="1" smtClean="0">
                              <a:latin typeface="Cambria Math" panose="02040503050406030204" pitchFamily="18" charset="0"/>
                            </a:rPr>
                            <m:t>−2</m:t>
                          </m:r>
                        </m:sub>
                      </m:sSub>
                    </m:oMath>
                  </m:oMathPara>
                </a14:m>
                <a:endParaRPr lang="en-US" sz="4000" dirty="0"/>
              </a:p>
            </p:txBody>
          </p:sp>
        </mc:Choice>
        <mc:Fallback xmlns="">
          <p:sp>
            <p:nvSpPr>
              <p:cNvPr id="4" name="TextBox 3">
                <a:extLst>
                  <a:ext uri="{FF2B5EF4-FFF2-40B4-BE49-F238E27FC236}">
                    <a16:creationId xmlns:a16="http://schemas.microsoft.com/office/drawing/2014/main" id="{81AE7916-4593-6F8D-6598-8D1423B5BB36}"/>
                  </a:ext>
                </a:extLst>
              </p:cNvPr>
              <p:cNvSpPr txBox="1">
                <a:spLocks noRot="1" noChangeAspect="1" noMove="1" noResize="1" noEditPoints="1" noAdjustHandles="1" noChangeArrowheads="1" noChangeShapeType="1" noTextEdit="1"/>
              </p:cNvSpPr>
              <p:nvPr/>
            </p:nvSpPr>
            <p:spPr>
              <a:xfrm>
                <a:off x="6096000" y="4629150"/>
                <a:ext cx="4448525" cy="1323439"/>
              </a:xfrm>
              <a:prstGeom prst="rect">
                <a:avLst/>
              </a:prstGeom>
              <a:blipFill>
                <a:blip r:embed="rId3"/>
                <a:stretch>
                  <a:fillRect l="-4843" t="-8571" b="-19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0EF97870-BF62-DE3C-7DCE-C6DC411BDA38}"/>
                  </a:ext>
                </a:extLst>
              </p:cNvPr>
              <p:cNvSpPr txBox="1"/>
              <p:nvPr/>
            </p:nvSpPr>
            <p:spPr>
              <a:xfrm>
                <a:off x="795075" y="4629149"/>
                <a:ext cx="2781531" cy="1323439"/>
              </a:xfrm>
              <a:prstGeom prst="rect">
                <a:avLst/>
              </a:prstGeom>
              <a:noFill/>
            </p:spPr>
            <p:txBody>
              <a:bodyPr wrap="none" rtlCol="0">
                <a:spAutoFit/>
              </a:bodyPr>
              <a:lstStyle/>
              <a:p>
                <a:r>
                  <a:rPr lang="en-US" sz="4000" b="1" dirty="0"/>
                  <a:t>Base Case</a:t>
                </a:r>
                <a:r>
                  <a:rPr lang="en-US" sz="4000" dirty="0"/>
                  <a:t>:</a:t>
                </a:r>
              </a:p>
              <a:p>
                <a:pPr/>
                <a14:m>
                  <m:oMathPara xmlns:m="http://schemas.openxmlformats.org/officeDocument/2006/math">
                    <m:oMathParaPr>
                      <m:jc m:val="centerGroup"/>
                    </m:oMathParaPr>
                    <m:oMath xmlns:m="http://schemas.openxmlformats.org/officeDocument/2006/math">
                      <m:sSub>
                        <m:sSubPr>
                          <m:ctrlPr>
                            <a:rPr lang="en-US" sz="4000" i="1">
                              <a:latin typeface="Cambria Math" panose="02040503050406030204" pitchFamily="18" charset="0"/>
                            </a:rPr>
                          </m:ctrlPr>
                        </m:sSubPr>
                        <m:e>
                          <m:r>
                            <a:rPr lang="en-GB" sz="4000" b="0" i="1">
                              <a:latin typeface="Cambria Math" panose="02040503050406030204" pitchFamily="18" charset="0"/>
                            </a:rPr>
                            <m:t>𝐹</m:t>
                          </m:r>
                        </m:e>
                        <m:sub>
                          <m:r>
                            <a:rPr lang="en-GB" sz="4000" b="0" i="1" smtClean="0">
                              <a:latin typeface="Cambria Math" panose="02040503050406030204" pitchFamily="18" charset="0"/>
                            </a:rPr>
                            <m:t>1</m:t>
                          </m:r>
                        </m:sub>
                      </m:sSub>
                      <m:r>
                        <a:rPr lang="en-GB" sz="4000" b="0" i="1" smtClean="0">
                          <a:latin typeface="Cambria Math" panose="02040503050406030204" pitchFamily="18" charset="0"/>
                        </a:rPr>
                        <m:t>, </m:t>
                      </m:r>
                      <m:sSub>
                        <m:sSubPr>
                          <m:ctrlPr>
                            <a:rPr lang="en-US" sz="4000" i="1">
                              <a:latin typeface="Cambria Math" panose="02040503050406030204" pitchFamily="18" charset="0"/>
                            </a:rPr>
                          </m:ctrlPr>
                        </m:sSubPr>
                        <m:e>
                          <m:r>
                            <a:rPr lang="en-GB" sz="4000" b="0" i="1">
                              <a:latin typeface="Cambria Math" panose="02040503050406030204" pitchFamily="18" charset="0"/>
                            </a:rPr>
                            <m:t>𝐹</m:t>
                          </m:r>
                        </m:e>
                        <m:sub>
                          <m:r>
                            <a:rPr lang="en-GB" sz="4000" b="0" i="1" smtClean="0">
                              <a:latin typeface="Cambria Math" panose="02040503050406030204" pitchFamily="18" charset="0"/>
                            </a:rPr>
                            <m:t>2</m:t>
                          </m:r>
                        </m:sub>
                      </m:sSub>
                      <m:r>
                        <a:rPr lang="en-GB" sz="4000" b="0" i="1" smtClean="0">
                          <a:latin typeface="Cambria Math" panose="02040503050406030204" pitchFamily="18" charset="0"/>
                        </a:rPr>
                        <m:t>=1</m:t>
                      </m:r>
                    </m:oMath>
                  </m:oMathPara>
                </a14:m>
                <a:endParaRPr lang="en-US" sz="4000" dirty="0"/>
              </a:p>
            </p:txBody>
          </p:sp>
        </mc:Choice>
        <mc:Fallback xmlns="">
          <p:sp>
            <p:nvSpPr>
              <p:cNvPr id="5" name="TextBox 4">
                <a:extLst>
                  <a:ext uri="{FF2B5EF4-FFF2-40B4-BE49-F238E27FC236}">
                    <a16:creationId xmlns:a16="http://schemas.microsoft.com/office/drawing/2014/main" id="{0EF97870-BF62-DE3C-7DCE-C6DC411BDA38}"/>
                  </a:ext>
                </a:extLst>
              </p:cNvPr>
              <p:cNvSpPr txBox="1">
                <a:spLocks noRot="1" noChangeAspect="1" noMove="1" noResize="1" noEditPoints="1" noAdjustHandles="1" noChangeArrowheads="1" noChangeShapeType="1" noTextEdit="1"/>
              </p:cNvSpPr>
              <p:nvPr/>
            </p:nvSpPr>
            <p:spPr>
              <a:xfrm>
                <a:off x="795075" y="4629149"/>
                <a:ext cx="2781531" cy="1323439"/>
              </a:xfrm>
              <a:prstGeom prst="rect">
                <a:avLst/>
              </a:prstGeom>
              <a:blipFill>
                <a:blip r:embed="rId4"/>
                <a:stretch>
                  <a:fillRect l="-7727" t="-8571" r="-6818" b="-1905"/>
                </a:stretch>
              </a:blipFill>
            </p:spPr>
            <p:txBody>
              <a:bodyPr/>
              <a:lstStyle/>
              <a:p>
                <a:r>
                  <a:rPr lang="en-US">
                    <a:noFill/>
                  </a:rPr>
                  <a:t> </a:t>
                </a:r>
              </a:p>
            </p:txBody>
          </p:sp>
        </mc:Fallback>
      </mc:AlternateContent>
      <p:sp>
        <p:nvSpPr>
          <p:cNvPr id="13" name="Title 1">
            <a:extLst>
              <a:ext uri="{FF2B5EF4-FFF2-40B4-BE49-F238E27FC236}">
                <a16:creationId xmlns:a16="http://schemas.microsoft.com/office/drawing/2014/main" id="{CA2ACF3A-1D7B-B995-1E8B-14B9CED4456D}"/>
              </a:ext>
            </a:extLst>
          </p:cNvPr>
          <p:cNvSpPr txBox="1">
            <a:spLocks/>
          </p:cNvSpPr>
          <p:nvPr/>
        </p:nvSpPr>
        <p:spPr>
          <a:xfrm>
            <a:off x="838200" y="826369"/>
            <a:ext cx="10515600" cy="1325563"/>
          </a:xfrm>
          <a:prstGeom prst="rect">
            <a:avLst/>
          </a:prstGeom>
        </p:spPr>
        <p:txBody>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Fibonacci Sequence</a:t>
            </a:r>
          </a:p>
        </p:txBody>
      </p:sp>
    </p:spTree>
    <p:extLst>
      <p:ext uri="{BB962C8B-B14F-4D97-AF65-F5344CB8AC3E}">
        <p14:creationId xmlns:p14="http://schemas.microsoft.com/office/powerpoint/2010/main" val="6592359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5D39363-F5BB-6DBE-E15A-7AA4D59E752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3" name="Table 2">
                <a:extLst>
                  <a:ext uri="{FF2B5EF4-FFF2-40B4-BE49-F238E27FC236}">
                    <a16:creationId xmlns:a16="http://schemas.microsoft.com/office/drawing/2014/main" id="{F782C880-9F96-79D4-6992-B84EEEE52EFE}"/>
                  </a:ext>
                </a:extLst>
              </p:cNvPr>
              <p:cNvGraphicFramePr>
                <a:graphicFrameLocks noGrp="1"/>
              </p:cNvGraphicFramePr>
              <p:nvPr>
                <p:extLst>
                  <p:ext uri="{D42A27DB-BD31-4B8C-83A1-F6EECF244321}">
                    <p14:modId xmlns:p14="http://schemas.microsoft.com/office/powerpoint/2010/main" val="3619004446"/>
                  </p:ext>
                </p:extLst>
              </p:nvPr>
            </p:nvGraphicFramePr>
            <p:xfrm>
              <a:off x="3804920" y="2880360"/>
              <a:ext cx="4582161" cy="1097280"/>
            </p:xfrm>
            <a:graphic>
              <a:graphicData uri="http://schemas.openxmlformats.org/drawingml/2006/table">
                <a:tbl>
                  <a:tblPr firstRow="1" bandRow="1">
                    <a:tableStyleId>{5C22544A-7EE6-4342-B048-85BDC9FD1C3A}</a:tableStyleId>
                  </a:tblPr>
                  <a:tblGrid>
                    <a:gridCol w="1527387">
                      <a:extLst>
                        <a:ext uri="{9D8B030D-6E8A-4147-A177-3AD203B41FA5}">
                          <a16:colId xmlns:a16="http://schemas.microsoft.com/office/drawing/2014/main" val="3343338561"/>
                        </a:ext>
                      </a:extLst>
                    </a:gridCol>
                    <a:gridCol w="1527387">
                      <a:extLst>
                        <a:ext uri="{9D8B030D-6E8A-4147-A177-3AD203B41FA5}">
                          <a16:colId xmlns:a16="http://schemas.microsoft.com/office/drawing/2014/main" val="1532649074"/>
                        </a:ext>
                      </a:extLst>
                    </a:gridCol>
                    <a:gridCol w="1527387">
                      <a:extLst>
                        <a:ext uri="{9D8B030D-6E8A-4147-A177-3AD203B41FA5}">
                          <a16:colId xmlns:a16="http://schemas.microsoft.com/office/drawing/2014/main" val="4065968704"/>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extLst>
                      <a:ext uri="{0D108BD9-81ED-4DB2-BD59-A6C34878D82A}">
                        <a16:rowId xmlns:a16="http://schemas.microsoft.com/office/drawing/2014/main" val="824624722"/>
                      </a:ext>
                    </a:extLst>
                  </a:tr>
                </a:tbl>
              </a:graphicData>
            </a:graphic>
          </p:graphicFrame>
        </mc:Choice>
        <mc:Fallback xmlns="">
          <p:graphicFrame>
            <p:nvGraphicFramePr>
              <p:cNvPr id="3" name="Table 2">
                <a:extLst>
                  <a:ext uri="{FF2B5EF4-FFF2-40B4-BE49-F238E27FC236}">
                    <a16:creationId xmlns:a16="http://schemas.microsoft.com/office/drawing/2014/main" id="{F782C880-9F96-79D4-6992-B84EEEE52EFE}"/>
                  </a:ext>
                </a:extLst>
              </p:cNvPr>
              <p:cNvGraphicFramePr>
                <a:graphicFrameLocks noGrp="1"/>
              </p:cNvGraphicFramePr>
              <p:nvPr>
                <p:extLst>
                  <p:ext uri="{D42A27DB-BD31-4B8C-83A1-F6EECF244321}">
                    <p14:modId xmlns:p14="http://schemas.microsoft.com/office/powerpoint/2010/main" val="3619004446"/>
                  </p:ext>
                </p:extLst>
              </p:nvPr>
            </p:nvGraphicFramePr>
            <p:xfrm>
              <a:off x="3804920" y="2880360"/>
              <a:ext cx="4582161" cy="1097280"/>
            </p:xfrm>
            <a:graphic>
              <a:graphicData uri="http://schemas.openxmlformats.org/drawingml/2006/table">
                <a:tbl>
                  <a:tblPr firstRow="1" bandRow="1">
                    <a:tableStyleId>{5C22544A-7EE6-4342-B048-85BDC9FD1C3A}</a:tableStyleId>
                  </a:tblPr>
                  <a:tblGrid>
                    <a:gridCol w="1527387">
                      <a:extLst>
                        <a:ext uri="{9D8B030D-6E8A-4147-A177-3AD203B41FA5}">
                          <a16:colId xmlns:a16="http://schemas.microsoft.com/office/drawing/2014/main" val="3343338561"/>
                        </a:ext>
                      </a:extLst>
                    </a:gridCol>
                    <a:gridCol w="1527387">
                      <a:extLst>
                        <a:ext uri="{9D8B030D-6E8A-4147-A177-3AD203B41FA5}">
                          <a16:colId xmlns:a16="http://schemas.microsoft.com/office/drawing/2014/main" val="1532649074"/>
                        </a:ext>
                      </a:extLst>
                    </a:gridCol>
                    <a:gridCol w="1527387">
                      <a:extLst>
                        <a:ext uri="{9D8B030D-6E8A-4147-A177-3AD203B41FA5}">
                          <a16:colId xmlns:a16="http://schemas.microsoft.com/office/drawing/2014/main" val="4065968704"/>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r="-200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00833" r="-101667"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99174" r="-826"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extLst>
                      <a:ext uri="{0D108BD9-81ED-4DB2-BD59-A6C34878D82A}">
                        <a16:rowId xmlns:a16="http://schemas.microsoft.com/office/drawing/2014/main" val="824624722"/>
                      </a:ext>
                    </a:extLst>
                  </a:tr>
                </a:tbl>
              </a:graphicData>
            </a:graphic>
          </p:graphicFrame>
        </mc:Fallback>
      </mc:AlternateContent>
      <p:sp>
        <p:nvSpPr>
          <p:cNvPr id="7" name="Title 1">
            <a:extLst>
              <a:ext uri="{FF2B5EF4-FFF2-40B4-BE49-F238E27FC236}">
                <a16:creationId xmlns:a16="http://schemas.microsoft.com/office/drawing/2014/main" id="{AA5A5A90-E801-2C78-D088-CAFD30D23C06}"/>
              </a:ext>
            </a:extLst>
          </p:cNvPr>
          <p:cNvSpPr txBox="1">
            <a:spLocks/>
          </p:cNvSpPr>
          <p:nvPr/>
        </p:nvSpPr>
        <p:spPr>
          <a:xfrm>
            <a:off x="838200" y="826369"/>
            <a:ext cx="10515600" cy="1325563"/>
          </a:xfrm>
          <a:prstGeom prst="rect">
            <a:avLst/>
          </a:prstGeom>
        </p:spPr>
        <p:txBody>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Fibonacci Sequence</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54C2837-E40C-C6D6-BE59-57BAE198C0A1}"/>
                  </a:ext>
                </a:extLst>
              </p:cNvPr>
              <p:cNvSpPr txBox="1"/>
              <p:nvPr/>
            </p:nvSpPr>
            <p:spPr>
              <a:xfrm>
                <a:off x="6096000" y="4629150"/>
                <a:ext cx="4448525" cy="1323439"/>
              </a:xfrm>
              <a:prstGeom prst="rect">
                <a:avLst/>
              </a:prstGeom>
              <a:noFill/>
            </p:spPr>
            <p:txBody>
              <a:bodyPr wrap="none" rtlCol="0">
                <a:spAutoFit/>
              </a:bodyPr>
              <a:lstStyle/>
              <a:p>
                <a:r>
                  <a:rPr lang="en-US" sz="4000" b="1" dirty="0"/>
                  <a:t>Recurrence</a:t>
                </a:r>
                <a:r>
                  <a:rPr lang="en-US" sz="4000" dirty="0"/>
                  <a:t>:</a:t>
                </a:r>
              </a:p>
              <a:p>
                <a:pPr/>
                <a14:m>
                  <m:oMathPara xmlns:m="http://schemas.openxmlformats.org/officeDocument/2006/math">
                    <m:oMathParaPr>
                      <m:jc m:val="centerGroup"/>
                    </m:oMathParaPr>
                    <m:oMath xmlns:m="http://schemas.openxmlformats.org/officeDocument/2006/math">
                      <m:sSub>
                        <m:sSubPr>
                          <m:ctrlPr>
                            <a:rPr lang="en-US" sz="4000" i="1" smtClean="0">
                              <a:solidFill>
                                <a:schemeClr val="tx1"/>
                              </a:solidFill>
                              <a:latin typeface="Cambria Math" panose="02040503050406030204" pitchFamily="18" charset="0"/>
                            </a:rPr>
                          </m:ctrlPr>
                        </m:sSubPr>
                        <m:e>
                          <m:r>
                            <a:rPr lang="en-GB" sz="4000" b="0" i="1" smtClean="0">
                              <a:solidFill>
                                <a:schemeClr val="tx1"/>
                              </a:solidFill>
                              <a:latin typeface="Cambria Math" panose="02040503050406030204" pitchFamily="18" charset="0"/>
                            </a:rPr>
                            <m:t>𝐹</m:t>
                          </m:r>
                        </m:e>
                        <m:sub>
                          <m:r>
                            <a:rPr lang="en-GB" sz="4000" b="0" i="1" smtClean="0">
                              <a:solidFill>
                                <a:schemeClr val="tx1"/>
                              </a:solidFill>
                              <a:latin typeface="Cambria Math" panose="02040503050406030204" pitchFamily="18" charset="0"/>
                            </a:rPr>
                            <m:t>𝑛</m:t>
                          </m:r>
                        </m:sub>
                      </m:sSub>
                      <m:r>
                        <a:rPr lang="en-GB" sz="4000" b="0" i="1" smtClean="0">
                          <a:solidFill>
                            <a:schemeClr val="tx1"/>
                          </a:solidFill>
                          <a:latin typeface="Cambria Math" panose="02040503050406030204" pitchFamily="18" charset="0"/>
                        </a:rPr>
                        <m:t>=</m:t>
                      </m:r>
                      <m:sSub>
                        <m:sSubPr>
                          <m:ctrlPr>
                            <a:rPr lang="en-US" sz="4000" i="1">
                              <a:latin typeface="Cambria Math" panose="02040503050406030204" pitchFamily="18" charset="0"/>
                            </a:rPr>
                          </m:ctrlPr>
                        </m:sSubPr>
                        <m:e>
                          <m:r>
                            <a:rPr lang="en-GB" sz="4000" b="0" i="1">
                              <a:latin typeface="Cambria Math" panose="02040503050406030204" pitchFamily="18" charset="0"/>
                            </a:rPr>
                            <m:t>𝐹</m:t>
                          </m:r>
                        </m:e>
                        <m:sub>
                          <m:r>
                            <a:rPr lang="en-GB" sz="4000" b="0" i="1" smtClean="0">
                              <a:latin typeface="Cambria Math" panose="02040503050406030204" pitchFamily="18" charset="0"/>
                            </a:rPr>
                            <m:t>𝑛</m:t>
                          </m:r>
                          <m:r>
                            <a:rPr lang="en-GB" sz="4000" b="0" i="1" smtClean="0">
                              <a:latin typeface="Cambria Math" panose="02040503050406030204" pitchFamily="18" charset="0"/>
                            </a:rPr>
                            <m:t>−1</m:t>
                          </m:r>
                        </m:sub>
                      </m:sSub>
                      <m:r>
                        <a:rPr lang="en-GB" sz="4000" b="0" i="1" smtClean="0">
                          <a:latin typeface="Cambria Math" panose="02040503050406030204" pitchFamily="18" charset="0"/>
                        </a:rPr>
                        <m:t>+</m:t>
                      </m:r>
                      <m:sSub>
                        <m:sSubPr>
                          <m:ctrlPr>
                            <a:rPr lang="en-US" sz="4000" i="1">
                              <a:latin typeface="Cambria Math" panose="02040503050406030204" pitchFamily="18" charset="0"/>
                            </a:rPr>
                          </m:ctrlPr>
                        </m:sSubPr>
                        <m:e>
                          <m:r>
                            <a:rPr lang="en-GB" sz="4000" b="0" i="1">
                              <a:latin typeface="Cambria Math" panose="02040503050406030204" pitchFamily="18" charset="0"/>
                            </a:rPr>
                            <m:t>𝐹</m:t>
                          </m:r>
                        </m:e>
                        <m:sub>
                          <m:r>
                            <a:rPr lang="en-GB" sz="4000" b="0" i="1" smtClean="0">
                              <a:latin typeface="Cambria Math" panose="02040503050406030204" pitchFamily="18" charset="0"/>
                            </a:rPr>
                            <m:t>𝑛</m:t>
                          </m:r>
                          <m:r>
                            <a:rPr lang="en-GB" sz="4000" b="0" i="1" smtClean="0">
                              <a:latin typeface="Cambria Math" panose="02040503050406030204" pitchFamily="18" charset="0"/>
                            </a:rPr>
                            <m:t>−2</m:t>
                          </m:r>
                        </m:sub>
                      </m:sSub>
                    </m:oMath>
                  </m:oMathPara>
                </a14:m>
                <a:endParaRPr lang="en-US" sz="4000" dirty="0"/>
              </a:p>
            </p:txBody>
          </p:sp>
        </mc:Choice>
        <mc:Fallback xmlns="">
          <p:sp>
            <p:nvSpPr>
              <p:cNvPr id="8" name="TextBox 7">
                <a:extLst>
                  <a:ext uri="{FF2B5EF4-FFF2-40B4-BE49-F238E27FC236}">
                    <a16:creationId xmlns:a16="http://schemas.microsoft.com/office/drawing/2014/main" id="{A54C2837-E40C-C6D6-BE59-57BAE198C0A1}"/>
                  </a:ext>
                </a:extLst>
              </p:cNvPr>
              <p:cNvSpPr txBox="1">
                <a:spLocks noRot="1" noChangeAspect="1" noMove="1" noResize="1" noEditPoints="1" noAdjustHandles="1" noChangeArrowheads="1" noChangeShapeType="1" noTextEdit="1"/>
              </p:cNvSpPr>
              <p:nvPr/>
            </p:nvSpPr>
            <p:spPr>
              <a:xfrm>
                <a:off x="6096000" y="4629150"/>
                <a:ext cx="4448525" cy="1323439"/>
              </a:xfrm>
              <a:prstGeom prst="rect">
                <a:avLst/>
              </a:prstGeom>
              <a:blipFill>
                <a:blip r:embed="rId3"/>
                <a:stretch>
                  <a:fillRect l="-4843" t="-8571" b="-19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7F4B8F7D-91CF-7698-50B3-506B88B9931E}"/>
                  </a:ext>
                </a:extLst>
              </p:cNvPr>
              <p:cNvSpPr txBox="1"/>
              <p:nvPr/>
            </p:nvSpPr>
            <p:spPr>
              <a:xfrm>
                <a:off x="795075" y="4629149"/>
                <a:ext cx="2781531" cy="1323439"/>
              </a:xfrm>
              <a:prstGeom prst="rect">
                <a:avLst/>
              </a:prstGeom>
              <a:noFill/>
            </p:spPr>
            <p:txBody>
              <a:bodyPr wrap="none" rtlCol="0">
                <a:spAutoFit/>
              </a:bodyPr>
              <a:lstStyle/>
              <a:p>
                <a:r>
                  <a:rPr lang="en-US" sz="4000" b="1" dirty="0"/>
                  <a:t>Base Case</a:t>
                </a:r>
                <a:r>
                  <a:rPr lang="en-US" sz="4000" dirty="0"/>
                  <a:t>:</a:t>
                </a:r>
              </a:p>
              <a:p>
                <a:pPr/>
                <a14:m>
                  <m:oMathPara xmlns:m="http://schemas.openxmlformats.org/officeDocument/2006/math">
                    <m:oMathParaPr>
                      <m:jc m:val="centerGroup"/>
                    </m:oMathParaPr>
                    <m:oMath xmlns:m="http://schemas.openxmlformats.org/officeDocument/2006/math">
                      <m:sSub>
                        <m:sSubPr>
                          <m:ctrlPr>
                            <a:rPr lang="en-US" sz="4000" i="1">
                              <a:latin typeface="Cambria Math" panose="02040503050406030204" pitchFamily="18" charset="0"/>
                            </a:rPr>
                          </m:ctrlPr>
                        </m:sSubPr>
                        <m:e>
                          <m:r>
                            <a:rPr lang="en-GB" sz="4000" b="0" i="1">
                              <a:latin typeface="Cambria Math" panose="02040503050406030204" pitchFamily="18" charset="0"/>
                            </a:rPr>
                            <m:t>𝐹</m:t>
                          </m:r>
                        </m:e>
                        <m:sub>
                          <m:r>
                            <a:rPr lang="en-GB" sz="4000" b="0" i="1" smtClean="0">
                              <a:latin typeface="Cambria Math" panose="02040503050406030204" pitchFamily="18" charset="0"/>
                            </a:rPr>
                            <m:t>1</m:t>
                          </m:r>
                        </m:sub>
                      </m:sSub>
                      <m:r>
                        <a:rPr lang="en-GB" sz="4000" b="0" i="1" smtClean="0">
                          <a:latin typeface="Cambria Math" panose="02040503050406030204" pitchFamily="18" charset="0"/>
                        </a:rPr>
                        <m:t>, </m:t>
                      </m:r>
                      <m:sSub>
                        <m:sSubPr>
                          <m:ctrlPr>
                            <a:rPr lang="en-US" sz="4000" i="1">
                              <a:latin typeface="Cambria Math" panose="02040503050406030204" pitchFamily="18" charset="0"/>
                            </a:rPr>
                          </m:ctrlPr>
                        </m:sSubPr>
                        <m:e>
                          <m:r>
                            <a:rPr lang="en-GB" sz="4000" b="0" i="1">
                              <a:latin typeface="Cambria Math" panose="02040503050406030204" pitchFamily="18" charset="0"/>
                            </a:rPr>
                            <m:t>𝐹</m:t>
                          </m:r>
                        </m:e>
                        <m:sub>
                          <m:r>
                            <a:rPr lang="en-GB" sz="4000" b="0" i="1" smtClean="0">
                              <a:latin typeface="Cambria Math" panose="02040503050406030204" pitchFamily="18" charset="0"/>
                            </a:rPr>
                            <m:t>2</m:t>
                          </m:r>
                        </m:sub>
                      </m:sSub>
                      <m:r>
                        <a:rPr lang="en-GB" sz="4000" b="0" i="1" smtClean="0">
                          <a:latin typeface="Cambria Math" panose="02040503050406030204" pitchFamily="18" charset="0"/>
                        </a:rPr>
                        <m:t>=1</m:t>
                      </m:r>
                    </m:oMath>
                  </m:oMathPara>
                </a14:m>
                <a:endParaRPr lang="en-US" sz="4000" dirty="0"/>
              </a:p>
            </p:txBody>
          </p:sp>
        </mc:Choice>
        <mc:Fallback xmlns="">
          <p:sp>
            <p:nvSpPr>
              <p:cNvPr id="9" name="TextBox 8">
                <a:extLst>
                  <a:ext uri="{FF2B5EF4-FFF2-40B4-BE49-F238E27FC236}">
                    <a16:creationId xmlns:a16="http://schemas.microsoft.com/office/drawing/2014/main" id="{7F4B8F7D-91CF-7698-50B3-506B88B9931E}"/>
                  </a:ext>
                </a:extLst>
              </p:cNvPr>
              <p:cNvSpPr txBox="1">
                <a:spLocks noRot="1" noChangeAspect="1" noMove="1" noResize="1" noEditPoints="1" noAdjustHandles="1" noChangeArrowheads="1" noChangeShapeType="1" noTextEdit="1"/>
              </p:cNvSpPr>
              <p:nvPr/>
            </p:nvSpPr>
            <p:spPr>
              <a:xfrm>
                <a:off x="795075" y="4629149"/>
                <a:ext cx="2781531" cy="1323439"/>
              </a:xfrm>
              <a:prstGeom prst="rect">
                <a:avLst/>
              </a:prstGeom>
              <a:blipFill>
                <a:blip r:embed="rId4"/>
                <a:stretch>
                  <a:fillRect l="-7727" t="-8571" r="-6818" b="-1905"/>
                </a:stretch>
              </a:blipFill>
            </p:spPr>
            <p:txBody>
              <a:bodyPr/>
              <a:lstStyle/>
              <a:p>
                <a:r>
                  <a:rPr lang="en-US">
                    <a:noFill/>
                  </a:rPr>
                  <a:t> </a:t>
                </a:r>
              </a:p>
            </p:txBody>
          </p:sp>
        </mc:Fallback>
      </mc:AlternateContent>
    </p:spTree>
    <p:extLst>
      <p:ext uri="{BB962C8B-B14F-4D97-AF65-F5344CB8AC3E}">
        <p14:creationId xmlns:p14="http://schemas.microsoft.com/office/powerpoint/2010/main" val="31466123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7AA4D6B-4B82-2318-2AF3-7BB657BAEBC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3" name="Table 2">
                <a:extLst>
                  <a:ext uri="{FF2B5EF4-FFF2-40B4-BE49-F238E27FC236}">
                    <a16:creationId xmlns:a16="http://schemas.microsoft.com/office/drawing/2014/main" id="{A67B420B-C4AE-1C70-F2EB-CB5CA7502659}"/>
                  </a:ext>
                </a:extLst>
              </p:cNvPr>
              <p:cNvGraphicFramePr>
                <a:graphicFrameLocks noGrp="1"/>
              </p:cNvGraphicFramePr>
              <p:nvPr>
                <p:extLst>
                  <p:ext uri="{D42A27DB-BD31-4B8C-83A1-F6EECF244321}">
                    <p14:modId xmlns:p14="http://schemas.microsoft.com/office/powerpoint/2010/main" val="2196185948"/>
                  </p:ext>
                </p:extLst>
              </p:nvPr>
            </p:nvGraphicFramePr>
            <p:xfrm>
              <a:off x="3804920" y="2880360"/>
              <a:ext cx="4582160" cy="1097280"/>
            </p:xfrm>
            <a:graphic>
              <a:graphicData uri="http://schemas.openxmlformats.org/drawingml/2006/table">
                <a:tbl>
                  <a:tblPr firstRow="1" bandRow="1">
                    <a:tableStyleId>{5C22544A-7EE6-4342-B048-85BDC9FD1C3A}</a:tableStyleId>
                  </a:tblPr>
                  <a:tblGrid>
                    <a:gridCol w="1145540">
                      <a:extLst>
                        <a:ext uri="{9D8B030D-6E8A-4147-A177-3AD203B41FA5}">
                          <a16:colId xmlns:a16="http://schemas.microsoft.com/office/drawing/2014/main" val="3343338561"/>
                        </a:ext>
                      </a:extLst>
                    </a:gridCol>
                    <a:gridCol w="1145540">
                      <a:extLst>
                        <a:ext uri="{9D8B030D-6E8A-4147-A177-3AD203B41FA5}">
                          <a16:colId xmlns:a16="http://schemas.microsoft.com/office/drawing/2014/main" val="1532649074"/>
                        </a:ext>
                      </a:extLst>
                    </a:gridCol>
                    <a:gridCol w="1145540">
                      <a:extLst>
                        <a:ext uri="{9D8B030D-6E8A-4147-A177-3AD203B41FA5}">
                          <a16:colId xmlns:a16="http://schemas.microsoft.com/office/drawing/2014/main" val="4065968704"/>
                        </a:ext>
                      </a:extLst>
                    </a:gridCol>
                    <a:gridCol w="1145540">
                      <a:extLst>
                        <a:ext uri="{9D8B030D-6E8A-4147-A177-3AD203B41FA5}">
                          <a16:colId xmlns:a16="http://schemas.microsoft.com/office/drawing/2014/main" val="1231262241"/>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𝟒</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extLst>
                      <a:ext uri="{0D108BD9-81ED-4DB2-BD59-A6C34878D82A}">
                        <a16:rowId xmlns:a16="http://schemas.microsoft.com/office/drawing/2014/main" val="824624722"/>
                      </a:ext>
                    </a:extLst>
                  </a:tr>
                </a:tbl>
              </a:graphicData>
            </a:graphic>
          </p:graphicFrame>
        </mc:Choice>
        <mc:Fallback xmlns="">
          <p:graphicFrame>
            <p:nvGraphicFramePr>
              <p:cNvPr id="3" name="Table 2">
                <a:extLst>
                  <a:ext uri="{FF2B5EF4-FFF2-40B4-BE49-F238E27FC236}">
                    <a16:creationId xmlns:a16="http://schemas.microsoft.com/office/drawing/2014/main" id="{A67B420B-C4AE-1C70-F2EB-CB5CA7502659}"/>
                  </a:ext>
                </a:extLst>
              </p:cNvPr>
              <p:cNvGraphicFramePr>
                <a:graphicFrameLocks noGrp="1"/>
              </p:cNvGraphicFramePr>
              <p:nvPr>
                <p:extLst>
                  <p:ext uri="{D42A27DB-BD31-4B8C-83A1-F6EECF244321}">
                    <p14:modId xmlns:p14="http://schemas.microsoft.com/office/powerpoint/2010/main" val="2196185948"/>
                  </p:ext>
                </p:extLst>
              </p:nvPr>
            </p:nvGraphicFramePr>
            <p:xfrm>
              <a:off x="3804920" y="2880360"/>
              <a:ext cx="4582160" cy="1097280"/>
            </p:xfrm>
            <a:graphic>
              <a:graphicData uri="http://schemas.openxmlformats.org/drawingml/2006/table">
                <a:tbl>
                  <a:tblPr firstRow="1" bandRow="1">
                    <a:tableStyleId>{5C22544A-7EE6-4342-B048-85BDC9FD1C3A}</a:tableStyleId>
                  </a:tblPr>
                  <a:tblGrid>
                    <a:gridCol w="1145540">
                      <a:extLst>
                        <a:ext uri="{9D8B030D-6E8A-4147-A177-3AD203B41FA5}">
                          <a16:colId xmlns:a16="http://schemas.microsoft.com/office/drawing/2014/main" val="3343338561"/>
                        </a:ext>
                      </a:extLst>
                    </a:gridCol>
                    <a:gridCol w="1145540">
                      <a:extLst>
                        <a:ext uri="{9D8B030D-6E8A-4147-A177-3AD203B41FA5}">
                          <a16:colId xmlns:a16="http://schemas.microsoft.com/office/drawing/2014/main" val="1532649074"/>
                        </a:ext>
                      </a:extLst>
                    </a:gridCol>
                    <a:gridCol w="1145540">
                      <a:extLst>
                        <a:ext uri="{9D8B030D-6E8A-4147-A177-3AD203B41FA5}">
                          <a16:colId xmlns:a16="http://schemas.microsoft.com/office/drawing/2014/main" val="4065968704"/>
                        </a:ext>
                      </a:extLst>
                    </a:gridCol>
                    <a:gridCol w="1145540">
                      <a:extLst>
                        <a:ext uri="{9D8B030D-6E8A-4147-A177-3AD203B41FA5}">
                          <a16:colId xmlns:a16="http://schemas.microsoft.com/office/drawing/2014/main" val="1231262241"/>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r="-298901"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01111" r="-202222"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98901" r="-100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02222" r="-1111"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extLst>
                      <a:ext uri="{0D108BD9-81ED-4DB2-BD59-A6C34878D82A}">
                        <a16:rowId xmlns:a16="http://schemas.microsoft.com/office/drawing/2014/main" val="824624722"/>
                      </a:ext>
                    </a:extLst>
                  </a:tr>
                </a:tbl>
              </a:graphicData>
            </a:graphic>
          </p:graphicFrame>
        </mc:Fallback>
      </mc:AlternateContent>
      <p:sp>
        <p:nvSpPr>
          <p:cNvPr id="6" name="Title 1">
            <a:extLst>
              <a:ext uri="{FF2B5EF4-FFF2-40B4-BE49-F238E27FC236}">
                <a16:creationId xmlns:a16="http://schemas.microsoft.com/office/drawing/2014/main" id="{7DAABA63-1C2E-A96F-FCA5-4E8E1EC026E1}"/>
              </a:ext>
            </a:extLst>
          </p:cNvPr>
          <p:cNvSpPr txBox="1">
            <a:spLocks/>
          </p:cNvSpPr>
          <p:nvPr/>
        </p:nvSpPr>
        <p:spPr>
          <a:xfrm>
            <a:off x="838200" y="826369"/>
            <a:ext cx="10515600" cy="1325563"/>
          </a:xfrm>
          <a:prstGeom prst="rect">
            <a:avLst/>
          </a:prstGeom>
        </p:spPr>
        <p:txBody>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Fibonacci Sequence</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7524E6-7E34-8EEE-BFC4-6CD9D274B3B2}"/>
                  </a:ext>
                </a:extLst>
              </p:cNvPr>
              <p:cNvSpPr txBox="1"/>
              <p:nvPr/>
            </p:nvSpPr>
            <p:spPr>
              <a:xfrm>
                <a:off x="6096000" y="4629150"/>
                <a:ext cx="4448525" cy="1323439"/>
              </a:xfrm>
              <a:prstGeom prst="rect">
                <a:avLst/>
              </a:prstGeom>
              <a:noFill/>
            </p:spPr>
            <p:txBody>
              <a:bodyPr wrap="none" rtlCol="0">
                <a:spAutoFit/>
              </a:bodyPr>
              <a:lstStyle/>
              <a:p>
                <a:r>
                  <a:rPr lang="en-US" sz="4000" b="1" dirty="0"/>
                  <a:t>Recurrence</a:t>
                </a:r>
                <a:r>
                  <a:rPr lang="en-US" sz="4000" dirty="0"/>
                  <a:t>:</a:t>
                </a:r>
              </a:p>
              <a:p>
                <a:pPr/>
                <a14:m>
                  <m:oMathPara xmlns:m="http://schemas.openxmlformats.org/officeDocument/2006/math">
                    <m:oMathParaPr>
                      <m:jc m:val="centerGroup"/>
                    </m:oMathParaPr>
                    <m:oMath xmlns:m="http://schemas.openxmlformats.org/officeDocument/2006/math">
                      <m:sSub>
                        <m:sSubPr>
                          <m:ctrlPr>
                            <a:rPr lang="en-US" sz="4000" i="1" smtClean="0">
                              <a:solidFill>
                                <a:schemeClr val="tx1"/>
                              </a:solidFill>
                              <a:latin typeface="Cambria Math" panose="02040503050406030204" pitchFamily="18" charset="0"/>
                            </a:rPr>
                          </m:ctrlPr>
                        </m:sSubPr>
                        <m:e>
                          <m:r>
                            <a:rPr lang="en-GB" sz="4000" b="0" i="1" smtClean="0">
                              <a:solidFill>
                                <a:schemeClr val="tx1"/>
                              </a:solidFill>
                              <a:latin typeface="Cambria Math" panose="02040503050406030204" pitchFamily="18" charset="0"/>
                            </a:rPr>
                            <m:t>𝐹</m:t>
                          </m:r>
                        </m:e>
                        <m:sub>
                          <m:r>
                            <a:rPr lang="en-GB" sz="4000" b="0" i="1" smtClean="0">
                              <a:solidFill>
                                <a:schemeClr val="tx1"/>
                              </a:solidFill>
                              <a:latin typeface="Cambria Math" panose="02040503050406030204" pitchFamily="18" charset="0"/>
                            </a:rPr>
                            <m:t>𝑛</m:t>
                          </m:r>
                        </m:sub>
                      </m:sSub>
                      <m:r>
                        <a:rPr lang="en-GB" sz="4000" b="0" i="1" smtClean="0">
                          <a:solidFill>
                            <a:schemeClr val="tx1"/>
                          </a:solidFill>
                          <a:latin typeface="Cambria Math" panose="02040503050406030204" pitchFamily="18" charset="0"/>
                        </a:rPr>
                        <m:t>=</m:t>
                      </m:r>
                      <m:sSub>
                        <m:sSubPr>
                          <m:ctrlPr>
                            <a:rPr lang="en-US" sz="4000" i="1">
                              <a:latin typeface="Cambria Math" panose="02040503050406030204" pitchFamily="18" charset="0"/>
                            </a:rPr>
                          </m:ctrlPr>
                        </m:sSubPr>
                        <m:e>
                          <m:r>
                            <a:rPr lang="en-GB" sz="4000" b="0" i="1">
                              <a:latin typeface="Cambria Math" panose="02040503050406030204" pitchFamily="18" charset="0"/>
                            </a:rPr>
                            <m:t>𝐹</m:t>
                          </m:r>
                        </m:e>
                        <m:sub>
                          <m:r>
                            <a:rPr lang="en-GB" sz="4000" b="0" i="1" smtClean="0">
                              <a:latin typeface="Cambria Math" panose="02040503050406030204" pitchFamily="18" charset="0"/>
                            </a:rPr>
                            <m:t>𝑛</m:t>
                          </m:r>
                          <m:r>
                            <a:rPr lang="en-GB" sz="4000" b="0" i="1" smtClean="0">
                              <a:latin typeface="Cambria Math" panose="02040503050406030204" pitchFamily="18" charset="0"/>
                            </a:rPr>
                            <m:t>−1</m:t>
                          </m:r>
                        </m:sub>
                      </m:sSub>
                      <m:r>
                        <a:rPr lang="en-GB" sz="4000" b="0" i="1" smtClean="0">
                          <a:latin typeface="Cambria Math" panose="02040503050406030204" pitchFamily="18" charset="0"/>
                        </a:rPr>
                        <m:t>+</m:t>
                      </m:r>
                      <m:sSub>
                        <m:sSubPr>
                          <m:ctrlPr>
                            <a:rPr lang="en-US" sz="4000" i="1">
                              <a:latin typeface="Cambria Math" panose="02040503050406030204" pitchFamily="18" charset="0"/>
                            </a:rPr>
                          </m:ctrlPr>
                        </m:sSubPr>
                        <m:e>
                          <m:r>
                            <a:rPr lang="en-GB" sz="4000" b="0" i="1">
                              <a:latin typeface="Cambria Math" panose="02040503050406030204" pitchFamily="18" charset="0"/>
                            </a:rPr>
                            <m:t>𝐹</m:t>
                          </m:r>
                        </m:e>
                        <m:sub>
                          <m:r>
                            <a:rPr lang="en-GB" sz="4000" b="0" i="1" smtClean="0">
                              <a:latin typeface="Cambria Math" panose="02040503050406030204" pitchFamily="18" charset="0"/>
                            </a:rPr>
                            <m:t>𝑛</m:t>
                          </m:r>
                          <m:r>
                            <a:rPr lang="en-GB" sz="4000" b="0" i="1" smtClean="0">
                              <a:latin typeface="Cambria Math" panose="02040503050406030204" pitchFamily="18" charset="0"/>
                            </a:rPr>
                            <m:t>−2</m:t>
                          </m:r>
                        </m:sub>
                      </m:sSub>
                    </m:oMath>
                  </m:oMathPara>
                </a14:m>
                <a:endParaRPr lang="en-US" sz="4000" dirty="0"/>
              </a:p>
            </p:txBody>
          </p:sp>
        </mc:Choice>
        <mc:Fallback xmlns="">
          <p:sp>
            <p:nvSpPr>
              <p:cNvPr id="7" name="TextBox 6">
                <a:extLst>
                  <a:ext uri="{FF2B5EF4-FFF2-40B4-BE49-F238E27FC236}">
                    <a16:creationId xmlns:a16="http://schemas.microsoft.com/office/drawing/2014/main" id="{B67524E6-7E34-8EEE-BFC4-6CD9D274B3B2}"/>
                  </a:ext>
                </a:extLst>
              </p:cNvPr>
              <p:cNvSpPr txBox="1">
                <a:spLocks noRot="1" noChangeAspect="1" noMove="1" noResize="1" noEditPoints="1" noAdjustHandles="1" noChangeArrowheads="1" noChangeShapeType="1" noTextEdit="1"/>
              </p:cNvSpPr>
              <p:nvPr/>
            </p:nvSpPr>
            <p:spPr>
              <a:xfrm>
                <a:off x="6096000" y="4629150"/>
                <a:ext cx="4448525" cy="1323439"/>
              </a:xfrm>
              <a:prstGeom prst="rect">
                <a:avLst/>
              </a:prstGeom>
              <a:blipFill>
                <a:blip r:embed="rId3"/>
                <a:stretch>
                  <a:fillRect l="-4843" t="-8571" b="-19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1A4E6FE-4B2A-49A6-2136-538C5D71EB0B}"/>
                  </a:ext>
                </a:extLst>
              </p:cNvPr>
              <p:cNvSpPr txBox="1"/>
              <p:nvPr/>
            </p:nvSpPr>
            <p:spPr>
              <a:xfrm>
                <a:off x="795075" y="4629149"/>
                <a:ext cx="2781531" cy="1323439"/>
              </a:xfrm>
              <a:prstGeom prst="rect">
                <a:avLst/>
              </a:prstGeom>
              <a:noFill/>
            </p:spPr>
            <p:txBody>
              <a:bodyPr wrap="none" rtlCol="0">
                <a:spAutoFit/>
              </a:bodyPr>
              <a:lstStyle/>
              <a:p>
                <a:r>
                  <a:rPr lang="en-US" sz="4000" b="1" dirty="0"/>
                  <a:t>Base Case</a:t>
                </a:r>
                <a:r>
                  <a:rPr lang="en-US" sz="4000" dirty="0"/>
                  <a:t>:</a:t>
                </a:r>
              </a:p>
              <a:p>
                <a:pPr/>
                <a14:m>
                  <m:oMathPara xmlns:m="http://schemas.openxmlformats.org/officeDocument/2006/math">
                    <m:oMathParaPr>
                      <m:jc m:val="centerGroup"/>
                    </m:oMathParaPr>
                    <m:oMath xmlns:m="http://schemas.openxmlformats.org/officeDocument/2006/math">
                      <m:sSub>
                        <m:sSubPr>
                          <m:ctrlPr>
                            <a:rPr lang="en-US" sz="4000" i="1">
                              <a:latin typeface="Cambria Math" panose="02040503050406030204" pitchFamily="18" charset="0"/>
                            </a:rPr>
                          </m:ctrlPr>
                        </m:sSubPr>
                        <m:e>
                          <m:r>
                            <a:rPr lang="en-GB" sz="4000" b="0" i="1">
                              <a:latin typeface="Cambria Math" panose="02040503050406030204" pitchFamily="18" charset="0"/>
                            </a:rPr>
                            <m:t>𝐹</m:t>
                          </m:r>
                        </m:e>
                        <m:sub>
                          <m:r>
                            <a:rPr lang="en-GB" sz="4000" b="0" i="1" smtClean="0">
                              <a:latin typeface="Cambria Math" panose="02040503050406030204" pitchFamily="18" charset="0"/>
                            </a:rPr>
                            <m:t>1</m:t>
                          </m:r>
                        </m:sub>
                      </m:sSub>
                      <m:r>
                        <a:rPr lang="en-GB" sz="4000" b="0" i="1" smtClean="0">
                          <a:latin typeface="Cambria Math" panose="02040503050406030204" pitchFamily="18" charset="0"/>
                        </a:rPr>
                        <m:t>, </m:t>
                      </m:r>
                      <m:sSub>
                        <m:sSubPr>
                          <m:ctrlPr>
                            <a:rPr lang="en-US" sz="4000" i="1">
                              <a:latin typeface="Cambria Math" panose="02040503050406030204" pitchFamily="18" charset="0"/>
                            </a:rPr>
                          </m:ctrlPr>
                        </m:sSubPr>
                        <m:e>
                          <m:r>
                            <a:rPr lang="en-GB" sz="4000" b="0" i="1">
                              <a:latin typeface="Cambria Math" panose="02040503050406030204" pitchFamily="18" charset="0"/>
                            </a:rPr>
                            <m:t>𝐹</m:t>
                          </m:r>
                        </m:e>
                        <m:sub>
                          <m:r>
                            <a:rPr lang="en-GB" sz="4000" b="0" i="1" smtClean="0">
                              <a:latin typeface="Cambria Math" panose="02040503050406030204" pitchFamily="18" charset="0"/>
                            </a:rPr>
                            <m:t>2</m:t>
                          </m:r>
                        </m:sub>
                      </m:sSub>
                      <m:r>
                        <a:rPr lang="en-GB" sz="4000" b="0" i="1" smtClean="0">
                          <a:latin typeface="Cambria Math" panose="02040503050406030204" pitchFamily="18" charset="0"/>
                        </a:rPr>
                        <m:t>=1</m:t>
                      </m:r>
                    </m:oMath>
                  </m:oMathPara>
                </a14:m>
                <a:endParaRPr lang="en-US" sz="4000" dirty="0"/>
              </a:p>
            </p:txBody>
          </p:sp>
        </mc:Choice>
        <mc:Fallback xmlns="">
          <p:sp>
            <p:nvSpPr>
              <p:cNvPr id="8" name="TextBox 7">
                <a:extLst>
                  <a:ext uri="{FF2B5EF4-FFF2-40B4-BE49-F238E27FC236}">
                    <a16:creationId xmlns:a16="http://schemas.microsoft.com/office/drawing/2014/main" id="{E1A4E6FE-4B2A-49A6-2136-538C5D71EB0B}"/>
                  </a:ext>
                </a:extLst>
              </p:cNvPr>
              <p:cNvSpPr txBox="1">
                <a:spLocks noRot="1" noChangeAspect="1" noMove="1" noResize="1" noEditPoints="1" noAdjustHandles="1" noChangeArrowheads="1" noChangeShapeType="1" noTextEdit="1"/>
              </p:cNvSpPr>
              <p:nvPr/>
            </p:nvSpPr>
            <p:spPr>
              <a:xfrm>
                <a:off x="795075" y="4629149"/>
                <a:ext cx="2781531" cy="1323439"/>
              </a:xfrm>
              <a:prstGeom prst="rect">
                <a:avLst/>
              </a:prstGeom>
              <a:blipFill>
                <a:blip r:embed="rId4"/>
                <a:stretch>
                  <a:fillRect l="-7727" t="-8571" r="-6818" b="-1905"/>
                </a:stretch>
              </a:blipFill>
            </p:spPr>
            <p:txBody>
              <a:bodyPr/>
              <a:lstStyle/>
              <a:p>
                <a:r>
                  <a:rPr lang="en-US">
                    <a:noFill/>
                  </a:rPr>
                  <a:t> </a:t>
                </a:r>
              </a:p>
            </p:txBody>
          </p:sp>
        </mc:Fallback>
      </mc:AlternateContent>
    </p:spTree>
    <p:extLst>
      <p:ext uri="{BB962C8B-B14F-4D97-AF65-F5344CB8AC3E}">
        <p14:creationId xmlns:p14="http://schemas.microsoft.com/office/powerpoint/2010/main" val="40731104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C294BD29-B9D0-909D-0C27-589AD8B6DC7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3" name="Table 2">
                <a:extLst>
                  <a:ext uri="{FF2B5EF4-FFF2-40B4-BE49-F238E27FC236}">
                    <a16:creationId xmlns:a16="http://schemas.microsoft.com/office/drawing/2014/main" id="{69272EAC-BB41-1636-BD61-FA8C9504BD18}"/>
                  </a:ext>
                </a:extLst>
              </p:cNvPr>
              <p:cNvGraphicFramePr>
                <a:graphicFrameLocks noGrp="1"/>
              </p:cNvGraphicFramePr>
              <p:nvPr>
                <p:extLst>
                  <p:ext uri="{D42A27DB-BD31-4B8C-83A1-F6EECF244321}">
                    <p14:modId xmlns:p14="http://schemas.microsoft.com/office/powerpoint/2010/main" val="3065799371"/>
                  </p:ext>
                </p:extLst>
              </p:nvPr>
            </p:nvGraphicFramePr>
            <p:xfrm>
              <a:off x="3804920" y="2880360"/>
              <a:ext cx="4582160" cy="1097280"/>
            </p:xfrm>
            <a:graphic>
              <a:graphicData uri="http://schemas.openxmlformats.org/drawingml/2006/table">
                <a:tbl>
                  <a:tblPr firstRow="1" bandRow="1">
                    <a:tableStyleId>{5C22544A-7EE6-4342-B048-85BDC9FD1C3A}</a:tableStyleId>
                  </a:tblPr>
                  <a:tblGrid>
                    <a:gridCol w="916432">
                      <a:extLst>
                        <a:ext uri="{9D8B030D-6E8A-4147-A177-3AD203B41FA5}">
                          <a16:colId xmlns:a16="http://schemas.microsoft.com/office/drawing/2014/main" val="3343338561"/>
                        </a:ext>
                      </a:extLst>
                    </a:gridCol>
                    <a:gridCol w="916432">
                      <a:extLst>
                        <a:ext uri="{9D8B030D-6E8A-4147-A177-3AD203B41FA5}">
                          <a16:colId xmlns:a16="http://schemas.microsoft.com/office/drawing/2014/main" val="1532649074"/>
                        </a:ext>
                      </a:extLst>
                    </a:gridCol>
                    <a:gridCol w="916432">
                      <a:extLst>
                        <a:ext uri="{9D8B030D-6E8A-4147-A177-3AD203B41FA5}">
                          <a16:colId xmlns:a16="http://schemas.microsoft.com/office/drawing/2014/main" val="4065968704"/>
                        </a:ext>
                      </a:extLst>
                    </a:gridCol>
                    <a:gridCol w="916432">
                      <a:extLst>
                        <a:ext uri="{9D8B030D-6E8A-4147-A177-3AD203B41FA5}">
                          <a16:colId xmlns:a16="http://schemas.microsoft.com/office/drawing/2014/main" val="4071543831"/>
                        </a:ext>
                      </a:extLst>
                    </a:gridCol>
                    <a:gridCol w="916432">
                      <a:extLst>
                        <a:ext uri="{9D8B030D-6E8A-4147-A177-3AD203B41FA5}">
                          <a16:colId xmlns:a16="http://schemas.microsoft.com/office/drawing/2014/main" val="1508870575"/>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𝟒</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𝟓</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extLst>
                      <a:ext uri="{0D108BD9-81ED-4DB2-BD59-A6C34878D82A}">
                        <a16:rowId xmlns:a16="http://schemas.microsoft.com/office/drawing/2014/main" val="824624722"/>
                      </a:ext>
                    </a:extLst>
                  </a:tr>
                </a:tbl>
              </a:graphicData>
            </a:graphic>
          </p:graphicFrame>
        </mc:Choice>
        <mc:Fallback xmlns="">
          <p:graphicFrame>
            <p:nvGraphicFramePr>
              <p:cNvPr id="3" name="Table 2">
                <a:extLst>
                  <a:ext uri="{FF2B5EF4-FFF2-40B4-BE49-F238E27FC236}">
                    <a16:creationId xmlns:a16="http://schemas.microsoft.com/office/drawing/2014/main" id="{69272EAC-BB41-1636-BD61-FA8C9504BD18}"/>
                  </a:ext>
                </a:extLst>
              </p:cNvPr>
              <p:cNvGraphicFramePr>
                <a:graphicFrameLocks noGrp="1"/>
              </p:cNvGraphicFramePr>
              <p:nvPr>
                <p:extLst>
                  <p:ext uri="{D42A27DB-BD31-4B8C-83A1-F6EECF244321}">
                    <p14:modId xmlns:p14="http://schemas.microsoft.com/office/powerpoint/2010/main" val="3065799371"/>
                  </p:ext>
                </p:extLst>
              </p:nvPr>
            </p:nvGraphicFramePr>
            <p:xfrm>
              <a:off x="3804920" y="2880360"/>
              <a:ext cx="4582160" cy="1097280"/>
            </p:xfrm>
            <a:graphic>
              <a:graphicData uri="http://schemas.openxmlformats.org/drawingml/2006/table">
                <a:tbl>
                  <a:tblPr firstRow="1" bandRow="1">
                    <a:tableStyleId>{5C22544A-7EE6-4342-B048-85BDC9FD1C3A}</a:tableStyleId>
                  </a:tblPr>
                  <a:tblGrid>
                    <a:gridCol w="916432">
                      <a:extLst>
                        <a:ext uri="{9D8B030D-6E8A-4147-A177-3AD203B41FA5}">
                          <a16:colId xmlns:a16="http://schemas.microsoft.com/office/drawing/2014/main" val="3343338561"/>
                        </a:ext>
                      </a:extLst>
                    </a:gridCol>
                    <a:gridCol w="916432">
                      <a:extLst>
                        <a:ext uri="{9D8B030D-6E8A-4147-A177-3AD203B41FA5}">
                          <a16:colId xmlns:a16="http://schemas.microsoft.com/office/drawing/2014/main" val="1532649074"/>
                        </a:ext>
                      </a:extLst>
                    </a:gridCol>
                    <a:gridCol w="916432">
                      <a:extLst>
                        <a:ext uri="{9D8B030D-6E8A-4147-A177-3AD203B41FA5}">
                          <a16:colId xmlns:a16="http://schemas.microsoft.com/office/drawing/2014/main" val="4065968704"/>
                        </a:ext>
                      </a:extLst>
                    </a:gridCol>
                    <a:gridCol w="916432">
                      <a:extLst>
                        <a:ext uri="{9D8B030D-6E8A-4147-A177-3AD203B41FA5}">
                          <a16:colId xmlns:a16="http://schemas.microsoft.com/office/drawing/2014/main" val="4071543831"/>
                        </a:ext>
                      </a:extLst>
                    </a:gridCol>
                    <a:gridCol w="916432">
                      <a:extLst>
                        <a:ext uri="{9D8B030D-6E8A-4147-A177-3AD203B41FA5}">
                          <a16:colId xmlns:a16="http://schemas.microsoft.com/office/drawing/2014/main" val="1508870575"/>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r="-404167"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98630" r="-29863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01389" r="-202778"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97260" r="-100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02778" r="-1389"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extLst>
                      <a:ext uri="{0D108BD9-81ED-4DB2-BD59-A6C34878D82A}">
                        <a16:rowId xmlns:a16="http://schemas.microsoft.com/office/drawing/2014/main" val="824624722"/>
                      </a:ext>
                    </a:extLst>
                  </a:tr>
                </a:tbl>
              </a:graphicData>
            </a:graphic>
          </p:graphicFrame>
        </mc:Fallback>
      </mc:AlternateContent>
      <p:sp>
        <p:nvSpPr>
          <p:cNvPr id="6" name="Title 1">
            <a:extLst>
              <a:ext uri="{FF2B5EF4-FFF2-40B4-BE49-F238E27FC236}">
                <a16:creationId xmlns:a16="http://schemas.microsoft.com/office/drawing/2014/main" id="{46551C66-3516-7060-5859-6A2BDF541282}"/>
              </a:ext>
            </a:extLst>
          </p:cNvPr>
          <p:cNvSpPr txBox="1">
            <a:spLocks/>
          </p:cNvSpPr>
          <p:nvPr/>
        </p:nvSpPr>
        <p:spPr>
          <a:xfrm>
            <a:off x="838200" y="826369"/>
            <a:ext cx="10515600" cy="1325563"/>
          </a:xfrm>
          <a:prstGeom prst="rect">
            <a:avLst/>
          </a:prstGeom>
        </p:spPr>
        <p:txBody>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Fibonacci Sequence</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391472AF-C55D-FB25-BF6B-98720CEE2E5F}"/>
                  </a:ext>
                </a:extLst>
              </p:cNvPr>
              <p:cNvSpPr txBox="1"/>
              <p:nvPr/>
            </p:nvSpPr>
            <p:spPr>
              <a:xfrm>
                <a:off x="6096000" y="4629150"/>
                <a:ext cx="4448525" cy="1323439"/>
              </a:xfrm>
              <a:prstGeom prst="rect">
                <a:avLst/>
              </a:prstGeom>
              <a:noFill/>
            </p:spPr>
            <p:txBody>
              <a:bodyPr wrap="none" rtlCol="0">
                <a:spAutoFit/>
              </a:bodyPr>
              <a:lstStyle/>
              <a:p>
                <a:r>
                  <a:rPr lang="en-US" sz="4000" b="1" dirty="0"/>
                  <a:t>Recurrence</a:t>
                </a:r>
                <a:r>
                  <a:rPr lang="en-US" sz="4000" dirty="0"/>
                  <a:t>:</a:t>
                </a:r>
              </a:p>
              <a:p>
                <a:pPr/>
                <a14:m>
                  <m:oMathPara xmlns:m="http://schemas.openxmlformats.org/officeDocument/2006/math">
                    <m:oMathParaPr>
                      <m:jc m:val="centerGroup"/>
                    </m:oMathParaPr>
                    <m:oMath xmlns:m="http://schemas.openxmlformats.org/officeDocument/2006/math">
                      <m:sSub>
                        <m:sSubPr>
                          <m:ctrlPr>
                            <a:rPr lang="en-US" sz="4000" i="1" smtClean="0">
                              <a:solidFill>
                                <a:schemeClr val="tx1"/>
                              </a:solidFill>
                              <a:latin typeface="Cambria Math" panose="02040503050406030204" pitchFamily="18" charset="0"/>
                            </a:rPr>
                          </m:ctrlPr>
                        </m:sSubPr>
                        <m:e>
                          <m:r>
                            <a:rPr lang="en-GB" sz="4000" b="0" i="1" smtClean="0">
                              <a:solidFill>
                                <a:schemeClr val="tx1"/>
                              </a:solidFill>
                              <a:latin typeface="Cambria Math" panose="02040503050406030204" pitchFamily="18" charset="0"/>
                            </a:rPr>
                            <m:t>𝐹</m:t>
                          </m:r>
                        </m:e>
                        <m:sub>
                          <m:r>
                            <a:rPr lang="en-GB" sz="4000" b="0" i="1" smtClean="0">
                              <a:solidFill>
                                <a:schemeClr val="tx1"/>
                              </a:solidFill>
                              <a:latin typeface="Cambria Math" panose="02040503050406030204" pitchFamily="18" charset="0"/>
                            </a:rPr>
                            <m:t>𝑛</m:t>
                          </m:r>
                        </m:sub>
                      </m:sSub>
                      <m:r>
                        <a:rPr lang="en-GB" sz="4000" b="0" i="1" smtClean="0">
                          <a:solidFill>
                            <a:schemeClr val="tx1"/>
                          </a:solidFill>
                          <a:latin typeface="Cambria Math" panose="02040503050406030204" pitchFamily="18" charset="0"/>
                        </a:rPr>
                        <m:t>=</m:t>
                      </m:r>
                      <m:sSub>
                        <m:sSubPr>
                          <m:ctrlPr>
                            <a:rPr lang="en-US" sz="4000" i="1">
                              <a:latin typeface="Cambria Math" panose="02040503050406030204" pitchFamily="18" charset="0"/>
                            </a:rPr>
                          </m:ctrlPr>
                        </m:sSubPr>
                        <m:e>
                          <m:r>
                            <a:rPr lang="en-GB" sz="4000" b="0" i="1">
                              <a:latin typeface="Cambria Math" panose="02040503050406030204" pitchFamily="18" charset="0"/>
                            </a:rPr>
                            <m:t>𝐹</m:t>
                          </m:r>
                        </m:e>
                        <m:sub>
                          <m:r>
                            <a:rPr lang="en-GB" sz="4000" b="0" i="1" smtClean="0">
                              <a:latin typeface="Cambria Math" panose="02040503050406030204" pitchFamily="18" charset="0"/>
                            </a:rPr>
                            <m:t>𝑛</m:t>
                          </m:r>
                          <m:r>
                            <a:rPr lang="en-GB" sz="4000" b="0" i="1" smtClean="0">
                              <a:latin typeface="Cambria Math" panose="02040503050406030204" pitchFamily="18" charset="0"/>
                            </a:rPr>
                            <m:t>−1</m:t>
                          </m:r>
                        </m:sub>
                      </m:sSub>
                      <m:r>
                        <a:rPr lang="en-GB" sz="4000" b="0" i="1" smtClean="0">
                          <a:latin typeface="Cambria Math" panose="02040503050406030204" pitchFamily="18" charset="0"/>
                        </a:rPr>
                        <m:t>+</m:t>
                      </m:r>
                      <m:sSub>
                        <m:sSubPr>
                          <m:ctrlPr>
                            <a:rPr lang="en-US" sz="4000" i="1">
                              <a:latin typeface="Cambria Math" panose="02040503050406030204" pitchFamily="18" charset="0"/>
                            </a:rPr>
                          </m:ctrlPr>
                        </m:sSubPr>
                        <m:e>
                          <m:r>
                            <a:rPr lang="en-GB" sz="4000" b="0" i="1">
                              <a:latin typeface="Cambria Math" panose="02040503050406030204" pitchFamily="18" charset="0"/>
                            </a:rPr>
                            <m:t>𝐹</m:t>
                          </m:r>
                        </m:e>
                        <m:sub>
                          <m:r>
                            <a:rPr lang="en-GB" sz="4000" b="0" i="1" smtClean="0">
                              <a:latin typeface="Cambria Math" panose="02040503050406030204" pitchFamily="18" charset="0"/>
                            </a:rPr>
                            <m:t>𝑛</m:t>
                          </m:r>
                          <m:r>
                            <a:rPr lang="en-GB" sz="4000" b="0" i="1" smtClean="0">
                              <a:latin typeface="Cambria Math" panose="02040503050406030204" pitchFamily="18" charset="0"/>
                            </a:rPr>
                            <m:t>−2</m:t>
                          </m:r>
                        </m:sub>
                      </m:sSub>
                    </m:oMath>
                  </m:oMathPara>
                </a14:m>
                <a:endParaRPr lang="en-US" sz="4000" dirty="0"/>
              </a:p>
            </p:txBody>
          </p:sp>
        </mc:Choice>
        <mc:Fallback xmlns="">
          <p:sp>
            <p:nvSpPr>
              <p:cNvPr id="7" name="TextBox 6">
                <a:extLst>
                  <a:ext uri="{FF2B5EF4-FFF2-40B4-BE49-F238E27FC236}">
                    <a16:creationId xmlns:a16="http://schemas.microsoft.com/office/drawing/2014/main" id="{391472AF-C55D-FB25-BF6B-98720CEE2E5F}"/>
                  </a:ext>
                </a:extLst>
              </p:cNvPr>
              <p:cNvSpPr txBox="1">
                <a:spLocks noRot="1" noChangeAspect="1" noMove="1" noResize="1" noEditPoints="1" noAdjustHandles="1" noChangeArrowheads="1" noChangeShapeType="1" noTextEdit="1"/>
              </p:cNvSpPr>
              <p:nvPr/>
            </p:nvSpPr>
            <p:spPr>
              <a:xfrm>
                <a:off x="6096000" y="4629150"/>
                <a:ext cx="4448525" cy="1323439"/>
              </a:xfrm>
              <a:prstGeom prst="rect">
                <a:avLst/>
              </a:prstGeom>
              <a:blipFill>
                <a:blip r:embed="rId3"/>
                <a:stretch>
                  <a:fillRect l="-4843" t="-8571" b="-19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20FB0EA-8112-B1B4-AFA1-0EB37E4E810C}"/>
                  </a:ext>
                </a:extLst>
              </p:cNvPr>
              <p:cNvSpPr txBox="1"/>
              <p:nvPr/>
            </p:nvSpPr>
            <p:spPr>
              <a:xfrm>
                <a:off x="795075" y="4629149"/>
                <a:ext cx="2781531" cy="1323439"/>
              </a:xfrm>
              <a:prstGeom prst="rect">
                <a:avLst/>
              </a:prstGeom>
              <a:noFill/>
            </p:spPr>
            <p:txBody>
              <a:bodyPr wrap="none" rtlCol="0">
                <a:spAutoFit/>
              </a:bodyPr>
              <a:lstStyle/>
              <a:p>
                <a:r>
                  <a:rPr lang="en-US" sz="4000" b="1" dirty="0"/>
                  <a:t>Base Case</a:t>
                </a:r>
                <a:r>
                  <a:rPr lang="en-US" sz="4000" dirty="0"/>
                  <a:t>:</a:t>
                </a:r>
              </a:p>
              <a:p>
                <a:pPr/>
                <a14:m>
                  <m:oMathPara xmlns:m="http://schemas.openxmlformats.org/officeDocument/2006/math">
                    <m:oMathParaPr>
                      <m:jc m:val="centerGroup"/>
                    </m:oMathParaPr>
                    <m:oMath xmlns:m="http://schemas.openxmlformats.org/officeDocument/2006/math">
                      <m:sSub>
                        <m:sSubPr>
                          <m:ctrlPr>
                            <a:rPr lang="en-US" sz="4000" i="1">
                              <a:latin typeface="Cambria Math" panose="02040503050406030204" pitchFamily="18" charset="0"/>
                            </a:rPr>
                          </m:ctrlPr>
                        </m:sSubPr>
                        <m:e>
                          <m:r>
                            <a:rPr lang="en-GB" sz="4000" b="0" i="1">
                              <a:latin typeface="Cambria Math" panose="02040503050406030204" pitchFamily="18" charset="0"/>
                            </a:rPr>
                            <m:t>𝐹</m:t>
                          </m:r>
                        </m:e>
                        <m:sub>
                          <m:r>
                            <a:rPr lang="en-GB" sz="4000" b="0" i="1" smtClean="0">
                              <a:latin typeface="Cambria Math" panose="02040503050406030204" pitchFamily="18" charset="0"/>
                            </a:rPr>
                            <m:t>1</m:t>
                          </m:r>
                        </m:sub>
                      </m:sSub>
                      <m:r>
                        <a:rPr lang="en-GB" sz="4000" b="0" i="1" smtClean="0">
                          <a:latin typeface="Cambria Math" panose="02040503050406030204" pitchFamily="18" charset="0"/>
                        </a:rPr>
                        <m:t>, </m:t>
                      </m:r>
                      <m:sSub>
                        <m:sSubPr>
                          <m:ctrlPr>
                            <a:rPr lang="en-US" sz="4000" i="1">
                              <a:latin typeface="Cambria Math" panose="02040503050406030204" pitchFamily="18" charset="0"/>
                            </a:rPr>
                          </m:ctrlPr>
                        </m:sSubPr>
                        <m:e>
                          <m:r>
                            <a:rPr lang="en-GB" sz="4000" b="0" i="1">
                              <a:latin typeface="Cambria Math" panose="02040503050406030204" pitchFamily="18" charset="0"/>
                            </a:rPr>
                            <m:t>𝐹</m:t>
                          </m:r>
                        </m:e>
                        <m:sub>
                          <m:r>
                            <a:rPr lang="en-GB" sz="4000" b="0" i="1" smtClean="0">
                              <a:latin typeface="Cambria Math" panose="02040503050406030204" pitchFamily="18" charset="0"/>
                            </a:rPr>
                            <m:t>2</m:t>
                          </m:r>
                        </m:sub>
                      </m:sSub>
                      <m:r>
                        <a:rPr lang="en-GB" sz="4000" b="0" i="1" smtClean="0">
                          <a:latin typeface="Cambria Math" panose="02040503050406030204" pitchFamily="18" charset="0"/>
                        </a:rPr>
                        <m:t>=1</m:t>
                      </m:r>
                    </m:oMath>
                  </m:oMathPara>
                </a14:m>
                <a:endParaRPr lang="en-US" sz="4000" dirty="0"/>
              </a:p>
            </p:txBody>
          </p:sp>
        </mc:Choice>
        <mc:Fallback xmlns="">
          <p:sp>
            <p:nvSpPr>
              <p:cNvPr id="8" name="TextBox 7">
                <a:extLst>
                  <a:ext uri="{FF2B5EF4-FFF2-40B4-BE49-F238E27FC236}">
                    <a16:creationId xmlns:a16="http://schemas.microsoft.com/office/drawing/2014/main" id="{820FB0EA-8112-B1B4-AFA1-0EB37E4E810C}"/>
                  </a:ext>
                </a:extLst>
              </p:cNvPr>
              <p:cNvSpPr txBox="1">
                <a:spLocks noRot="1" noChangeAspect="1" noMove="1" noResize="1" noEditPoints="1" noAdjustHandles="1" noChangeArrowheads="1" noChangeShapeType="1" noTextEdit="1"/>
              </p:cNvSpPr>
              <p:nvPr/>
            </p:nvSpPr>
            <p:spPr>
              <a:xfrm>
                <a:off x="795075" y="4629149"/>
                <a:ext cx="2781531" cy="1323439"/>
              </a:xfrm>
              <a:prstGeom prst="rect">
                <a:avLst/>
              </a:prstGeom>
              <a:blipFill>
                <a:blip r:embed="rId4"/>
                <a:stretch>
                  <a:fillRect l="-7727" t="-8571" r="-6818" b="-1905"/>
                </a:stretch>
              </a:blipFill>
            </p:spPr>
            <p:txBody>
              <a:bodyPr/>
              <a:lstStyle/>
              <a:p>
                <a:r>
                  <a:rPr lang="en-US">
                    <a:noFill/>
                  </a:rPr>
                  <a:t> </a:t>
                </a:r>
              </a:p>
            </p:txBody>
          </p:sp>
        </mc:Fallback>
      </mc:AlternateContent>
    </p:spTree>
    <p:extLst>
      <p:ext uri="{BB962C8B-B14F-4D97-AF65-F5344CB8AC3E}">
        <p14:creationId xmlns:p14="http://schemas.microsoft.com/office/powerpoint/2010/main" val="15562944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10230B52-5DD3-4638-7802-E17C575BDEF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3" name="Table 2">
                <a:extLst>
                  <a:ext uri="{FF2B5EF4-FFF2-40B4-BE49-F238E27FC236}">
                    <a16:creationId xmlns:a16="http://schemas.microsoft.com/office/drawing/2014/main" id="{4A46E8B4-EEFB-C8CB-F863-01AC3DD5376A}"/>
                  </a:ext>
                </a:extLst>
              </p:cNvPr>
              <p:cNvGraphicFramePr>
                <a:graphicFrameLocks noGrp="1"/>
              </p:cNvGraphicFramePr>
              <p:nvPr>
                <p:extLst>
                  <p:ext uri="{D42A27DB-BD31-4B8C-83A1-F6EECF244321}">
                    <p14:modId xmlns:p14="http://schemas.microsoft.com/office/powerpoint/2010/main" val="2572937974"/>
                  </p:ext>
                </p:extLst>
              </p:nvPr>
            </p:nvGraphicFramePr>
            <p:xfrm>
              <a:off x="1341120" y="2880360"/>
              <a:ext cx="9570717" cy="1097280"/>
            </p:xfrm>
            <a:graphic>
              <a:graphicData uri="http://schemas.openxmlformats.org/drawingml/2006/table">
                <a:tbl>
                  <a:tblPr firstRow="1" bandRow="1">
                    <a:tableStyleId>{5C22544A-7EE6-4342-B048-85BDC9FD1C3A}</a:tableStyleId>
                  </a:tblPr>
                  <a:tblGrid>
                    <a:gridCol w="1063413">
                      <a:extLst>
                        <a:ext uri="{9D8B030D-6E8A-4147-A177-3AD203B41FA5}">
                          <a16:colId xmlns:a16="http://schemas.microsoft.com/office/drawing/2014/main" val="3343338561"/>
                        </a:ext>
                      </a:extLst>
                    </a:gridCol>
                    <a:gridCol w="1063413">
                      <a:extLst>
                        <a:ext uri="{9D8B030D-6E8A-4147-A177-3AD203B41FA5}">
                          <a16:colId xmlns:a16="http://schemas.microsoft.com/office/drawing/2014/main" val="1532649074"/>
                        </a:ext>
                      </a:extLst>
                    </a:gridCol>
                    <a:gridCol w="1063413">
                      <a:extLst>
                        <a:ext uri="{9D8B030D-6E8A-4147-A177-3AD203B41FA5}">
                          <a16:colId xmlns:a16="http://schemas.microsoft.com/office/drawing/2014/main" val="4065968704"/>
                        </a:ext>
                      </a:extLst>
                    </a:gridCol>
                    <a:gridCol w="1063413">
                      <a:extLst>
                        <a:ext uri="{9D8B030D-6E8A-4147-A177-3AD203B41FA5}">
                          <a16:colId xmlns:a16="http://schemas.microsoft.com/office/drawing/2014/main" val="4071543831"/>
                        </a:ext>
                      </a:extLst>
                    </a:gridCol>
                    <a:gridCol w="1063413">
                      <a:extLst>
                        <a:ext uri="{9D8B030D-6E8A-4147-A177-3AD203B41FA5}">
                          <a16:colId xmlns:a16="http://schemas.microsoft.com/office/drawing/2014/main" val="1508870575"/>
                        </a:ext>
                      </a:extLst>
                    </a:gridCol>
                    <a:gridCol w="1063413">
                      <a:extLst>
                        <a:ext uri="{9D8B030D-6E8A-4147-A177-3AD203B41FA5}">
                          <a16:colId xmlns:a16="http://schemas.microsoft.com/office/drawing/2014/main" val="999137199"/>
                        </a:ext>
                      </a:extLst>
                    </a:gridCol>
                    <a:gridCol w="1063413">
                      <a:extLst>
                        <a:ext uri="{9D8B030D-6E8A-4147-A177-3AD203B41FA5}">
                          <a16:colId xmlns:a16="http://schemas.microsoft.com/office/drawing/2014/main" val="1456908037"/>
                        </a:ext>
                      </a:extLst>
                    </a:gridCol>
                    <a:gridCol w="1063413">
                      <a:extLst>
                        <a:ext uri="{9D8B030D-6E8A-4147-A177-3AD203B41FA5}">
                          <a16:colId xmlns:a16="http://schemas.microsoft.com/office/drawing/2014/main" val="890165937"/>
                        </a:ext>
                      </a:extLst>
                    </a:gridCol>
                    <a:gridCol w="1063413">
                      <a:extLst>
                        <a:ext uri="{9D8B030D-6E8A-4147-A177-3AD203B41FA5}">
                          <a16:colId xmlns:a16="http://schemas.microsoft.com/office/drawing/2014/main" val="1075137001"/>
                        </a:ext>
                      </a:extLst>
                    </a:gridCol>
                  </a:tblGrid>
                  <a:tr h="370840">
                    <a:tc>
                      <a:txBody>
                        <a:bodyPr/>
                        <a:lstStyle/>
                        <a:p>
                          <a:pPr algn="ct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𝟒</m:t>
                                    </m:r>
                                  </m:sub>
                                </m:sSub>
                              </m:oMath>
                            </m:oMathPara>
                          </a14:m>
                          <a:endParaRPr lang="en-US" sz="30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𝟓</m:t>
                                    </m:r>
                                  </m:sub>
                                </m:sSub>
                              </m:oMath>
                            </m:oMathPara>
                          </a14:m>
                          <a:endParaRPr lang="en-US" sz="30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30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𝒏</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𝒏</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𝒏</m:t>
                                    </m:r>
                                  </m:sub>
                                </m:sSub>
                              </m:oMath>
                            </m:oMathPara>
                          </a14:m>
                          <a:endParaRPr lang="en-US" sz="30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extLst>
                      <a:ext uri="{0D108BD9-81ED-4DB2-BD59-A6C34878D82A}">
                        <a16:rowId xmlns:a16="http://schemas.microsoft.com/office/drawing/2014/main" val="824624722"/>
                      </a:ext>
                    </a:extLst>
                  </a:tr>
                </a:tbl>
              </a:graphicData>
            </a:graphic>
          </p:graphicFrame>
        </mc:Choice>
        <mc:Fallback xmlns="">
          <p:graphicFrame>
            <p:nvGraphicFramePr>
              <p:cNvPr id="3" name="Table 2">
                <a:extLst>
                  <a:ext uri="{FF2B5EF4-FFF2-40B4-BE49-F238E27FC236}">
                    <a16:creationId xmlns:a16="http://schemas.microsoft.com/office/drawing/2014/main" id="{4A46E8B4-EEFB-C8CB-F863-01AC3DD5376A}"/>
                  </a:ext>
                </a:extLst>
              </p:cNvPr>
              <p:cNvGraphicFramePr>
                <a:graphicFrameLocks noGrp="1"/>
              </p:cNvGraphicFramePr>
              <p:nvPr>
                <p:extLst>
                  <p:ext uri="{D42A27DB-BD31-4B8C-83A1-F6EECF244321}">
                    <p14:modId xmlns:p14="http://schemas.microsoft.com/office/powerpoint/2010/main" val="2572937974"/>
                  </p:ext>
                </p:extLst>
              </p:nvPr>
            </p:nvGraphicFramePr>
            <p:xfrm>
              <a:off x="1341120" y="2880360"/>
              <a:ext cx="9570717" cy="1097280"/>
            </p:xfrm>
            <a:graphic>
              <a:graphicData uri="http://schemas.openxmlformats.org/drawingml/2006/table">
                <a:tbl>
                  <a:tblPr firstRow="1" bandRow="1">
                    <a:tableStyleId>{5C22544A-7EE6-4342-B048-85BDC9FD1C3A}</a:tableStyleId>
                  </a:tblPr>
                  <a:tblGrid>
                    <a:gridCol w="1063413">
                      <a:extLst>
                        <a:ext uri="{9D8B030D-6E8A-4147-A177-3AD203B41FA5}">
                          <a16:colId xmlns:a16="http://schemas.microsoft.com/office/drawing/2014/main" val="3343338561"/>
                        </a:ext>
                      </a:extLst>
                    </a:gridCol>
                    <a:gridCol w="1063413">
                      <a:extLst>
                        <a:ext uri="{9D8B030D-6E8A-4147-A177-3AD203B41FA5}">
                          <a16:colId xmlns:a16="http://schemas.microsoft.com/office/drawing/2014/main" val="1532649074"/>
                        </a:ext>
                      </a:extLst>
                    </a:gridCol>
                    <a:gridCol w="1063413">
                      <a:extLst>
                        <a:ext uri="{9D8B030D-6E8A-4147-A177-3AD203B41FA5}">
                          <a16:colId xmlns:a16="http://schemas.microsoft.com/office/drawing/2014/main" val="4065968704"/>
                        </a:ext>
                      </a:extLst>
                    </a:gridCol>
                    <a:gridCol w="1063413">
                      <a:extLst>
                        <a:ext uri="{9D8B030D-6E8A-4147-A177-3AD203B41FA5}">
                          <a16:colId xmlns:a16="http://schemas.microsoft.com/office/drawing/2014/main" val="4071543831"/>
                        </a:ext>
                      </a:extLst>
                    </a:gridCol>
                    <a:gridCol w="1063413">
                      <a:extLst>
                        <a:ext uri="{9D8B030D-6E8A-4147-A177-3AD203B41FA5}">
                          <a16:colId xmlns:a16="http://schemas.microsoft.com/office/drawing/2014/main" val="1508870575"/>
                        </a:ext>
                      </a:extLst>
                    </a:gridCol>
                    <a:gridCol w="1063413">
                      <a:extLst>
                        <a:ext uri="{9D8B030D-6E8A-4147-A177-3AD203B41FA5}">
                          <a16:colId xmlns:a16="http://schemas.microsoft.com/office/drawing/2014/main" val="999137199"/>
                        </a:ext>
                      </a:extLst>
                    </a:gridCol>
                    <a:gridCol w="1063413">
                      <a:extLst>
                        <a:ext uri="{9D8B030D-6E8A-4147-A177-3AD203B41FA5}">
                          <a16:colId xmlns:a16="http://schemas.microsoft.com/office/drawing/2014/main" val="1456908037"/>
                        </a:ext>
                      </a:extLst>
                    </a:gridCol>
                    <a:gridCol w="1063413">
                      <a:extLst>
                        <a:ext uri="{9D8B030D-6E8A-4147-A177-3AD203B41FA5}">
                          <a16:colId xmlns:a16="http://schemas.microsoft.com/office/drawing/2014/main" val="890165937"/>
                        </a:ext>
                      </a:extLst>
                    </a:gridCol>
                    <a:gridCol w="1063413">
                      <a:extLst>
                        <a:ext uri="{9D8B030D-6E8A-4147-A177-3AD203B41FA5}">
                          <a16:colId xmlns:a16="http://schemas.microsoft.com/office/drawing/2014/main" val="1075137001"/>
                        </a:ext>
                      </a:extLst>
                    </a:gridCol>
                  </a:tblGrid>
                  <a:tr h="548640">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190" t="-11364" r="-800000" b="-131818"/>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01190" t="-11364" r="-700000" b="-131818"/>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01190" t="-11364" r="-600000" b="-131818"/>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01190" t="-11364" r="-500000" b="-131818"/>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06024" t="-11364" r="-406024" b="-131818"/>
                          </a:stretch>
                        </a:blipFill>
                      </a:tcPr>
                    </a:tc>
                    <a:tc>
                      <a:txBody>
                        <a:bodyPr/>
                        <a:lstStyle/>
                        <a:p>
                          <a:pPr algn="ctr"/>
                          <a:r>
                            <a:rPr lang="en-US" sz="30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600000" t="-11364" r="-201190" b="-131818"/>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700000" t="-11364" r="-101190" b="-131818"/>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800000" t="-11364" r="-1190"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extLst>
                      <a:ext uri="{0D108BD9-81ED-4DB2-BD59-A6C34878D82A}">
                        <a16:rowId xmlns:a16="http://schemas.microsoft.com/office/drawing/2014/main" val="824624722"/>
                      </a:ext>
                    </a:extLst>
                  </a:tr>
                </a:tbl>
              </a:graphicData>
            </a:graphic>
          </p:graphicFrame>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64BC730F-2448-54B8-561E-7A39F43FE631}"/>
                  </a:ext>
                </a:extLst>
              </p:cNvPr>
              <p:cNvSpPr txBox="1"/>
              <p:nvPr/>
            </p:nvSpPr>
            <p:spPr>
              <a:xfrm>
                <a:off x="3961665" y="4629149"/>
                <a:ext cx="4268669" cy="707886"/>
              </a:xfrm>
              <a:prstGeom prst="rect">
                <a:avLst/>
              </a:prstGeom>
              <a:noFill/>
            </p:spPr>
            <p:txBody>
              <a:bodyPr wrap="none" rtlCol="0">
                <a:spAutoFit/>
              </a:bodyPr>
              <a:lstStyle/>
              <a:p>
                <a:r>
                  <a:rPr lang="en-US" sz="4000" dirty="0"/>
                  <a:t>Goal: Compute </a:t>
                </a:r>
                <a14:m>
                  <m:oMath xmlns:m="http://schemas.openxmlformats.org/officeDocument/2006/math">
                    <m:sSub>
                      <m:sSubPr>
                        <m:ctrlPr>
                          <a:rPr lang="en-US" sz="4000" i="1" smtClean="0">
                            <a:latin typeface="Cambria Math" panose="02040503050406030204" pitchFamily="18" charset="0"/>
                          </a:rPr>
                        </m:ctrlPr>
                      </m:sSubPr>
                      <m:e>
                        <m:r>
                          <a:rPr lang="en-GB" sz="4000" b="1" i="1">
                            <a:latin typeface="Cambria Math" panose="02040503050406030204" pitchFamily="18" charset="0"/>
                          </a:rPr>
                          <m:t>𝑭</m:t>
                        </m:r>
                      </m:e>
                      <m:sub>
                        <m:r>
                          <a:rPr lang="en-GB" sz="4000" b="1" i="1" smtClean="0">
                            <a:latin typeface="Cambria Math" panose="02040503050406030204" pitchFamily="18" charset="0"/>
                          </a:rPr>
                          <m:t>𝒏</m:t>
                        </m:r>
                      </m:sub>
                    </m:sSub>
                  </m:oMath>
                </a14:m>
                <a:endParaRPr lang="en-US" sz="4000" dirty="0"/>
              </a:p>
            </p:txBody>
          </p:sp>
        </mc:Choice>
        <mc:Fallback xmlns="">
          <p:sp>
            <p:nvSpPr>
              <p:cNvPr id="5" name="TextBox 4">
                <a:extLst>
                  <a:ext uri="{FF2B5EF4-FFF2-40B4-BE49-F238E27FC236}">
                    <a16:creationId xmlns:a16="http://schemas.microsoft.com/office/drawing/2014/main" id="{64BC730F-2448-54B8-561E-7A39F43FE631}"/>
                  </a:ext>
                </a:extLst>
              </p:cNvPr>
              <p:cNvSpPr txBox="1">
                <a:spLocks noRot="1" noChangeAspect="1" noMove="1" noResize="1" noEditPoints="1" noAdjustHandles="1" noChangeArrowheads="1" noChangeShapeType="1" noTextEdit="1"/>
              </p:cNvSpPr>
              <p:nvPr/>
            </p:nvSpPr>
            <p:spPr>
              <a:xfrm>
                <a:off x="3961665" y="4629149"/>
                <a:ext cx="4268669" cy="707886"/>
              </a:xfrm>
              <a:prstGeom prst="rect">
                <a:avLst/>
              </a:prstGeom>
              <a:blipFill>
                <a:blip r:embed="rId3"/>
                <a:stretch>
                  <a:fillRect l="-5357" t="-15789" b="-35088"/>
                </a:stretch>
              </a:blipFill>
            </p:spPr>
            <p:txBody>
              <a:bodyPr/>
              <a:lstStyle/>
              <a:p>
                <a:r>
                  <a:rPr lang="en-US">
                    <a:noFill/>
                  </a:rPr>
                  <a:t> </a:t>
                </a:r>
              </a:p>
            </p:txBody>
          </p:sp>
        </mc:Fallback>
      </mc:AlternateContent>
      <p:sp>
        <p:nvSpPr>
          <p:cNvPr id="6" name="Title 1">
            <a:extLst>
              <a:ext uri="{FF2B5EF4-FFF2-40B4-BE49-F238E27FC236}">
                <a16:creationId xmlns:a16="http://schemas.microsoft.com/office/drawing/2014/main" id="{6E3FEC52-6B54-6B33-0357-547662E540D6}"/>
              </a:ext>
            </a:extLst>
          </p:cNvPr>
          <p:cNvSpPr txBox="1">
            <a:spLocks/>
          </p:cNvSpPr>
          <p:nvPr/>
        </p:nvSpPr>
        <p:spPr>
          <a:xfrm>
            <a:off x="838200" y="826369"/>
            <a:ext cx="10515600" cy="1325563"/>
          </a:xfrm>
          <a:prstGeom prst="rect">
            <a:avLst/>
          </a:prstGeom>
        </p:spPr>
        <p:txBody>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Fibonacci Sequence</a:t>
            </a:r>
          </a:p>
        </p:txBody>
      </p:sp>
    </p:spTree>
    <p:extLst>
      <p:ext uri="{BB962C8B-B14F-4D97-AF65-F5344CB8AC3E}">
        <p14:creationId xmlns:p14="http://schemas.microsoft.com/office/powerpoint/2010/main" val="5463646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F1944-BED9-6490-FADA-ACDA80D39766}"/>
              </a:ext>
            </a:extLst>
          </p:cNvPr>
          <p:cNvSpPr txBox="1">
            <a:spLocks/>
          </p:cNvSpPr>
          <p:nvPr/>
        </p:nvSpPr>
        <p:spPr>
          <a:xfrm>
            <a:off x="838200" y="826369"/>
            <a:ext cx="10515600" cy="1325563"/>
          </a:xfrm>
          <a:prstGeom prst="rect">
            <a:avLst/>
          </a:prstGeom>
        </p:spPr>
        <p:txBody>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Fibonacci Sequence: Naïve Solution</a:t>
            </a:r>
          </a:p>
        </p:txBody>
      </p:sp>
      <p:sp>
        <p:nvSpPr>
          <p:cNvPr id="4" name="TextBox 3">
            <a:extLst>
              <a:ext uri="{FF2B5EF4-FFF2-40B4-BE49-F238E27FC236}">
                <a16:creationId xmlns:a16="http://schemas.microsoft.com/office/drawing/2014/main" id="{AD440747-AC73-3C6C-2768-278358F1642E}"/>
              </a:ext>
            </a:extLst>
          </p:cNvPr>
          <p:cNvSpPr txBox="1"/>
          <p:nvPr/>
        </p:nvSpPr>
        <p:spPr>
          <a:xfrm>
            <a:off x="838200" y="1680374"/>
            <a:ext cx="5252720" cy="3368551"/>
          </a:xfrm>
          <a:prstGeom prst="rect">
            <a:avLst/>
          </a:prstGeom>
          <a:solidFill>
            <a:schemeClr val="tx1"/>
          </a:solidFill>
        </p:spPr>
        <p:txBody>
          <a:bodyPr wrap="square">
            <a:spAutoFit/>
          </a:bodyPr>
          <a:lstStyle/>
          <a:p>
            <a:pPr>
              <a:lnSpc>
                <a:spcPct val="150000"/>
              </a:lnSpc>
              <a:buNone/>
            </a:pPr>
            <a:endParaRPr lang="en-PH" b="0" dirty="0">
              <a:solidFill>
                <a:srgbClr val="569CD6"/>
              </a:solidFill>
              <a:effectLst/>
              <a:latin typeface="Menlo" panose="020B0609030804020204" pitchFamily="49" charset="0"/>
            </a:endParaRP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a:lnSpc>
                <a:spcPct val="150000"/>
              </a:lnSpc>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a:lnSpc>
                <a:spcPct val="150000"/>
              </a:lnSpc>
            </a:pPr>
            <a:endParaRPr lang="en-PH" b="0" dirty="0">
              <a:solidFill>
                <a:srgbClr val="CCCCCC"/>
              </a:solidFill>
              <a:effectLst/>
              <a:latin typeface="Menlo" panose="020B0609030804020204" pitchFamily="49" charset="0"/>
            </a:endParaRPr>
          </a:p>
        </p:txBody>
      </p:sp>
      <p:sp>
        <p:nvSpPr>
          <p:cNvPr id="5" name="Rectangle 4">
            <a:extLst>
              <a:ext uri="{FF2B5EF4-FFF2-40B4-BE49-F238E27FC236}">
                <a16:creationId xmlns:a16="http://schemas.microsoft.com/office/drawing/2014/main" id="{AEEBE1CE-7780-1563-CFCF-D47B1FAC9E19}"/>
              </a:ext>
            </a:extLst>
          </p:cNvPr>
          <p:cNvSpPr/>
          <p:nvPr/>
        </p:nvSpPr>
        <p:spPr>
          <a:xfrm>
            <a:off x="2357120" y="3791669"/>
            <a:ext cx="2763520" cy="455211"/>
          </a:xfrm>
          <a:prstGeom prst="rect">
            <a:avLst/>
          </a:prstGeom>
          <a:noFill/>
          <a:ln w="57150">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6" name="TextBox 5">
            <a:extLst>
              <a:ext uri="{FF2B5EF4-FFF2-40B4-BE49-F238E27FC236}">
                <a16:creationId xmlns:a16="http://schemas.microsoft.com/office/drawing/2014/main" id="{DECB53EB-4C6E-C3E2-89F4-01774BEC192F}"/>
              </a:ext>
            </a:extLst>
          </p:cNvPr>
          <p:cNvSpPr txBox="1"/>
          <p:nvPr/>
        </p:nvSpPr>
        <p:spPr>
          <a:xfrm>
            <a:off x="6658521" y="2151932"/>
            <a:ext cx="4884479" cy="1015663"/>
          </a:xfrm>
          <a:prstGeom prst="rect">
            <a:avLst/>
          </a:prstGeom>
          <a:noFill/>
        </p:spPr>
        <p:txBody>
          <a:bodyPr wrap="none" rtlCol="0">
            <a:spAutoFit/>
          </a:bodyPr>
          <a:lstStyle/>
          <a:p>
            <a:pPr marL="457200" indent="-457200">
              <a:buFont typeface="Wingdings" pitchFamily="2" charset="2"/>
              <a:buChar char="Ø"/>
            </a:pPr>
            <a:r>
              <a:rPr lang="en-US" sz="3000" dirty="0"/>
              <a:t>Does the Algorithm work?</a:t>
            </a:r>
          </a:p>
          <a:p>
            <a:pPr marL="457200" indent="-457200">
              <a:buFont typeface="Wingdings" pitchFamily="2" charset="2"/>
              <a:buChar char="§"/>
            </a:pPr>
            <a:r>
              <a:rPr lang="en-US" sz="3000" b="1" dirty="0">
                <a:solidFill>
                  <a:srgbClr val="00B050"/>
                </a:solidFill>
              </a:rPr>
              <a:t>Yes!</a:t>
            </a:r>
          </a:p>
        </p:txBody>
      </p:sp>
      <p:sp>
        <p:nvSpPr>
          <p:cNvPr id="7" name="TextBox 6">
            <a:extLst>
              <a:ext uri="{FF2B5EF4-FFF2-40B4-BE49-F238E27FC236}">
                <a16:creationId xmlns:a16="http://schemas.microsoft.com/office/drawing/2014/main" id="{75ACE1B2-A4DD-7BB3-597E-5667D8152805}"/>
              </a:ext>
            </a:extLst>
          </p:cNvPr>
          <p:cNvSpPr txBox="1"/>
          <p:nvPr/>
        </p:nvSpPr>
        <p:spPr>
          <a:xfrm>
            <a:off x="6658521" y="3477495"/>
            <a:ext cx="4260590" cy="1477328"/>
          </a:xfrm>
          <a:prstGeom prst="rect">
            <a:avLst/>
          </a:prstGeom>
          <a:noFill/>
        </p:spPr>
        <p:txBody>
          <a:bodyPr wrap="none" rtlCol="0">
            <a:spAutoFit/>
          </a:bodyPr>
          <a:lstStyle/>
          <a:p>
            <a:pPr marL="457200" indent="-457200">
              <a:buFont typeface="Wingdings" pitchFamily="2" charset="2"/>
              <a:buChar char="Ø"/>
            </a:pPr>
            <a:r>
              <a:rPr lang="en-US" sz="3000" dirty="0"/>
              <a:t>Is it a good algorithm?</a:t>
            </a:r>
          </a:p>
          <a:p>
            <a:pPr marL="457200" indent="-457200">
              <a:buFont typeface="Wingdings" pitchFamily="2" charset="2"/>
              <a:buChar char="§"/>
            </a:pPr>
            <a:r>
              <a:rPr lang="en-US" sz="3000" b="1" dirty="0">
                <a:solidFill>
                  <a:srgbClr val="FF0000"/>
                </a:solidFill>
              </a:rPr>
              <a:t>No!</a:t>
            </a:r>
          </a:p>
          <a:p>
            <a:pPr marL="457200" indent="-457200">
              <a:buFont typeface="Wingdings" pitchFamily="2" charset="2"/>
              <a:buChar char="§"/>
            </a:pPr>
            <a:r>
              <a:rPr lang="en-US" sz="3000" dirty="0"/>
              <a:t>Exponential Time!!</a:t>
            </a:r>
          </a:p>
        </p:txBody>
      </p:sp>
    </p:spTree>
    <p:extLst>
      <p:ext uri="{BB962C8B-B14F-4D97-AF65-F5344CB8AC3E}">
        <p14:creationId xmlns:p14="http://schemas.microsoft.com/office/powerpoint/2010/main" val="14051803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7" grpId="0"/>
    </p:bldLst>
  </p:timing>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4D9F1F8C-D341-0770-5B14-48E71CD600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D17690-17CF-1669-D888-A406D5EEABB9}"/>
              </a:ext>
            </a:extLst>
          </p:cNvPr>
          <p:cNvSpPr txBox="1">
            <a:spLocks/>
          </p:cNvSpPr>
          <p:nvPr/>
        </p:nvSpPr>
        <p:spPr>
          <a:xfrm>
            <a:off x="838200" y="826369"/>
            <a:ext cx="10515600" cy="1325563"/>
          </a:xfrm>
          <a:prstGeom prst="rect">
            <a:avLst/>
          </a:prstGeom>
        </p:spPr>
        <p:txBody>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Fibonacci Sequence: Naïve Solution</a:t>
            </a:r>
          </a:p>
        </p:txBody>
      </p:sp>
      <p:sp>
        <p:nvSpPr>
          <p:cNvPr id="4" name="TextBox 3">
            <a:extLst>
              <a:ext uri="{FF2B5EF4-FFF2-40B4-BE49-F238E27FC236}">
                <a16:creationId xmlns:a16="http://schemas.microsoft.com/office/drawing/2014/main" id="{557AF886-040E-AE23-2D3A-5D4B713F675F}"/>
              </a:ext>
            </a:extLst>
          </p:cNvPr>
          <p:cNvSpPr txBox="1"/>
          <p:nvPr/>
        </p:nvSpPr>
        <p:spPr>
          <a:xfrm>
            <a:off x="838200" y="1680374"/>
            <a:ext cx="5252720" cy="3368551"/>
          </a:xfrm>
          <a:prstGeom prst="rect">
            <a:avLst/>
          </a:prstGeom>
          <a:solidFill>
            <a:schemeClr val="tx1"/>
          </a:solidFill>
        </p:spPr>
        <p:txBody>
          <a:bodyPr wrap="square">
            <a:spAutoFit/>
          </a:bodyPr>
          <a:lstStyle/>
          <a:p>
            <a:pPr>
              <a:lnSpc>
                <a:spcPct val="150000"/>
              </a:lnSpc>
              <a:buNone/>
            </a:pPr>
            <a:endParaRPr lang="en-PH" b="0" dirty="0">
              <a:solidFill>
                <a:srgbClr val="569CD6"/>
              </a:solidFill>
              <a:effectLst/>
              <a:latin typeface="Menlo" panose="020B0609030804020204" pitchFamily="49" charset="0"/>
            </a:endParaRP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a:lnSpc>
                <a:spcPct val="150000"/>
              </a:lnSpc>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a:lnSpc>
                <a:spcPct val="150000"/>
              </a:lnSpc>
            </a:pPr>
            <a:endParaRPr lang="en-PH" b="0" dirty="0">
              <a:solidFill>
                <a:srgbClr val="CCCCCC"/>
              </a:solidFill>
              <a:effectLst/>
              <a:latin typeface="Menlo" panose="020B0609030804020204" pitchFamily="49" charset="0"/>
            </a:endParaRPr>
          </a:p>
        </p:txBody>
      </p:sp>
      <p:sp>
        <p:nvSpPr>
          <p:cNvPr id="5" name="Rectangle 4">
            <a:extLst>
              <a:ext uri="{FF2B5EF4-FFF2-40B4-BE49-F238E27FC236}">
                <a16:creationId xmlns:a16="http://schemas.microsoft.com/office/drawing/2014/main" id="{16CAA508-DEF8-0DD8-7A2E-D24327192F65}"/>
              </a:ext>
            </a:extLst>
          </p:cNvPr>
          <p:cNvSpPr/>
          <p:nvPr/>
        </p:nvSpPr>
        <p:spPr>
          <a:xfrm>
            <a:off x="2357120" y="3791669"/>
            <a:ext cx="2763520" cy="455211"/>
          </a:xfrm>
          <a:prstGeom prst="rect">
            <a:avLst/>
          </a:prstGeom>
          <a:noFill/>
          <a:ln w="57150">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32" name="Picture 31" descr="A diagram of a diagram&#10;&#10;AI-generated content may be incorrect.">
            <a:extLst>
              <a:ext uri="{FF2B5EF4-FFF2-40B4-BE49-F238E27FC236}">
                <a16:creationId xmlns:a16="http://schemas.microsoft.com/office/drawing/2014/main" id="{B649417A-A789-DE6E-F6D3-E6828023C1F3}"/>
              </a:ext>
            </a:extLst>
          </p:cNvPr>
          <p:cNvPicPr>
            <a:picLocks noChangeAspect="1"/>
          </p:cNvPicPr>
          <p:nvPr/>
        </p:nvPicPr>
        <p:blipFill>
          <a:blip r:embed="rId2"/>
          <a:stretch>
            <a:fillRect/>
          </a:stretch>
        </p:blipFill>
        <p:spPr>
          <a:xfrm>
            <a:off x="6779682" y="1826069"/>
            <a:ext cx="4574118" cy="2880000"/>
          </a:xfrm>
          <a:prstGeom prst="rect">
            <a:avLst/>
          </a:prstGeom>
        </p:spPr>
      </p:pic>
    </p:spTree>
    <p:extLst>
      <p:ext uri="{BB962C8B-B14F-4D97-AF65-F5344CB8AC3E}">
        <p14:creationId xmlns:p14="http://schemas.microsoft.com/office/powerpoint/2010/main" val="9492240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889BE8E-7B9D-DC75-8CC3-18F5766A0C08}"/>
            </a:ext>
          </a:extLst>
        </p:cNvPr>
        <p:cNvGrpSpPr/>
        <p:nvPr/>
      </p:nvGrpSpPr>
      <p:grpSpPr>
        <a:xfrm>
          <a:off x="0" y="0"/>
          <a:ext cx="0" cy="0"/>
          <a:chOff x="0" y="0"/>
          <a:chExt cx="0" cy="0"/>
        </a:xfrm>
      </p:grpSpPr>
      <p:sp>
        <p:nvSpPr>
          <p:cNvPr id="3" name="Oval 2">
            <a:extLst>
              <a:ext uri="{FF2B5EF4-FFF2-40B4-BE49-F238E27FC236}">
                <a16:creationId xmlns:a16="http://schemas.microsoft.com/office/drawing/2014/main" id="{5A7ED887-B1F1-A7BE-6B63-4DE9F4863422}"/>
              </a:ext>
            </a:extLst>
          </p:cNvPr>
          <p:cNvSpPr/>
          <p:nvPr/>
        </p:nvSpPr>
        <p:spPr>
          <a:xfrm>
            <a:off x="6259929" y="122936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7</a:t>
            </a:r>
          </a:p>
        </p:txBody>
      </p:sp>
      <p:sp>
        <p:nvSpPr>
          <p:cNvPr id="4" name="Oval 3">
            <a:extLst>
              <a:ext uri="{FF2B5EF4-FFF2-40B4-BE49-F238E27FC236}">
                <a16:creationId xmlns:a16="http://schemas.microsoft.com/office/drawing/2014/main" id="{7F5B8061-DF4D-EAE7-40F0-92711EE795D7}"/>
              </a:ext>
            </a:extLst>
          </p:cNvPr>
          <p:cNvSpPr/>
          <p:nvPr/>
        </p:nvSpPr>
        <p:spPr>
          <a:xfrm>
            <a:off x="4243151" y="2322125"/>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6</a:t>
            </a:r>
          </a:p>
        </p:txBody>
      </p:sp>
      <p:sp>
        <p:nvSpPr>
          <p:cNvPr id="5" name="Oval 4">
            <a:extLst>
              <a:ext uri="{FF2B5EF4-FFF2-40B4-BE49-F238E27FC236}">
                <a16:creationId xmlns:a16="http://schemas.microsoft.com/office/drawing/2014/main" id="{74B612F6-2B65-D204-612D-9631620BDAB6}"/>
              </a:ext>
            </a:extLst>
          </p:cNvPr>
          <p:cNvSpPr/>
          <p:nvPr/>
        </p:nvSpPr>
        <p:spPr>
          <a:xfrm>
            <a:off x="8171511" y="2322125"/>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26" name="Oval 25">
            <a:extLst>
              <a:ext uri="{FF2B5EF4-FFF2-40B4-BE49-F238E27FC236}">
                <a16:creationId xmlns:a16="http://schemas.microsoft.com/office/drawing/2014/main" id="{4910B3C3-018E-9D95-2638-E28BCF74D42A}"/>
              </a:ext>
            </a:extLst>
          </p:cNvPr>
          <p:cNvSpPr/>
          <p:nvPr/>
        </p:nvSpPr>
        <p:spPr>
          <a:xfrm>
            <a:off x="5270407" y="4528114"/>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27" name="Oval 26">
            <a:extLst>
              <a:ext uri="{FF2B5EF4-FFF2-40B4-BE49-F238E27FC236}">
                <a16:creationId xmlns:a16="http://schemas.microsoft.com/office/drawing/2014/main" id="{7FD029F3-3D49-74C2-93B9-8D549C15217E}"/>
              </a:ext>
            </a:extLst>
          </p:cNvPr>
          <p:cNvSpPr/>
          <p:nvPr/>
        </p:nvSpPr>
        <p:spPr>
          <a:xfrm>
            <a:off x="5831235" y="4528114"/>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29" name="Straight Arrow Connector 28">
            <a:extLst>
              <a:ext uri="{FF2B5EF4-FFF2-40B4-BE49-F238E27FC236}">
                <a16:creationId xmlns:a16="http://schemas.microsoft.com/office/drawing/2014/main" id="{9D03138B-E38F-87E2-03C8-46D167BF56D0}"/>
              </a:ext>
            </a:extLst>
          </p:cNvPr>
          <p:cNvCxnSpPr>
            <a:cxnSpLocks/>
            <a:stCxn id="4" idx="7"/>
            <a:endCxn id="3" idx="3"/>
          </p:cNvCxnSpPr>
          <p:nvPr/>
        </p:nvCxnSpPr>
        <p:spPr>
          <a:xfrm flipV="1">
            <a:off x="4704070" y="1685943"/>
            <a:ext cx="1634940" cy="71451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32" name="Straight Arrow Connector 31">
            <a:extLst>
              <a:ext uri="{FF2B5EF4-FFF2-40B4-BE49-F238E27FC236}">
                <a16:creationId xmlns:a16="http://schemas.microsoft.com/office/drawing/2014/main" id="{18287471-A512-B583-C290-EA6322F4458F}"/>
              </a:ext>
            </a:extLst>
          </p:cNvPr>
          <p:cNvCxnSpPr>
            <a:cxnSpLocks/>
            <a:stCxn id="5" idx="1"/>
            <a:endCxn id="3" idx="5"/>
          </p:cNvCxnSpPr>
          <p:nvPr/>
        </p:nvCxnSpPr>
        <p:spPr>
          <a:xfrm flipH="1" flipV="1">
            <a:off x="6720848" y="1685943"/>
            <a:ext cx="1529744" cy="71451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62" name="Oval 61">
            <a:extLst>
              <a:ext uri="{FF2B5EF4-FFF2-40B4-BE49-F238E27FC236}">
                <a16:creationId xmlns:a16="http://schemas.microsoft.com/office/drawing/2014/main" id="{E9C951F2-0EDC-BCF0-1AB7-E1F101214420}"/>
              </a:ext>
            </a:extLst>
          </p:cNvPr>
          <p:cNvSpPr/>
          <p:nvPr/>
        </p:nvSpPr>
        <p:spPr>
          <a:xfrm>
            <a:off x="8829845" y="3059361"/>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63" name="Oval 62">
            <a:extLst>
              <a:ext uri="{FF2B5EF4-FFF2-40B4-BE49-F238E27FC236}">
                <a16:creationId xmlns:a16="http://schemas.microsoft.com/office/drawing/2014/main" id="{B831B516-BDBE-C143-3E24-0FB3DE3313C4}"/>
              </a:ext>
            </a:extLst>
          </p:cNvPr>
          <p:cNvSpPr/>
          <p:nvPr/>
        </p:nvSpPr>
        <p:spPr>
          <a:xfrm>
            <a:off x="8559845" y="3861406"/>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64" name="Oval 63">
            <a:extLst>
              <a:ext uri="{FF2B5EF4-FFF2-40B4-BE49-F238E27FC236}">
                <a16:creationId xmlns:a16="http://schemas.microsoft.com/office/drawing/2014/main" id="{ADCA0818-CF76-7FDF-4911-750A1EDFCD9E}"/>
              </a:ext>
            </a:extLst>
          </p:cNvPr>
          <p:cNvSpPr/>
          <p:nvPr/>
        </p:nvSpPr>
        <p:spPr>
          <a:xfrm>
            <a:off x="9099845" y="3861406"/>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65" name="Straight Arrow Connector 64">
            <a:extLst>
              <a:ext uri="{FF2B5EF4-FFF2-40B4-BE49-F238E27FC236}">
                <a16:creationId xmlns:a16="http://schemas.microsoft.com/office/drawing/2014/main" id="{0658AFAC-3F99-95AC-4362-3E8C9A7A031B}"/>
              </a:ext>
            </a:extLst>
          </p:cNvPr>
          <p:cNvCxnSpPr>
            <a:cxnSpLocks/>
            <a:stCxn id="64" idx="0"/>
            <a:endCxn id="62" idx="5"/>
          </p:cNvCxnSpPr>
          <p:nvPr/>
        </p:nvCxnSpPr>
        <p:spPr>
          <a:xfrm flipH="1" flipV="1">
            <a:off x="9290764" y="3515944"/>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66" name="Straight Arrow Connector 65">
            <a:extLst>
              <a:ext uri="{FF2B5EF4-FFF2-40B4-BE49-F238E27FC236}">
                <a16:creationId xmlns:a16="http://schemas.microsoft.com/office/drawing/2014/main" id="{2AC57E8D-980B-F6E9-9ADB-B88EFB08D741}"/>
              </a:ext>
            </a:extLst>
          </p:cNvPr>
          <p:cNvCxnSpPr>
            <a:cxnSpLocks/>
            <a:stCxn id="63" idx="0"/>
            <a:endCxn id="62" idx="3"/>
          </p:cNvCxnSpPr>
          <p:nvPr/>
        </p:nvCxnSpPr>
        <p:spPr>
          <a:xfrm flipV="1">
            <a:off x="8829845" y="3515944"/>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67" name="Oval 66">
            <a:extLst>
              <a:ext uri="{FF2B5EF4-FFF2-40B4-BE49-F238E27FC236}">
                <a16:creationId xmlns:a16="http://schemas.microsoft.com/office/drawing/2014/main" id="{F549043C-54BF-9F47-406E-19EC9376BBB4}"/>
              </a:ext>
            </a:extLst>
          </p:cNvPr>
          <p:cNvSpPr/>
          <p:nvPr/>
        </p:nvSpPr>
        <p:spPr>
          <a:xfrm>
            <a:off x="5908125" y="3105575"/>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68" name="Oval 67">
            <a:extLst>
              <a:ext uri="{FF2B5EF4-FFF2-40B4-BE49-F238E27FC236}">
                <a16:creationId xmlns:a16="http://schemas.microsoft.com/office/drawing/2014/main" id="{D72B2CDB-77A4-ECA4-FF88-033382C5FD58}"/>
              </a:ext>
            </a:extLst>
          </p:cNvPr>
          <p:cNvSpPr/>
          <p:nvPr/>
        </p:nvSpPr>
        <p:spPr>
          <a:xfrm>
            <a:off x="5559247" y="3832224"/>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69" name="Oval 68">
            <a:extLst>
              <a:ext uri="{FF2B5EF4-FFF2-40B4-BE49-F238E27FC236}">
                <a16:creationId xmlns:a16="http://schemas.microsoft.com/office/drawing/2014/main" id="{939FA691-D6B6-1CFE-D9E5-7EC554EEB720}"/>
              </a:ext>
            </a:extLst>
          </p:cNvPr>
          <p:cNvSpPr/>
          <p:nvPr/>
        </p:nvSpPr>
        <p:spPr>
          <a:xfrm>
            <a:off x="6211626" y="3832224"/>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70" name="Straight Arrow Connector 69">
            <a:extLst>
              <a:ext uri="{FF2B5EF4-FFF2-40B4-BE49-F238E27FC236}">
                <a16:creationId xmlns:a16="http://schemas.microsoft.com/office/drawing/2014/main" id="{B5228674-F67A-E31B-6F5B-C2D38E5560C7}"/>
              </a:ext>
            </a:extLst>
          </p:cNvPr>
          <p:cNvCxnSpPr>
            <a:cxnSpLocks/>
            <a:stCxn id="68" idx="0"/>
            <a:endCxn id="67" idx="3"/>
          </p:cNvCxnSpPr>
          <p:nvPr/>
        </p:nvCxnSpPr>
        <p:spPr>
          <a:xfrm flipV="1">
            <a:off x="5829247" y="3562158"/>
            <a:ext cx="157959"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B7B3CBBD-C303-808A-60E7-98FC6FF65EFE}"/>
              </a:ext>
            </a:extLst>
          </p:cNvPr>
          <p:cNvCxnSpPr>
            <a:cxnSpLocks/>
            <a:stCxn id="69" idx="0"/>
            <a:endCxn id="67" idx="5"/>
          </p:cNvCxnSpPr>
          <p:nvPr/>
        </p:nvCxnSpPr>
        <p:spPr>
          <a:xfrm flipH="1" flipV="1">
            <a:off x="6369044" y="3562158"/>
            <a:ext cx="112582"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72" name="Straight Arrow Connector 71">
            <a:extLst>
              <a:ext uri="{FF2B5EF4-FFF2-40B4-BE49-F238E27FC236}">
                <a16:creationId xmlns:a16="http://schemas.microsoft.com/office/drawing/2014/main" id="{9B370893-9CF7-9AD5-A083-AF759434629F}"/>
              </a:ext>
            </a:extLst>
          </p:cNvPr>
          <p:cNvCxnSpPr>
            <a:cxnSpLocks/>
            <a:stCxn id="27" idx="0"/>
            <a:endCxn id="68" idx="5"/>
          </p:cNvCxnSpPr>
          <p:nvPr/>
        </p:nvCxnSpPr>
        <p:spPr>
          <a:xfrm flipH="1" flipV="1">
            <a:off x="6020166" y="4288807"/>
            <a:ext cx="8106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73" name="Straight Arrow Connector 72">
            <a:extLst>
              <a:ext uri="{FF2B5EF4-FFF2-40B4-BE49-F238E27FC236}">
                <a16:creationId xmlns:a16="http://schemas.microsoft.com/office/drawing/2014/main" id="{6EC86659-8836-C341-B5CF-33F904FE39B8}"/>
              </a:ext>
            </a:extLst>
          </p:cNvPr>
          <p:cNvCxnSpPr>
            <a:cxnSpLocks/>
            <a:stCxn id="26" idx="0"/>
            <a:endCxn id="68" idx="3"/>
          </p:cNvCxnSpPr>
          <p:nvPr/>
        </p:nvCxnSpPr>
        <p:spPr>
          <a:xfrm flipV="1">
            <a:off x="5540407" y="4288807"/>
            <a:ext cx="9792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85" name="Oval 84">
            <a:extLst>
              <a:ext uri="{FF2B5EF4-FFF2-40B4-BE49-F238E27FC236}">
                <a16:creationId xmlns:a16="http://schemas.microsoft.com/office/drawing/2014/main" id="{AD140238-19F5-64B7-B164-80E9D3935ABC}"/>
              </a:ext>
            </a:extLst>
          </p:cNvPr>
          <p:cNvSpPr/>
          <p:nvPr/>
        </p:nvSpPr>
        <p:spPr>
          <a:xfrm>
            <a:off x="6939305" y="4539846"/>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86" name="Oval 85">
            <a:extLst>
              <a:ext uri="{FF2B5EF4-FFF2-40B4-BE49-F238E27FC236}">
                <a16:creationId xmlns:a16="http://schemas.microsoft.com/office/drawing/2014/main" id="{B80A1024-4C67-EF9E-1FA1-0A9F2748BC84}"/>
              </a:ext>
            </a:extLst>
          </p:cNvPr>
          <p:cNvSpPr/>
          <p:nvPr/>
        </p:nvSpPr>
        <p:spPr>
          <a:xfrm>
            <a:off x="7500133" y="4539846"/>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87" name="Oval 86">
            <a:extLst>
              <a:ext uri="{FF2B5EF4-FFF2-40B4-BE49-F238E27FC236}">
                <a16:creationId xmlns:a16="http://schemas.microsoft.com/office/drawing/2014/main" id="{D9B2749C-C302-7BB3-EF8B-2DEB6D92DF76}"/>
              </a:ext>
            </a:extLst>
          </p:cNvPr>
          <p:cNvSpPr/>
          <p:nvPr/>
        </p:nvSpPr>
        <p:spPr>
          <a:xfrm>
            <a:off x="7479575" y="3117307"/>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88" name="Oval 87">
            <a:extLst>
              <a:ext uri="{FF2B5EF4-FFF2-40B4-BE49-F238E27FC236}">
                <a16:creationId xmlns:a16="http://schemas.microsoft.com/office/drawing/2014/main" id="{3A29F344-0D53-46A8-EC83-E2CAA09BC743}"/>
              </a:ext>
            </a:extLst>
          </p:cNvPr>
          <p:cNvSpPr/>
          <p:nvPr/>
        </p:nvSpPr>
        <p:spPr>
          <a:xfrm>
            <a:off x="7209305" y="3843956"/>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89" name="Oval 88">
            <a:extLst>
              <a:ext uri="{FF2B5EF4-FFF2-40B4-BE49-F238E27FC236}">
                <a16:creationId xmlns:a16="http://schemas.microsoft.com/office/drawing/2014/main" id="{1D6BA17F-E56A-24F3-17D9-83E8162F92B0}"/>
              </a:ext>
            </a:extLst>
          </p:cNvPr>
          <p:cNvSpPr/>
          <p:nvPr/>
        </p:nvSpPr>
        <p:spPr>
          <a:xfrm>
            <a:off x="7884575" y="3843956"/>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90" name="Straight Arrow Connector 89">
            <a:extLst>
              <a:ext uri="{FF2B5EF4-FFF2-40B4-BE49-F238E27FC236}">
                <a16:creationId xmlns:a16="http://schemas.microsoft.com/office/drawing/2014/main" id="{74C00C8C-99C7-179E-DE69-54AED28151F9}"/>
              </a:ext>
            </a:extLst>
          </p:cNvPr>
          <p:cNvCxnSpPr>
            <a:cxnSpLocks/>
            <a:stCxn id="88" idx="0"/>
            <a:endCxn id="87" idx="3"/>
          </p:cNvCxnSpPr>
          <p:nvPr/>
        </p:nvCxnSpPr>
        <p:spPr>
          <a:xfrm flipV="1">
            <a:off x="7479305" y="3573890"/>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8F1B7F42-44C7-52A3-A323-71FFCB2F1219}"/>
              </a:ext>
            </a:extLst>
          </p:cNvPr>
          <p:cNvCxnSpPr>
            <a:cxnSpLocks/>
            <a:stCxn id="89" idx="0"/>
            <a:endCxn id="87" idx="5"/>
          </p:cNvCxnSpPr>
          <p:nvPr/>
        </p:nvCxnSpPr>
        <p:spPr>
          <a:xfrm flipH="1" flipV="1">
            <a:off x="7940494" y="3573890"/>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7B31725D-15E1-D5CC-DD2C-491762A4F145}"/>
              </a:ext>
            </a:extLst>
          </p:cNvPr>
          <p:cNvCxnSpPr>
            <a:cxnSpLocks/>
            <a:stCxn id="86" idx="0"/>
            <a:endCxn id="88" idx="5"/>
          </p:cNvCxnSpPr>
          <p:nvPr/>
        </p:nvCxnSpPr>
        <p:spPr>
          <a:xfrm flipH="1" flipV="1">
            <a:off x="7670224" y="4300539"/>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C94B4037-2730-6414-BD59-0C5BD366B246}"/>
              </a:ext>
            </a:extLst>
          </p:cNvPr>
          <p:cNvCxnSpPr>
            <a:cxnSpLocks/>
            <a:stCxn id="85" idx="0"/>
            <a:endCxn id="88" idx="3"/>
          </p:cNvCxnSpPr>
          <p:nvPr/>
        </p:nvCxnSpPr>
        <p:spPr>
          <a:xfrm flipV="1">
            <a:off x="7209305" y="4300539"/>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4" name="Straight Arrow Connector 93">
            <a:extLst>
              <a:ext uri="{FF2B5EF4-FFF2-40B4-BE49-F238E27FC236}">
                <a16:creationId xmlns:a16="http://schemas.microsoft.com/office/drawing/2014/main" id="{CD74508F-F75E-D323-FE22-1C4F9EA292AF}"/>
              </a:ext>
            </a:extLst>
          </p:cNvPr>
          <p:cNvCxnSpPr>
            <a:cxnSpLocks/>
            <a:stCxn id="67" idx="1"/>
            <a:endCxn id="4" idx="5"/>
          </p:cNvCxnSpPr>
          <p:nvPr/>
        </p:nvCxnSpPr>
        <p:spPr>
          <a:xfrm flipH="1" flipV="1">
            <a:off x="4704070" y="2778708"/>
            <a:ext cx="1283136" cy="405204"/>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7" name="Straight Arrow Connector 96">
            <a:extLst>
              <a:ext uri="{FF2B5EF4-FFF2-40B4-BE49-F238E27FC236}">
                <a16:creationId xmlns:a16="http://schemas.microsoft.com/office/drawing/2014/main" id="{475BB001-AE82-362D-E25A-8508CD971AE2}"/>
              </a:ext>
            </a:extLst>
          </p:cNvPr>
          <p:cNvCxnSpPr>
            <a:cxnSpLocks/>
            <a:stCxn id="87" idx="0"/>
            <a:endCxn id="5" idx="3"/>
          </p:cNvCxnSpPr>
          <p:nvPr/>
        </p:nvCxnSpPr>
        <p:spPr>
          <a:xfrm flipV="1">
            <a:off x="7749575" y="2778708"/>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00" name="Straight Arrow Connector 99">
            <a:extLst>
              <a:ext uri="{FF2B5EF4-FFF2-40B4-BE49-F238E27FC236}">
                <a16:creationId xmlns:a16="http://schemas.microsoft.com/office/drawing/2014/main" id="{375A29BE-4D3C-65CC-12AA-3A128DAF9585}"/>
              </a:ext>
            </a:extLst>
          </p:cNvPr>
          <p:cNvCxnSpPr>
            <a:cxnSpLocks/>
            <a:stCxn id="62" idx="0"/>
            <a:endCxn id="5" idx="5"/>
          </p:cNvCxnSpPr>
          <p:nvPr/>
        </p:nvCxnSpPr>
        <p:spPr>
          <a:xfrm flipH="1" flipV="1">
            <a:off x="8632430" y="2778708"/>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136" name="Oval 135">
            <a:extLst>
              <a:ext uri="{FF2B5EF4-FFF2-40B4-BE49-F238E27FC236}">
                <a16:creationId xmlns:a16="http://schemas.microsoft.com/office/drawing/2014/main" id="{2B2985F9-CFAA-555D-8CEB-296E8C97C676}"/>
              </a:ext>
            </a:extLst>
          </p:cNvPr>
          <p:cNvSpPr/>
          <p:nvPr/>
        </p:nvSpPr>
        <p:spPr>
          <a:xfrm>
            <a:off x="3678814" y="3106720"/>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137" name="Oval 136">
            <a:extLst>
              <a:ext uri="{FF2B5EF4-FFF2-40B4-BE49-F238E27FC236}">
                <a16:creationId xmlns:a16="http://schemas.microsoft.com/office/drawing/2014/main" id="{76B0FA17-BD2F-9AAC-1E16-54BDDA624D5E}"/>
              </a:ext>
            </a:extLst>
          </p:cNvPr>
          <p:cNvSpPr/>
          <p:nvPr/>
        </p:nvSpPr>
        <p:spPr>
          <a:xfrm>
            <a:off x="4337148" y="3733496"/>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138" name="Oval 137">
            <a:extLst>
              <a:ext uri="{FF2B5EF4-FFF2-40B4-BE49-F238E27FC236}">
                <a16:creationId xmlns:a16="http://schemas.microsoft.com/office/drawing/2014/main" id="{E278670F-02B7-01F2-85E4-C8B8F09C33DC}"/>
              </a:ext>
            </a:extLst>
          </p:cNvPr>
          <p:cNvSpPr/>
          <p:nvPr/>
        </p:nvSpPr>
        <p:spPr>
          <a:xfrm>
            <a:off x="4067148" y="4535541"/>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139" name="Oval 138">
            <a:extLst>
              <a:ext uri="{FF2B5EF4-FFF2-40B4-BE49-F238E27FC236}">
                <a16:creationId xmlns:a16="http://schemas.microsoft.com/office/drawing/2014/main" id="{3FE018B4-485D-3A17-985C-0EC49BCE1767}"/>
              </a:ext>
            </a:extLst>
          </p:cNvPr>
          <p:cNvSpPr/>
          <p:nvPr/>
        </p:nvSpPr>
        <p:spPr>
          <a:xfrm>
            <a:off x="4607148" y="4535541"/>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140" name="Straight Arrow Connector 139">
            <a:extLst>
              <a:ext uri="{FF2B5EF4-FFF2-40B4-BE49-F238E27FC236}">
                <a16:creationId xmlns:a16="http://schemas.microsoft.com/office/drawing/2014/main" id="{8C753205-B4D0-DF48-6DC7-7DFCFACF39AB}"/>
              </a:ext>
            </a:extLst>
          </p:cNvPr>
          <p:cNvCxnSpPr>
            <a:cxnSpLocks/>
            <a:stCxn id="139" idx="0"/>
            <a:endCxn id="137" idx="5"/>
          </p:cNvCxnSpPr>
          <p:nvPr/>
        </p:nvCxnSpPr>
        <p:spPr>
          <a:xfrm flipH="1" flipV="1">
            <a:off x="4798067" y="4190079"/>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41" name="Straight Arrow Connector 140">
            <a:extLst>
              <a:ext uri="{FF2B5EF4-FFF2-40B4-BE49-F238E27FC236}">
                <a16:creationId xmlns:a16="http://schemas.microsoft.com/office/drawing/2014/main" id="{4C22F795-C423-5E3A-0324-4A467F1725C5}"/>
              </a:ext>
            </a:extLst>
          </p:cNvPr>
          <p:cNvCxnSpPr>
            <a:cxnSpLocks/>
            <a:stCxn id="138" idx="0"/>
            <a:endCxn id="137" idx="3"/>
          </p:cNvCxnSpPr>
          <p:nvPr/>
        </p:nvCxnSpPr>
        <p:spPr>
          <a:xfrm flipV="1">
            <a:off x="4337148" y="4190079"/>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142" name="Oval 141">
            <a:extLst>
              <a:ext uri="{FF2B5EF4-FFF2-40B4-BE49-F238E27FC236}">
                <a16:creationId xmlns:a16="http://schemas.microsoft.com/office/drawing/2014/main" id="{5E5B4856-9F16-C8C4-F16A-8F4DDB110C51}"/>
              </a:ext>
            </a:extLst>
          </p:cNvPr>
          <p:cNvSpPr/>
          <p:nvPr/>
        </p:nvSpPr>
        <p:spPr>
          <a:xfrm>
            <a:off x="2446608" y="5213981"/>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143" name="Oval 142">
            <a:extLst>
              <a:ext uri="{FF2B5EF4-FFF2-40B4-BE49-F238E27FC236}">
                <a16:creationId xmlns:a16="http://schemas.microsoft.com/office/drawing/2014/main" id="{0B2131EE-BCED-D1DE-2626-272C274EF55F}"/>
              </a:ext>
            </a:extLst>
          </p:cNvPr>
          <p:cNvSpPr/>
          <p:nvPr/>
        </p:nvSpPr>
        <p:spPr>
          <a:xfrm>
            <a:off x="3007436" y="5213981"/>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144" name="Oval 143">
            <a:extLst>
              <a:ext uri="{FF2B5EF4-FFF2-40B4-BE49-F238E27FC236}">
                <a16:creationId xmlns:a16="http://schemas.microsoft.com/office/drawing/2014/main" id="{CA7386BA-519A-044A-D6D9-DA969588C537}"/>
              </a:ext>
            </a:extLst>
          </p:cNvPr>
          <p:cNvSpPr/>
          <p:nvPr/>
        </p:nvSpPr>
        <p:spPr>
          <a:xfrm>
            <a:off x="2986878" y="3791442"/>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145" name="Oval 144">
            <a:extLst>
              <a:ext uri="{FF2B5EF4-FFF2-40B4-BE49-F238E27FC236}">
                <a16:creationId xmlns:a16="http://schemas.microsoft.com/office/drawing/2014/main" id="{A80B0AB7-6739-02FD-54D5-D96E8191082E}"/>
              </a:ext>
            </a:extLst>
          </p:cNvPr>
          <p:cNvSpPr/>
          <p:nvPr/>
        </p:nvSpPr>
        <p:spPr>
          <a:xfrm>
            <a:off x="2716608" y="4518091"/>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146" name="Oval 145">
            <a:extLst>
              <a:ext uri="{FF2B5EF4-FFF2-40B4-BE49-F238E27FC236}">
                <a16:creationId xmlns:a16="http://schemas.microsoft.com/office/drawing/2014/main" id="{57F0A3BF-562D-1422-43CA-9C917F2E43F5}"/>
              </a:ext>
            </a:extLst>
          </p:cNvPr>
          <p:cNvSpPr/>
          <p:nvPr/>
        </p:nvSpPr>
        <p:spPr>
          <a:xfrm>
            <a:off x="3391878" y="4518091"/>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147" name="Straight Arrow Connector 146">
            <a:extLst>
              <a:ext uri="{FF2B5EF4-FFF2-40B4-BE49-F238E27FC236}">
                <a16:creationId xmlns:a16="http://schemas.microsoft.com/office/drawing/2014/main" id="{243D9A7A-5A1E-386E-5684-5A60A0A043A7}"/>
              </a:ext>
            </a:extLst>
          </p:cNvPr>
          <p:cNvCxnSpPr>
            <a:cxnSpLocks/>
            <a:stCxn id="145" idx="0"/>
            <a:endCxn id="144" idx="3"/>
          </p:cNvCxnSpPr>
          <p:nvPr/>
        </p:nvCxnSpPr>
        <p:spPr>
          <a:xfrm flipV="1">
            <a:off x="2986608" y="4248025"/>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48" name="Straight Arrow Connector 147">
            <a:extLst>
              <a:ext uri="{FF2B5EF4-FFF2-40B4-BE49-F238E27FC236}">
                <a16:creationId xmlns:a16="http://schemas.microsoft.com/office/drawing/2014/main" id="{865E2C51-BC8C-3B11-6348-99103A480F45}"/>
              </a:ext>
            </a:extLst>
          </p:cNvPr>
          <p:cNvCxnSpPr>
            <a:cxnSpLocks/>
            <a:stCxn id="146" idx="0"/>
            <a:endCxn id="144" idx="5"/>
          </p:cNvCxnSpPr>
          <p:nvPr/>
        </p:nvCxnSpPr>
        <p:spPr>
          <a:xfrm flipH="1" flipV="1">
            <a:off x="3447797" y="4248025"/>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49" name="Straight Arrow Connector 148">
            <a:extLst>
              <a:ext uri="{FF2B5EF4-FFF2-40B4-BE49-F238E27FC236}">
                <a16:creationId xmlns:a16="http://schemas.microsoft.com/office/drawing/2014/main" id="{FC3FC248-2AB7-D0E2-D00E-9A3C6D01AC24}"/>
              </a:ext>
            </a:extLst>
          </p:cNvPr>
          <p:cNvCxnSpPr>
            <a:cxnSpLocks/>
            <a:stCxn id="143" idx="0"/>
            <a:endCxn id="145" idx="5"/>
          </p:cNvCxnSpPr>
          <p:nvPr/>
        </p:nvCxnSpPr>
        <p:spPr>
          <a:xfrm flipH="1" flipV="1">
            <a:off x="3177527" y="4974674"/>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0" name="Straight Arrow Connector 149">
            <a:extLst>
              <a:ext uri="{FF2B5EF4-FFF2-40B4-BE49-F238E27FC236}">
                <a16:creationId xmlns:a16="http://schemas.microsoft.com/office/drawing/2014/main" id="{C019B10C-0F82-5D78-8DF5-1377DA835D8C}"/>
              </a:ext>
            </a:extLst>
          </p:cNvPr>
          <p:cNvCxnSpPr>
            <a:cxnSpLocks/>
            <a:stCxn id="142" idx="0"/>
            <a:endCxn id="145" idx="3"/>
          </p:cNvCxnSpPr>
          <p:nvPr/>
        </p:nvCxnSpPr>
        <p:spPr>
          <a:xfrm flipV="1">
            <a:off x="2716608" y="4974674"/>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1" name="Straight Arrow Connector 150">
            <a:extLst>
              <a:ext uri="{FF2B5EF4-FFF2-40B4-BE49-F238E27FC236}">
                <a16:creationId xmlns:a16="http://schemas.microsoft.com/office/drawing/2014/main" id="{054361BF-8FCC-ABB0-43B0-D5621E51D485}"/>
              </a:ext>
            </a:extLst>
          </p:cNvPr>
          <p:cNvCxnSpPr>
            <a:cxnSpLocks/>
            <a:stCxn id="144" idx="0"/>
            <a:endCxn id="136" idx="3"/>
          </p:cNvCxnSpPr>
          <p:nvPr/>
        </p:nvCxnSpPr>
        <p:spPr>
          <a:xfrm flipV="1">
            <a:off x="3256878" y="3563303"/>
            <a:ext cx="501017" cy="22813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2" name="Straight Arrow Connector 151">
            <a:extLst>
              <a:ext uri="{FF2B5EF4-FFF2-40B4-BE49-F238E27FC236}">
                <a16:creationId xmlns:a16="http://schemas.microsoft.com/office/drawing/2014/main" id="{66E809BF-B8D4-900A-E4ED-BDFCE757C93B}"/>
              </a:ext>
            </a:extLst>
          </p:cNvPr>
          <p:cNvCxnSpPr>
            <a:cxnSpLocks/>
            <a:stCxn id="137" idx="0"/>
            <a:endCxn id="136" idx="5"/>
          </p:cNvCxnSpPr>
          <p:nvPr/>
        </p:nvCxnSpPr>
        <p:spPr>
          <a:xfrm flipH="1" flipV="1">
            <a:off x="4139733" y="3563303"/>
            <a:ext cx="467415" cy="17019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3" name="Straight Arrow Connector 152">
            <a:extLst>
              <a:ext uri="{FF2B5EF4-FFF2-40B4-BE49-F238E27FC236}">
                <a16:creationId xmlns:a16="http://schemas.microsoft.com/office/drawing/2014/main" id="{1A8BE276-C173-4B7F-5A81-F7ED6FB68973}"/>
              </a:ext>
            </a:extLst>
          </p:cNvPr>
          <p:cNvCxnSpPr>
            <a:cxnSpLocks/>
            <a:stCxn id="136" idx="0"/>
            <a:endCxn id="4" idx="3"/>
          </p:cNvCxnSpPr>
          <p:nvPr/>
        </p:nvCxnSpPr>
        <p:spPr>
          <a:xfrm flipV="1">
            <a:off x="3948814" y="2778708"/>
            <a:ext cx="373418" cy="32801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D454831F-34CF-600B-931D-497DCDC7EB14}"/>
              </a:ext>
            </a:extLst>
          </p:cNvPr>
          <p:cNvSpPr txBox="1"/>
          <p:nvPr/>
        </p:nvSpPr>
        <p:spPr>
          <a:xfrm>
            <a:off x="218472" y="189553"/>
            <a:ext cx="4579595" cy="2462213"/>
          </a:xfrm>
          <a:prstGeom prst="rect">
            <a:avLst/>
          </a:prstGeom>
          <a:noFill/>
        </p:spPr>
        <p:txBody>
          <a:bodyPr wrap="square" rtlCol="0">
            <a:spAutoFit/>
          </a:bodyPr>
          <a:lstStyle/>
          <a:p>
            <a:r>
              <a:rPr lang="en-US" sz="2200" dirty="0"/>
              <a:t>Problems that are suitable for Dynamic Programming are has an </a:t>
            </a:r>
            <a:r>
              <a:rPr lang="en-US" sz="2200" b="1" dirty="0">
                <a:solidFill>
                  <a:srgbClr val="0070C0"/>
                </a:solidFill>
              </a:rPr>
              <a:t>optimal substructure </a:t>
            </a:r>
            <a:r>
              <a:rPr lang="en-PH" sz="2200" dirty="0"/>
              <a:t>where an optimal solution to the overall problem can be constructed from optimal solutions of its subproblems. </a:t>
            </a:r>
            <a:endParaRPr lang="en-US" sz="2200" dirty="0"/>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F75283C-6E69-C044-D3A6-61A2AB295949}"/>
                  </a:ext>
                </a:extLst>
              </p:cNvPr>
              <p:cNvSpPr txBox="1"/>
              <p:nvPr/>
            </p:nvSpPr>
            <p:spPr>
              <a:xfrm>
                <a:off x="5953970" y="656442"/>
                <a:ext cx="1151917"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i="1" smtClean="0">
                          <a:latin typeface="Cambria Math" panose="02040503050406030204" pitchFamily="18" charset="0"/>
                        </a:rPr>
                        <m:t>𝑓</m:t>
                      </m:r>
                      <m:r>
                        <a:rPr lang="en-GB" sz="2500" b="0" i="1" smtClean="0">
                          <a:latin typeface="Cambria Math" panose="02040503050406030204" pitchFamily="18" charset="0"/>
                        </a:rPr>
                        <m:t>𝑖𝑏</m:t>
                      </m:r>
                      <m:r>
                        <a:rPr lang="en-GB" sz="2500" b="0" i="1" smtClean="0">
                          <a:latin typeface="Cambria Math" panose="02040503050406030204" pitchFamily="18" charset="0"/>
                        </a:rPr>
                        <m:t>(7)</m:t>
                      </m:r>
                    </m:oMath>
                  </m:oMathPara>
                </a14:m>
                <a:endParaRPr lang="en-US" sz="2500" dirty="0"/>
              </a:p>
            </p:txBody>
          </p:sp>
        </mc:Choice>
        <mc:Fallback xmlns="">
          <p:sp>
            <p:nvSpPr>
              <p:cNvPr id="6" name="TextBox 5">
                <a:extLst>
                  <a:ext uri="{FF2B5EF4-FFF2-40B4-BE49-F238E27FC236}">
                    <a16:creationId xmlns:a16="http://schemas.microsoft.com/office/drawing/2014/main" id="{EF75283C-6E69-C044-D3A6-61A2AB295949}"/>
                  </a:ext>
                </a:extLst>
              </p:cNvPr>
              <p:cNvSpPr txBox="1">
                <a:spLocks noRot="1" noChangeAspect="1" noMove="1" noResize="1" noEditPoints="1" noAdjustHandles="1" noChangeArrowheads="1" noChangeShapeType="1" noTextEdit="1"/>
              </p:cNvSpPr>
              <p:nvPr/>
            </p:nvSpPr>
            <p:spPr>
              <a:xfrm>
                <a:off x="5953970" y="656442"/>
                <a:ext cx="1151917" cy="477054"/>
              </a:xfrm>
              <a:prstGeom prst="rect">
                <a:avLst/>
              </a:prstGeom>
              <a:blipFill>
                <a:blip r:embed="rId2"/>
                <a:stretch>
                  <a:fillRect b="-14634"/>
                </a:stretch>
              </a:blipFill>
              <a:ln w="38100">
                <a:solidFill>
                  <a:schemeClr val="tx1"/>
                </a:solidFill>
              </a:ln>
            </p:spPr>
            <p:txBody>
              <a:bodyPr/>
              <a:lstStyle/>
              <a:p>
                <a:r>
                  <a:rPr lang="en-US">
                    <a:noFill/>
                  </a:rPr>
                  <a:t> </a:t>
                </a:r>
              </a:p>
            </p:txBody>
          </p:sp>
        </mc:Fallback>
      </mc:AlternateContent>
    </p:spTree>
    <p:extLst>
      <p:ext uri="{BB962C8B-B14F-4D97-AF65-F5344CB8AC3E}">
        <p14:creationId xmlns:p14="http://schemas.microsoft.com/office/powerpoint/2010/main" val="1344523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500"/>
                                        <p:tgtEl>
                                          <p:spTgt spid="29"/>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500"/>
                                        <p:tgtEl>
                                          <p:spTgt spid="3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53"/>
                                        </p:tgtEl>
                                        <p:attrNameLst>
                                          <p:attrName>style.visibility</p:attrName>
                                        </p:attrNameLst>
                                      </p:cBhvr>
                                      <p:to>
                                        <p:strVal val="visible"/>
                                      </p:to>
                                    </p:set>
                                    <p:animEffect transition="in" filter="fade">
                                      <p:cBhvr>
                                        <p:cTn id="21" dur="500"/>
                                        <p:tgtEl>
                                          <p:spTgt spid="153"/>
                                        </p:tgtEl>
                                      </p:cBhvr>
                                    </p:animEffect>
                                  </p:childTnLst>
                                </p:cTn>
                              </p:par>
                              <p:par>
                                <p:cTn id="22" presetID="10" presetClass="entr" presetSubtype="0" fill="hold" nodeType="withEffect">
                                  <p:stCondLst>
                                    <p:cond delay="0"/>
                                  </p:stCondLst>
                                  <p:childTnLst>
                                    <p:set>
                                      <p:cBhvr>
                                        <p:cTn id="23" dur="1" fill="hold">
                                          <p:stCondLst>
                                            <p:cond delay="0"/>
                                          </p:stCondLst>
                                        </p:cTn>
                                        <p:tgtEl>
                                          <p:spTgt spid="94"/>
                                        </p:tgtEl>
                                        <p:attrNameLst>
                                          <p:attrName>style.visibility</p:attrName>
                                        </p:attrNameLst>
                                      </p:cBhvr>
                                      <p:to>
                                        <p:strVal val="visible"/>
                                      </p:to>
                                    </p:set>
                                    <p:animEffect transition="in" filter="fade">
                                      <p:cBhvr>
                                        <p:cTn id="24" dur="500"/>
                                        <p:tgtEl>
                                          <p:spTgt spid="9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6"/>
                                        </p:tgtEl>
                                        <p:attrNameLst>
                                          <p:attrName>style.visibility</p:attrName>
                                        </p:attrNameLst>
                                      </p:cBhvr>
                                      <p:to>
                                        <p:strVal val="visible"/>
                                      </p:to>
                                    </p:set>
                                    <p:animEffect transition="in" filter="fade">
                                      <p:cBhvr>
                                        <p:cTn id="27" dur="500"/>
                                        <p:tgtEl>
                                          <p:spTgt spid="136"/>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7"/>
                                        </p:tgtEl>
                                        <p:attrNameLst>
                                          <p:attrName>style.visibility</p:attrName>
                                        </p:attrNameLst>
                                      </p:cBhvr>
                                      <p:to>
                                        <p:strVal val="visible"/>
                                      </p:to>
                                    </p:set>
                                    <p:animEffect transition="in" filter="fade">
                                      <p:cBhvr>
                                        <p:cTn id="30" dur="500"/>
                                        <p:tgtEl>
                                          <p:spTgt spid="67"/>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97"/>
                                        </p:tgtEl>
                                        <p:attrNameLst>
                                          <p:attrName>style.visibility</p:attrName>
                                        </p:attrNameLst>
                                      </p:cBhvr>
                                      <p:to>
                                        <p:strVal val="visible"/>
                                      </p:to>
                                    </p:set>
                                    <p:animEffect transition="in" filter="fade">
                                      <p:cBhvr>
                                        <p:cTn id="35" dur="500"/>
                                        <p:tgtEl>
                                          <p:spTgt spid="97"/>
                                        </p:tgtEl>
                                      </p:cBhvr>
                                    </p:animEffect>
                                  </p:childTnLst>
                                </p:cTn>
                              </p:par>
                              <p:par>
                                <p:cTn id="36" presetID="10" presetClass="entr" presetSubtype="0" fill="hold" nodeType="withEffect">
                                  <p:stCondLst>
                                    <p:cond delay="0"/>
                                  </p:stCondLst>
                                  <p:childTnLst>
                                    <p:set>
                                      <p:cBhvr>
                                        <p:cTn id="37" dur="1" fill="hold">
                                          <p:stCondLst>
                                            <p:cond delay="0"/>
                                          </p:stCondLst>
                                        </p:cTn>
                                        <p:tgtEl>
                                          <p:spTgt spid="100"/>
                                        </p:tgtEl>
                                        <p:attrNameLst>
                                          <p:attrName>style.visibility</p:attrName>
                                        </p:attrNameLst>
                                      </p:cBhvr>
                                      <p:to>
                                        <p:strVal val="visible"/>
                                      </p:to>
                                    </p:set>
                                    <p:animEffect transition="in" filter="fade">
                                      <p:cBhvr>
                                        <p:cTn id="38" dur="500"/>
                                        <p:tgtEl>
                                          <p:spTgt spid="100"/>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62"/>
                                        </p:tgtEl>
                                        <p:attrNameLst>
                                          <p:attrName>style.visibility</p:attrName>
                                        </p:attrNameLst>
                                      </p:cBhvr>
                                      <p:to>
                                        <p:strVal val="visible"/>
                                      </p:to>
                                    </p:set>
                                    <p:animEffect transition="in" filter="fade">
                                      <p:cBhvr>
                                        <p:cTn id="41" dur="500"/>
                                        <p:tgtEl>
                                          <p:spTgt spid="62"/>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87"/>
                                        </p:tgtEl>
                                        <p:attrNameLst>
                                          <p:attrName>style.visibility</p:attrName>
                                        </p:attrNameLst>
                                      </p:cBhvr>
                                      <p:to>
                                        <p:strVal val="visible"/>
                                      </p:to>
                                    </p:set>
                                    <p:animEffect transition="in" filter="fade">
                                      <p:cBhvr>
                                        <p:cTn id="44" dur="500"/>
                                        <p:tgtEl>
                                          <p:spTgt spid="87"/>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51"/>
                                        </p:tgtEl>
                                        <p:attrNameLst>
                                          <p:attrName>style.visibility</p:attrName>
                                        </p:attrNameLst>
                                      </p:cBhvr>
                                      <p:to>
                                        <p:strVal val="visible"/>
                                      </p:to>
                                    </p:set>
                                    <p:animEffect transition="in" filter="fade">
                                      <p:cBhvr>
                                        <p:cTn id="49" dur="500"/>
                                        <p:tgtEl>
                                          <p:spTgt spid="151"/>
                                        </p:tgtEl>
                                      </p:cBhvr>
                                    </p:animEffect>
                                  </p:childTnLst>
                                </p:cTn>
                              </p:par>
                              <p:par>
                                <p:cTn id="50" presetID="10" presetClass="entr" presetSubtype="0" fill="hold" nodeType="withEffect">
                                  <p:stCondLst>
                                    <p:cond delay="0"/>
                                  </p:stCondLst>
                                  <p:childTnLst>
                                    <p:set>
                                      <p:cBhvr>
                                        <p:cTn id="51" dur="1" fill="hold">
                                          <p:stCondLst>
                                            <p:cond delay="0"/>
                                          </p:stCondLst>
                                        </p:cTn>
                                        <p:tgtEl>
                                          <p:spTgt spid="152"/>
                                        </p:tgtEl>
                                        <p:attrNameLst>
                                          <p:attrName>style.visibility</p:attrName>
                                        </p:attrNameLst>
                                      </p:cBhvr>
                                      <p:to>
                                        <p:strVal val="visible"/>
                                      </p:to>
                                    </p:set>
                                    <p:animEffect transition="in" filter="fade">
                                      <p:cBhvr>
                                        <p:cTn id="52" dur="500"/>
                                        <p:tgtEl>
                                          <p:spTgt spid="15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44"/>
                                        </p:tgtEl>
                                        <p:attrNameLst>
                                          <p:attrName>style.visibility</p:attrName>
                                        </p:attrNameLst>
                                      </p:cBhvr>
                                      <p:to>
                                        <p:strVal val="visible"/>
                                      </p:to>
                                    </p:set>
                                    <p:animEffect transition="in" filter="fade">
                                      <p:cBhvr>
                                        <p:cTn id="55" dur="500"/>
                                        <p:tgtEl>
                                          <p:spTgt spid="144"/>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37"/>
                                        </p:tgtEl>
                                        <p:attrNameLst>
                                          <p:attrName>style.visibility</p:attrName>
                                        </p:attrNameLst>
                                      </p:cBhvr>
                                      <p:to>
                                        <p:strVal val="visible"/>
                                      </p:to>
                                    </p:set>
                                    <p:animEffect transition="in" filter="fade">
                                      <p:cBhvr>
                                        <p:cTn id="58" dur="500"/>
                                        <p:tgtEl>
                                          <p:spTgt spid="137"/>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70"/>
                                        </p:tgtEl>
                                        <p:attrNameLst>
                                          <p:attrName>style.visibility</p:attrName>
                                        </p:attrNameLst>
                                      </p:cBhvr>
                                      <p:to>
                                        <p:strVal val="visible"/>
                                      </p:to>
                                    </p:set>
                                    <p:animEffect transition="in" filter="fade">
                                      <p:cBhvr>
                                        <p:cTn id="63" dur="500"/>
                                        <p:tgtEl>
                                          <p:spTgt spid="70"/>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68"/>
                                        </p:tgtEl>
                                        <p:attrNameLst>
                                          <p:attrName>style.visibility</p:attrName>
                                        </p:attrNameLst>
                                      </p:cBhvr>
                                      <p:to>
                                        <p:strVal val="visible"/>
                                      </p:to>
                                    </p:set>
                                    <p:animEffect transition="in" filter="fade">
                                      <p:cBhvr>
                                        <p:cTn id="66" dur="500"/>
                                        <p:tgtEl>
                                          <p:spTgt spid="68"/>
                                        </p:tgtEl>
                                      </p:cBhvr>
                                    </p:animEffect>
                                  </p:childTnLst>
                                </p:cTn>
                              </p:par>
                              <p:par>
                                <p:cTn id="67" presetID="10" presetClass="entr" presetSubtype="0" fill="hold" nodeType="withEffect">
                                  <p:stCondLst>
                                    <p:cond delay="0"/>
                                  </p:stCondLst>
                                  <p:childTnLst>
                                    <p:set>
                                      <p:cBhvr>
                                        <p:cTn id="68" dur="1" fill="hold">
                                          <p:stCondLst>
                                            <p:cond delay="0"/>
                                          </p:stCondLst>
                                        </p:cTn>
                                        <p:tgtEl>
                                          <p:spTgt spid="71"/>
                                        </p:tgtEl>
                                        <p:attrNameLst>
                                          <p:attrName>style.visibility</p:attrName>
                                        </p:attrNameLst>
                                      </p:cBhvr>
                                      <p:to>
                                        <p:strVal val="visible"/>
                                      </p:to>
                                    </p:set>
                                    <p:animEffect transition="in" filter="fade">
                                      <p:cBhvr>
                                        <p:cTn id="69" dur="500"/>
                                        <p:tgtEl>
                                          <p:spTgt spid="7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69"/>
                                        </p:tgtEl>
                                        <p:attrNameLst>
                                          <p:attrName>style.visibility</p:attrName>
                                        </p:attrNameLst>
                                      </p:cBhvr>
                                      <p:to>
                                        <p:strVal val="visible"/>
                                      </p:to>
                                    </p:set>
                                    <p:animEffect transition="in" filter="fade">
                                      <p:cBhvr>
                                        <p:cTn id="72" dur="500"/>
                                        <p:tgtEl>
                                          <p:spTgt spid="69"/>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90"/>
                                        </p:tgtEl>
                                        <p:attrNameLst>
                                          <p:attrName>style.visibility</p:attrName>
                                        </p:attrNameLst>
                                      </p:cBhvr>
                                      <p:to>
                                        <p:strVal val="visible"/>
                                      </p:to>
                                    </p:set>
                                    <p:animEffect transition="in" filter="fade">
                                      <p:cBhvr>
                                        <p:cTn id="77" dur="500"/>
                                        <p:tgtEl>
                                          <p:spTgt spid="90"/>
                                        </p:tgtEl>
                                      </p:cBhvr>
                                    </p:animEffect>
                                  </p:childTnLst>
                                </p:cTn>
                              </p:par>
                              <p:par>
                                <p:cTn id="78" presetID="10" presetClass="entr" presetSubtype="0" fill="hold" nodeType="withEffect">
                                  <p:stCondLst>
                                    <p:cond delay="0"/>
                                  </p:stCondLst>
                                  <p:childTnLst>
                                    <p:set>
                                      <p:cBhvr>
                                        <p:cTn id="79" dur="1" fill="hold">
                                          <p:stCondLst>
                                            <p:cond delay="0"/>
                                          </p:stCondLst>
                                        </p:cTn>
                                        <p:tgtEl>
                                          <p:spTgt spid="91"/>
                                        </p:tgtEl>
                                        <p:attrNameLst>
                                          <p:attrName>style.visibility</p:attrName>
                                        </p:attrNameLst>
                                      </p:cBhvr>
                                      <p:to>
                                        <p:strVal val="visible"/>
                                      </p:to>
                                    </p:set>
                                    <p:animEffect transition="in" filter="fade">
                                      <p:cBhvr>
                                        <p:cTn id="80" dur="500"/>
                                        <p:tgtEl>
                                          <p:spTgt spid="91"/>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89"/>
                                        </p:tgtEl>
                                        <p:attrNameLst>
                                          <p:attrName>style.visibility</p:attrName>
                                        </p:attrNameLst>
                                      </p:cBhvr>
                                      <p:to>
                                        <p:strVal val="visible"/>
                                      </p:to>
                                    </p:set>
                                    <p:animEffect transition="in" filter="fade">
                                      <p:cBhvr>
                                        <p:cTn id="83" dur="500"/>
                                        <p:tgtEl>
                                          <p:spTgt spid="89"/>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88"/>
                                        </p:tgtEl>
                                        <p:attrNameLst>
                                          <p:attrName>style.visibility</p:attrName>
                                        </p:attrNameLst>
                                      </p:cBhvr>
                                      <p:to>
                                        <p:strVal val="visible"/>
                                      </p:to>
                                    </p:set>
                                    <p:animEffect transition="in" filter="fade">
                                      <p:cBhvr>
                                        <p:cTn id="86" dur="500"/>
                                        <p:tgtEl>
                                          <p:spTgt spid="88"/>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66"/>
                                        </p:tgtEl>
                                        <p:attrNameLst>
                                          <p:attrName>style.visibility</p:attrName>
                                        </p:attrNameLst>
                                      </p:cBhvr>
                                      <p:to>
                                        <p:strVal val="visible"/>
                                      </p:to>
                                    </p:set>
                                    <p:animEffect transition="in" filter="fade">
                                      <p:cBhvr>
                                        <p:cTn id="91" dur="500"/>
                                        <p:tgtEl>
                                          <p:spTgt spid="66"/>
                                        </p:tgtEl>
                                      </p:cBhvr>
                                    </p:animEffect>
                                  </p:childTnLst>
                                </p:cTn>
                              </p:par>
                              <p:par>
                                <p:cTn id="92" presetID="10" presetClass="entr" presetSubtype="0" fill="hold" nodeType="withEffect">
                                  <p:stCondLst>
                                    <p:cond delay="0"/>
                                  </p:stCondLst>
                                  <p:childTnLst>
                                    <p:set>
                                      <p:cBhvr>
                                        <p:cTn id="93" dur="1" fill="hold">
                                          <p:stCondLst>
                                            <p:cond delay="0"/>
                                          </p:stCondLst>
                                        </p:cTn>
                                        <p:tgtEl>
                                          <p:spTgt spid="65"/>
                                        </p:tgtEl>
                                        <p:attrNameLst>
                                          <p:attrName>style.visibility</p:attrName>
                                        </p:attrNameLst>
                                      </p:cBhvr>
                                      <p:to>
                                        <p:strVal val="visible"/>
                                      </p:to>
                                    </p:set>
                                    <p:animEffect transition="in" filter="fade">
                                      <p:cBhvr>
                                        <p:cTn id="94" dur="500"/>
                                        <p:tgtEl>
                                          <p:spTgt spid="65"/>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64"/>
                                        </p:tgtEl>
                                        <p:attrNameLst>
                                          <p:attrName>style.visibility</p:attrName>
                                        </p:attrNameLst>
                                      </p:cBhvr>
                                      <p:to>
                                        <p:strVal val="visible"/>
                                      </p:to>
                                    </p:set>
                                    <p:animEffect transition="in" filter="fade">
                                      <p:cBhvr>
                                        <p:cTn id="97" dur="500"/>
                                        <p:tgtEl>
                                          <p:spTgt spid="64"/>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63"/>
                                        </p:tgtEl>
                                        <p:attrNameLst>
                                          <p:attrName>style.visibility</p:attrName>
                                        </p:attrNameLst>
                                      </p:cBhvr>
                                      <p:to>
                                        <p:strVal val="visible"/>
                                      </p:to>
                                    </p:set>
                                    <p:animEffect transition="in" filter="fade">
                                      <p:cBhvr>
                                        <p:cTn id="100" dur="500"/>
                                        <p:tgtEl>
                                          <p:spTgt spid="63"/>
                                        </p:tgtEl>
                                      </p:cBhvr>
                                    </p:animEffect>
                                  </p:childTnLst>
                                </p:cTn>
                              </p:par>
                            </p:childTnLst>
                          </p:cTn>
                        </p:par>
                      </p:childTnLst>
                    </p:cTn>
                  </p:par>
                  <p:par>
                    <p:cTn id="101" fill="hold">
                      <p:stCondLst>
                        <p:cond delay="indefinite"/>
                      </p:stCondLst>
                      <p:childTnLst>
                        <p:par>
                          <p:cTn id="102" fill="hold">
                            <p:stCondLst>
                              <p:cond delay="0"/>
                            </p:stCondLst>
                            <p:childTnLst>
                              <p:par>
                                <p:cTn id="103" presetID="10" presetClass="entr" presetSubtype="0" fill="hold" nodeType="clickEffect">
                                  <p:stCondLst>
                                    <p:cond delay="0"/>
                                  </p:stCondLst>
                                  <p:childTnLst>
                                    <p:set>
                                      <p:cBhvr>
                                        <p:cTn id="104" dur="1" fill="hold">
                                          <p:stCondLst>
                                            <p:cond delay="0"/>
                                          </p:stCondLst>
                                        </p:cTn>
                                        <p:tgtEl>
                                          <p:spTgt spid="147"/>
                                        </p:tgtEl>
                                        <p:attrNameLst>
                                          <p:attrName>style.visibility</p:attrName>
                                        </p:attrNameLst>
                                      </p:cBhvr>
                                      <p:to>
                                        <p:strVal val="visible"/>
                                      </p:to>
                                    </p:set>
                                    <p:animEffect transition="in" filter="fade">
                                      <p:cBhvr>
                                        <p:cTn id="105" dur="500"/>
                                        <p:tgtEl>
                                          <p:spTgt spid="147"/>
                                        </p:tgtEl>
                                      </p:cBhvr>
                                    </p:animEffect>
                                  </p:childTnLst>
                                </p:cTn>
                              </p:par>
                              <p:par>
                                <p:cTn id="106" presetID="10" presetClass="entr" presetSubtype="0" fill="hold" nodeType="withEffect">
                                  <p:stCondLst>
                                    <p:cond delay="0"/>
                                  </p:stCondLst>
                                  <p:childTnLst>
                                    <p:set>
                                      <p:cBhvr>
                                        <p:cTn id="107" dur="1" fill="hold">
                                          <p:stCondLst>
                                            <p:cond delay="0"/>
                                          </p:stCondLst>
                                        </p:cTn>
                                        <p:tgtEl>
                                          <p:spTgt spid="148"/>
                                        </p:tgtEl>
                                        <p:attrNameLst>
                                          <p:attrName>style.visibility</p:attrName>
                                        </p:attrNameLst>
                                      </p:cBhvr>
                                      <p:to>
                                        <p:strVal val="visible"/>
                                      </p:to>
                                    </p:set>
                                    <p:animEffect transition="in" filter="fade">
                                      <p:cBhvr>
                                        <p:cTn id="108" dur="500"/>
                                        <p:tgtEl>
                                          <p:spTgt spid="148"/>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146"/>
                                        </p:tgtEl>
                                        <p:attrNameLst>
                                          <p:attrName>style.visibility</p:attrName>
                                        </p:attrNameLst>
                                      </p:cBhvr>
                                      <p:to>
                                        <p:strVal val="visible"/>
                                      </p:to>
                                    </p:set>
                                    <p:animEffect transition="in" filter="fade">
                                      <p:cBhvr>
                                        <p:cTn id="111" dur="500"/>
                                        <p:tgtEl>
                                          <p:spTgt spid="146"/>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145"/>
                                        </p:tgtEl>
                                        <p:attrNameLst>
                                          <p:attrName>style.visibility</p:attrName>
                                        </p:attrNameLst>
                                      </p:cBhvr>
                                      <p:to>
                                        <p:strVal val="visible"/>
                                      </p:to>
                                    </p:set>
                                    <p:animEffect transition="in" filter="fade">
                                      <p:cBhvr>
                                        <p:cTn id="114" dur="500"/>
                                        <p:tgtEl>
                                          <p:spTgt spid="145"/>
                                        </p:tgtEl>
                                      </p:cBhvr>
                                    </p:animEffect>
                                  </p:childTnLst>
                                </p:cTn>
                              </p:par>
                            </p:childTnLst>
                          </p:cTn>
                        </p:par>
                      </p:childTnLst>
                    </p:cTn>
                  </p:par>
                  <p:par>
                    <p:cTn id="115" fill="hold">
                      <p:stCondLst>
                        <p:cond delay="indefinite"/>
                      </p:stCondLst>
                      <p:childTnLst>
                        <p:par>
                          <p:cTn id="116" fill="hold">
                            <p:stCondLst>
                              <p:cond delay="0"/>
                            </p:stCondLst>
                            <p:childTnLst>
                              <p:par>
                                <p:cTn id="117" presetID="10" presetClass="entr" presetSubtype="0" fill="hold" nodeType="clickEffect">
                                  <p:stCondLst>
                                    <p:cond delay="0"/>
                                  </p:stCondLst>
                                  <p:childTnLst>
                                    <p:set>
                                      <p:cBhvr>
                                        <p:cTn id="118" dur="1" fill="hold">
                                          <p:stCondLst>
                                            <p:cond delay="0"/>
                                          </p:stCondLst>
                                        </p:cTn>
                                        <p:tgtEl>
                                          <p:spTgt spid="141"/>
                                        </p:tgtEl>
                                        <p:attrNameLst>
                                          <p:attrName>style.visibility</p:attrName>
                                        </p:attrNameLst>
                                      </p:cBhvr>
                                      <p:to>
                                        <p:strVal val="visible"/>
                                      </p:to>
                                    </p:set>
                                    <p:animEffect transition="in" filter="fade">
                                      <p:cBhvr>
                                        <p:cTn id="119" dur="500"/>
                                        <p:tgtEl>
                                          <p:spTgt spid="141"/>
                                        </p:tgtEl>
                                      </p:cBhvr>
                                    </p:animEffect>
                                  </p:childTnLst>
                                </p:cTn>
                              </p:par>
                              <p:par>
                                <p:cTn id="120" presetID="10" presetClass="entr" presetSubtype="0" fill="hold" nodeType="withEffect">
                                  <p:stCondLst>
                                    <p:cond delay="0"/>
                                  </p:stCondLst>
                                  <p:childTnLst>
                                    <p:set>
                                      <p:cBhvr>
                                        <p:cTn id="121" dur="1" fill="hold">
                                          <p:stCondLst>
                                            <p:cond delay="0"/>
                                          </p:stCondLst>
                                        </p:cTn>
                                        <p:tgtEl>
                                          <p:spTgt spid="140"/>
                                        </p:tgtEl>
                                        <p:attrNameLst>
                                          <p:attrName>style.visibility</p:attrName>
                                        </p:attrNameLst>
                                      </p:cBhvr>
                                      <p:to>
                                        <p:strVal val="visible"/>
                                      </p:to>
                                    </p:set>
                                    <p:animEffect transition="in" filter="fade">
                                      <p:cBhvr>
                                        <p:cTn id="122" dur="500"/>
                                        <p:tgtEl>
                                          <p:spTgt spid="140"/>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139"/>
                                        </p:tgtEl>
                                        <p:attrNameLst>
                                          <p:attrName>style.visibility</p:attrName>
                                        </p:attrNameLst>
                                      </p:cBhvr>
                                      <p:to>
                                        <p:strVal val="visible"/>
                                      </p:to>
                                    </p:set>
                                    <p:animEffect transition="in" filter="fade">
                                      <p:cBhvr>
                                        <p:cTn id="125" dur="500"/>
                                        <p:tgtEl>
                                          <p:spTgt spid="139"/>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138"/>
                                        </p:tgtEl>
                                        <p:attrNameLst>
                                          <p:attrName>style.visibility</p:attrName>
                                        </p:attrNameLst>
                                      </p:cBhvr>
                                      <p:to>
                                        <p:strVal val="visible"/>
                                      </p:to>
                                    </p:set>
                                    <p:animEffect transition="in" filter="fade">
                                      <p:cBhvr>
                                        <p:cTn id="128" dur="500"/>
                                        <p:tgtEl>
                                          <p:spTgt spid="138"/>
                                        </p:tgtEl>
                                      </p:cBhvr>
                                    </p:animEffect>
                                  </p:childTnLst>
                                </p:cTn>
                              </p:par>
                            </p:childTnLst>
                          </p:cTn>
                        </p:par>
                      </p:childTnLst>
                    </p:cTn>
                  </p:par>
                  <p:par>
                    <p:cTn id="129" fill="hold">
                      <p:stCondLst>
                        <p:cond delay="indefinite"/>
                      </p:stCondLst>
                      <p:childTnLst>
                        <p:par>
                          <p:cTn id="130" fill="hold">
                            <p:stCondLst>
                              <p:cond delay="0"/>
                            </p:stCondLst>
                            <p:childTnLst>
                              <p:par>
                                <p:cTn id="131" presetID="10" presetClass="entr" presetSubtype="0" fill="hold" nodeType="clickEffect">
                                  <p:stCondLst>
                                    <p:cond delay="0"/>
                                  </p:stCondLst>
                                  <p:childTnLst>
                                    <p:set>
                                      <p:cBhvr>
                                        <p:cTn id="132" dur="1" fill="hold">
                                          <p:stCondLst>
                                            <p:cond delay="0"/>
                                          </p:stCondLst>
                                        </p:cTn>
                                        <p:tgtEl>
                                          <p:spTgt spid="73"/>
                                        </p:tgtEl>
                                        <p:attrNameLst>
                                          <p:attrName>style.visibility</p:attrName>
                                        </p:attrNameLst>
                                      </p:cBhvr>
                                      <p:to>
                                        <p:strVal val="visible"/>
                                      </p:to>
                                    </p:set>
                                    <p:animEffect transition="in" filter="fade">
                                      <p:cBhvr>
                                        <p:cTn id="133" dur="500"/>
                                        <p:tgtEl>
                                          <p:spTgt spid="73"/>
                                        </p:tgtEl>
                                      </p:cBhvr>
                                    </p:animEffect>
                                  </p:childTnLst>
                                </p:cTn>
                              </p:par>
                              <p:par>
                                <p:cTn id="134" presetID="10" presetClass="entr" presetSubtype="0" fill="hold" nodeType="withEffect">
                                  <p:stCondLst>
                                    <p:cond delay="0"/>
                                  </p:stCondLst>
                                  <p:childTnLst>
                                    <p:set>
                                      <p:cBhvr>
                                        <p:cTn id="135" dur="1" fill="hold">
                                          <p:stCondLst>
                                            <p:cond delay="0"/>
                                          </p:stCondLst>
                                        </p:cTn>
                                        <p:tgtEl>
                                          <p:spTgt spid="72"/>
                                        </p:tgtEl>
                                        <p:attrNameLst>
                                          <p:attrName>style.visibility</p:attrName>
                                        </p:attrNameLst>
                                      </p:cBhvr>
                                      <p:to>
                                        <p:strVal val="visible"/>
                                      </p:to>
                                    </p:set>
                                    <p:animEffect transition="in" filter="fade">
                                      <p:cBhvr>
                                        <p:cTn id="136" dur="500"/>
                                        <p:tgtEl>
                                          <p:spTgt spid="72"/>
                                        </p:tgtEl>
                                      </p:cBhvr>
                                    </p:animEffect>
                                  </p:childTnLst>
                                </p:cTn>
                              </p:par>
                              <p:par>
                                <p:cTn id="137" presetID="10" presetClass="entr" presetSubtype="0" fill="hold" grpId="0" nodeType="withEffect">
                                  <p:stCondLst>
                                    <p:cond delay="0"/>
                                  </p:stCondLst>
                                  <p:childTnLst>
                                    <p:set>
                                      <p:cBhvr>
                                        <p:cTn id="138" dur="1" fill="hold">
                                          <p:stCondLst>
                                            <p:cond delay="0"/>
                                          </p:stCondLst>
                                        </p:cTn>
                                        <p:tgtEl>
                                          <p:spTgt spid="27"/>
                                        </p:tgtEl>
                                        <p:attrNameLst>
                                          <p:attrName>style.visibility</p:attrName>
                                        </p:attrNameLst>
                                      </p:cBhvr>
                                      <p:to>
                                        <p:strVal val="visible"/>
                                      </p:to>
                                    </p:set>
                                    <p:animEffect transition="in" filter="fade">
                                      <p:cBhvr>
                                        <p:cTn id="139" dur="500"/>
                                        <p:tgtEl>
                                          <p:spTgt spid="27"/>
                                        </p:tgtEl>
                                      </p:cBhvr>
                                    </p:animEffect>
                                  </p:childTnLst>
                                </p:cTn>
                              </p:par>
                              <p:par>
                                <p:cTn id="140" presetID="10" presetClass="entr" presetSubtype="0" fill="hold" grpId="0" nodeType="withEffect">
                                  <p:stCondLst>
                                    <p:cond delay="0"/>
                                  </p:stCondLst>
                                  <p:childTnLst>
                                    <p:set>
                                      <p:cBhvr>
                                        <p:cTn id="141" dur="1" fill="hold">
                                          <p:stCondLst>
                                            <p:cond delay="0"/>
                                          </p:stCondLst>
                                        </p:cTn>
                                        <p:tgtEl>
                                          <p:spTgt spid="26"/>
                                        </p:tgtEl>
                                        <p:attrNameLst>
                                          <p:attrName>style.visibility</p:attrName>
                                        </p:attrNameLst>
                                      </p:cBhvr>
                                      <p:to>
                                        <p:strVal val="visible"/>
                                      </p:to>
                                    </p:set>
                                    <p:animEffect transition="in" filter="fade">
                                      <p:cBhvr>
                                        <p:cTn id="142" dur="500"/>
                                        <p:tgtEl>
                                          <p:spTgt spid="26"/>
                                        </p:tgtEl>
                                      </p:cBhvr>
                                    </p:animEffect>
                                  </p:childTnLst>
                                </p:cTn>
                              </p:par>
                            </p:childTnLst>
                          </p:cTn>
                        </p:par>
                      </p:childTnLst>
                    </p:cTn>
                  </p:par>
                  <p:par>
                    <p:cTn id="143" fill="hold">
                      <p:stCondLst>
                        <p:cond delay="indefinite"/>
                      </p:stCondLst>
                      <p:childTnLst>
                        <p:par>
                          <p:cTn id="144" fill="hold">
                            <p:stCondLst>
                              <p:cond delay="0"/>
                            </p:stCondLst>
                            <p:childTnLst>
                              <p:par>
                                <p:cTn id="145" presetID="10" presetClass="entr" presetSubtype="0" fill="hold" nodeType="clickEffect">
                                  <p:stCondLst>
                                    <p:cond delay="0"/>
                                  </p:stCondLst>
                                  <p:childTnLst>
                                    <p:set>
                                      <p:cBhvr>
                                        <p:cTn id="146" dur="1" fill="hold">
                                          <p:stCondLst>
                                            <p:cond delay="0"/>
                                          </p:stCondLst>
                                        </p:cTn>
                                        <p:tgtEl>
                                          <p:spTgt spid="93"/>
                                        </p:tgtEl>
                                        <p:attrNameLst>
                                          <p:attrName>style.visibility</p:attrName>
                                        </p:attrNameLst>
                                      </p:cBhvr>
                                      <p:to>
                                        <p:strVal val="visible"/>
                                      </p:to>
                                    </p:set>
                                    <p:animEffect transition="in" filter="fade">
                                      <p:cBhvr>
                                        <p:cTn id="147" dur="500"/>
                                        <p:tgtEl>
                                          <p:spTgt spid="93"/>
                                        </p:tgtEl>
                                      </p:cBhvr>
                                    </p:animEffect>
                                  </p:childTnLst>
                                </p:cTn>
                              </p:par>
                              <p:par>
                                <p:cTn id="148" presetID="10" presetClass="entr" presetSubtype="0" fill="hold" nodeType="withEffect">
                                  <p:stCondLst>
                                    <p:cond delay="0"/>
                                  </p:stCondLst>
                                  <p:childTnLst>
                                    <p:set>
                                      <p:cBhvr>
                                        <p:cTn id="149" dur="1" fill="hold">
                                          <p:stCondLst>
                                            <p:cond delay="0"/>
                                          </p:stCondLst>
                                        </p:cTn>
                                        <p:tgtEl>
                                          <p:spTgt spid="92"/>
                                        </p:tgtEl>
                                        <p:attrNameLst>
                                          <p:attrName>style.visibility</p:attrName>
                                        </p:attrNameLst>
                                      </p:cBhvr>
                                      <p:to>
                                        <p:strVal val="visible"/>
                                      </p:to>
                                    </p:set>
                                    <p:animEffect transition="in" filter="fade">
                                      <p:cBhvr>
                                        <p:cTn id="150" dur="500"/>
                                        <p:tgtEl>
                                          <p:spTgt spid="92"/>
                                        </p:tgtEl>
                                      </p:cBhvr>
                                    </p:animEffect>
                                  </p:childTnLst>
                                </p:cTn>
                              </p:par>
                              <p:par>
                                <p:cTn id="151" presetID="10" presetClass="entr" presetSubtype="0" fill="hold" grpId="0" nodeType="withEffect">
                                  <p:stCondLst>
                                    <p:cond delay="0"/>
                                  </p:stCondLst>
                                  <p:childTnLst>
                                    <p:set>
                                      <p:cBhvr>
                                        <p:cTn id="152" dur="1" fill="hold">
                                          <p:stCondLst>
                                            <p:cond delay="0"/>
                                          </p:stCondLst>
                                        </p:cTn>
                                        <p:tgtEl>
                                          <p:spTgt spid="86"/>
                                        </p:tgtEl>
                                        <p:attrNameLst>
                                          <p:attrName>style.visibility</p:attrName>
                                        </p:attrNameLst>
                                      </p:cBhvr>
                                      <p:to>
                                        <p:strVal val="visible"/>
                                      </p:to>
                                    </p:set>
                                    <p:animEffect transition="in" filter="fade">
                                      <p:cBhvr>
                                        <p:cTn id="153" dur="500"/>
                                        <p:tgtEl>
                                          <p:spTgt spid="86"/>
                                        </p:tgtEl>
                                      </p:cBhvr>
                                    </p:animEffect>
                                  </p:childTnLst>
                                </p:cTn>
                              </p:par>
                              <p:par>
                                <p:cTn id="154" presetID="10" presetClass="entr" presetSubtype="0" fill="hold" grpId="0" nodeType="withEffect">
                                  <p:stCondLst>
                                    <p:cond delay="0"/>
                                  </p:stCondLst>
                                  <p:childTnLst>
                                    <p:set>
                                      <p:cBhvr>
                                        <p:cTn id="155" dur="1" fill="hold">
                                          <p:stCondLst>
                                            <p:cond delay="0"/>
                                          </p:stCondLst>
                                        </p:cTn>
                                        <p:tgtEl>
                                          <p:spTgt spid="85"/>
                                        </p:tgtEl>
                                        <p:attrNameLst>
                                          <p:attrName>style.visibility</p:attrName>
                                        </p:attrNameLst>
                                      </p:cBhvr>
                                      <p:to>
                                        <p:strVal val="visible"/>
                                      </p:to>
                                    </p:set>
                                    <p:animEffect transition="in" filter="fade">
                                      <p:cBhvr>
                                        <p:cTn id="156" dur="500"/>
                                        <p:tgtEl>
                                          <p:spTgt spid="85"/>
                                        </p:tgtEl>
                                      </p:cBhvr>
                                    </p:animEffect>
                                  </p:childTnLst>
                                </p:cTn>
                              </p:par>
                            </p:childTnLst>
                          </p:cTn>
                        </p:par>
                      </p:childTnLst>
                    </p:cTn>
                  </p:par>
                  <p:par>
                    <p:cTn id="157" fill="hold">
                      <p:stCondLst>
                        <p:cond delay="indefinite"/>
                      </p:stCondLst>
                      <p:childTnLst>
                        <p:par>
                          <p:cTn id="158" fill="hold">
                            <p:stCondLst>
                              <p:cond delay="0"/>
                            </p:stCondLst>
                            <p:childTnLst>
                              <p:par>
                                <p:cTn id="159" presetID="10" presetClass="entr" presetSubtype="0" fill="hold" nodeType="clickEffect">
                                  <p:stCondLst>
                                    <p:cond delay="0"/>
                                  </p:stCondLst>
                                  <p:childTnLst>
                                    <p:set>
                                      <p:cBhvr>
                                        <p:cTn id="160" dur="1" fill="hold">
                                          <p:stCondLst>
                                            <p:cond delay="0"/>
                                          </p:stCondLst>
                                        </p:cTn>
                                        <p:tgtEl>
                                          <p:spTgt spid="150"/>
                                        </p:tgtEl>
                                        <p:attrNameLst>
                                          <p:attrName>style.visibility</p:attrName>
                                        </p:attrNameLst>
                                      </p:cBhvr>
                                      <p:to>
                                        <p:strVal val="visible"/>
                                      </p:to>
                                    </p:set>
                                    <p:animEffect transition="in" filter="fade">
                                      <p:cBhvr>
                                        <p:cTn id="161" dur="500"/>
                                        <p:tgtEl>
                                          <p:spTgt spid="150"/>
                                        </p:tgtEl>
                                      </p:cBhvr>
                                    </p:animEffect>
                                  </p:childTnLst>
                                </p:cTn>
                              </p:par>
                              <p:par>
                                <p:cTn id="162" presetID="10" presetClass="entr" presetSubtype="0" fill="hold" nodeType="withEffect">
                                  <p:stCondLst>
                                    <p:cond delay="0"/>
                                  </p:stCondLst>
                                  <p:childTnLst>
                                    <p:set>
                                      <p:cBhvr>
                                        <p:cTn id="163" dur="1" fill="hold">
                                          <p:stCondLst>
                                            <p:cond delay="0"/>
                                          </p:stCondLst>
                                        </p:cTn>
                                        <p:tgtEl>
                                          <p:spTgt spid="149"/>
                                        </p:tgtEl>
                                        <p:attrNameLst>
                                          <p:attrName>style.visibility</p:attrName>
                                        </p:attrNameLst>
                                      </p:cBhvr>
                                      <p:to>
                                        <p:strVal val="visible"/>
                                      </p:to>
                                    </p:set>
                                    <p:animEffect transition="in" filter="fade">
                                      <p:cBhvr>
                                        <p:cTn id="164" dur="500"/>
                                        <p:tgtEl>
                                          <p:spTgt spid="149"/>
                                        </p:tgtEl>
                                      </p:cBhvr>
                                    </p:animEffect>
                                  </p:childTnLst>
                                </p:cTn>
                              </p:par>
                              <p:par>
                                <p:cTn id="165" presetID="10" presetClass="entr" presetSubtype="0" fill="hold" grpId="0" nodeType="withEffect">
                                  <p:stCondLst>
                                    <p:cond delay="0"/>
                                  </p:stCondLst>
                                  <p:childTnLst>
                                    <p:set>
                                      <p:cBhvr>
                                        <p:cTn id="166" dur="1" fill="hold">
                                          <p:stCondLst>
                                            <p:cond delay="0"/>
                                          </p:stCondLst>
                                        </p:cTn>
                                        <p:tgtEl>
                                          <p:spTgt spid="142"/>
                                        </p:tgtEl>
                                        <p:attrNameLst>
                                          <p:attrName>style.visibility</p:attrName>
                                        </p:attrNameLst>
                                      </p:cBhvr>
                                      <p:to>
                                        <p:strVal val="visible"/>
                                      </p:to>
                                    </p:set>
                                    <p:animEffect transition="in" filter="fade">
                                      <p:cBhvr>
                                        <p:cTn id="167" dur="500"/>
                                        <p:tgtEl>
                                          <p:spTgt spid="142"/>
                                        </p:tgtEl>
                                      </p:cBhvr>
                                    </p:animEffect>
                                  </p:childTnLst>
                                </p:cTn>
                              </p:par>
                              <p:par>
                                <p:cTn id="168" presetID="10" presetClass="entr" presetSubtype="0" fill="hold" grpId="0" nodeType="withEffect">
                                  <p:stCondLst>
                                    <p:cond delay="0"/>
                                  </p:stCondLst>
                                  <p:childTnLst>
                                    <p:set>
                                      <p:cBhvr>
                                        <p:cTn id="169" dur="1" fill="hold">
                                          <p:stCondLst>
                                            <p:cond delay="0"/>
                                          </p:stCondLst>
                                        </p:cTn>
                                        <p:tgtEl>
                                          <p:spTgt spid="143"/>
                                        </p:tgtEl>
                                        <p:attrNameLst>
                                          <p:attrName>style.visibility</p:attrName>
                                        </p:attrNameLst>
                                      </p:cBhvr>
                                      <p:to>
                                        <p:strVal val="visible"/>
                                      </p:to>
                                    </p:set>
                                    <p:animEffect transition="in" filter="fade">
                                      <p:cBhvr>
                                        <p:cTn id="170" dur="500"/>
                                        <p:tgtEl>
                                          <p:spTgt spid="1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26" grpId="0" animBg="1"/>
      <p:bldP spid="27" grpId="0" animBg="1"/>
      <p:bldP spid="62" grpId="0" animBg="1"/>
      <p:bldP spid="63" grpId="0" animBg="1"/>
      <p:bldP spid="64" grpId="0" animBg="1"/>
      <p:bldP spid="67" grpId="0" animBg="1"/>
      <p:bldP spid="68" grpId="0" animBg="1"/>
      <p:bldP spid="69" grpId="0" animBg="1"/>
      <p:bldP spid="85" grpId="0" animBg="1"/>
      <p:bldP spid="86" grpId="0" animBg="1"/>
      <p:bldP spid="87" grpId="0" animBg="1"/>
      <p:bldP spid="88" grpId="0" animBg="1"/>
      <p:bldP spid="89" grpId="0" animBg="1"/>
      <p:bldP spid="136" grpId="0" animBg="1"/>
      <p:bldP spid="137" grpId="0" animBg="1"/>
      <p:bldP spid="138" grpId="0" animBg="1"/>
      <p:bldP spid="139" grpId="0" animBg="1"/>
      <p:bldP spid="142" grpId="0" animBg="1"/>
      <p:bldP spid="143" grpId="0" animBg="1"/>
      <p:bldP spid="144" grpId="0" animBg="1"/>
      <p:bldP spid="145" grpId="0" animBg="1"/>
      <p:bldP spid="146" grpId="0" animBg="1"/>
    </p:bldLst>
  </p:timing>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Oval 2">
            <a:extLst>
              <a:ext uri="{FF2B5EF4-FFF2-40B4-BE49-F238E27FC236}">
                <a16:creationId xmlns:a16="http://schemas.microsoft.com/office/drawing/2014/main" id="{83AE3567-C8DB-129C-57DA-DA3F9BA0C748}"/>
              </a:ext>
            </a:extLst>
          </p:cNvPr>
          <p:cNvSpPr/>
          <p:nvPr/>
        </p:nvSpPr>
        <p:spPr>
          <a:xfrm>
            <a:off x="6259929" y="122936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7</a:t>
            </a:r>
          </a:p>
        </p:txBody>
      </p:sp>
      <p:sp>
        <p:nvSpPr>
          <p:cNvPr id="4" name="Oval 3">
            <a:extLst>
              <a:ext uri="{FF2B5EF4-FFF2-40B4-BE49-F238E27FC236}">
                <a16:creationId xmlns:a16="http://schemas.microsoft.com/office/drawing/2014/main" id="{53B7133F-BFC6-A676-4599-3273DE85CFF6}"/>
              </a:ext>
            </a:extLst>
          </p:cNvPr>
          <p:cNvSpPr/>
          <p:nvPr/>
        </p:nvSpPr>
        <p:spPr>
          <a:xfrm>
            <a:off x="4243151" y="232212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6</a:t>
            </a:r>
          </a:p>
        </p:txBody>
      </p:sp>
      <p:sp>
        <p:nvSpPr>
          <p:cNvPr id="5" name="Oval 4">
            <a:extLst>
              <a:ext uri="{FF2B5EF4-FFF2-40B4-BE49-F238E27FC236}">
                <a16:creationId xmlns:a16="http://schemas.microsoft.com/office/drawing/2014/main" id="{A0A406A0-CDD4-ACC6-49B4-3A8F663184CB}"/>
              </a:ext>
            </a:extLst>
          </p:cNvPr>
          <p:cNvSpPr/>
          <p:nvPr/>
        </p:nvSpPr>
        <p:spPr>
          <a:xfrm>
            <a:off x="8171511" y="232212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26" name="Oval 25">
            <a:extLst>
              <a:ext uri="{FF2B5EF4-FFF2-40B4-BE49-F238E27FC236}">
                <a16:creationId xmlns:a16="http://schemas.microsoft.com/office/drawing/2014/main" id="{3C154792-993A-0E42-E4C8-BB12EBE08891}"/>
              </a:ext>
            </a:extLst>
          </p:cNvPr>
          <p:cNvSpPr/>
          <p:nvPr/>
        </p:nvSpPr>
        <p:spPr>
          <a:xfrm>
            <a:off x="5270407" y="4528114"/>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27" name="Oval 26">
            <a:extLst>
              <a:ext uri="{FF2B5EF4-FFF2-40B4-BE49-F238E27FC236}">
                <a16:creationId xmlns:a16="http://schemas.microsoft.com/office/drawing/2014/main" id="{0B30C51A-1085-7106-D834-F2BA60814E2C}"/>
              </a:ext>
            </a:extLst>
          </p:cNvPr>
          <p:cNvSpPr/>
          <p:nvPr/>
        </p:nvSpPr>
        <p:spPr>
          <a:xfrm>
            <a:off x="5831235" y="4528114"/>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29" name="Straight Arrow Connector 28">
            <a:extLst>
              <a:ext uri="{FF2B5EF4-FFF2-40B4-BE49-F238E27FC236}">
                <a16:creationId xmlns:a16="http://schemas.microsoft.com/office/drawing/2014/main" id="{CA7E404B-16F0-F9D8-8566-BE7463F2BD14}"/>
              </a:ext>
            </a:extLst>
          </p:cNvPr>
          <p:cNvCxnSpPr>
            <a:cxnSpLocks/>
            <a:stCxn id="4" idx="7"/>
            <a:endCxn id="3" idx="3"/>
          </p:cNvCxnSpPr>
          <p:nvPr/>
        </p:nvCxnSpPr>
        <p:spPr>
          <a:xfrm flipV="1">
            <a:off x="4704070" y="1685943"/>
            <a:ext cx="1634940" cy="71451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32" name="Straight Arrow Connector 31">
            <a:extLst>
              <a:ext uri="{FF2B5EF4-FFF2-40B4-BE49-F238E27FC236}">
                <a16:creationId xmlns:a16="http://schemas.microsoft.com/office/drawing/2014/main" id="{D35ACC7F-94FB-8487-0949-FA0E2EC457D9}"/>
              </a:ext>
            </a:extLst>
          </p:cNvPr>
          <p:cNvCxnSpPr>
            <a:cxnSpLocks/>
            <a:stCxn id="5" idx="1"/>
            <a:endCxn id="3" idx="5"/>
          </p:cNvCxnSpPr>
          <p:nvPr/>
        </p:nvCxnSpPr>
        <p:spPr>
          <a:xfrm flipH="1" flipV="1">
            <a:off x="6720848" y="1685943"/>
            <a:ext cx="1529744" cy="71451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62" name="Oval 61">
            <a:extLst>
              <a:ext uri="{FF2B5EF4-FFF2-40B4-BE49-F238E27FC236}">
                <a16:creationId xmlns:a16="http://schemas.microsoft.com/office/drawing/2014/main" id="{D2FF3E9C-809D-2C14-9E7F-FBAD525654FB}"/>
              </a:ext>
            </a:extLst>
          </p:cNvPr>
          <p:cNvSpPr/>
          <p:nvPr/>
        </p:nvSpPr>
        <p:spPr>
          <a:xfrm>
            <a:off x="8829845" y="305936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63" name="Oval 62">
            <a:extLst>
              <a:ext uri="{FF2B5EF4-FFF2-40B4-BE49-F238E27FC236}">
                <a16:creationId xmlns:a16="http://schemas.microsoft.com/office/drawing/2014/main" id="{21A86A2F-AD7B-797C-F1BE-DD79BC08A19A}"/>
              </a:ext>
            </a:extLst>
          </p:cNvPr>
          <p:cNvSpPr/>
          <p:nvPr/>
        </p:nvSpPr>
        <p:spPr>
          <a:xfrm>
            <a:off x="8559845" y="3861406"/>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64" name="Oval 63">
            <a:extLst>
              <a:ext uri="{FF2B5EF4-FFF2-40B4-BE49-F238E27FC236}">
                <a16:creationId xmlns:a16="http://schemas.microsoft.com/office/drawing/2014/main" id="{ED44389B-2F7F-F095-1F2C-987E46991C5F}"/>
              </a:ext>
            </a:extLst>
          </p:cNvPr>
          <p:cNvSpPr/>
          <p:nvPr/>
        </p:nvSpPr>
        <p:spPr>
          <a:xfrm>
            <a:off x="9099845" y="3861406"/>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65" name="Straight Arrow Connector 64">
            <a:extLst>
              <a:ext uri="{FF2B5EF4-FFF2-40B4-BE49-F238E27FC236}">
                <a16:creationId xmlns:a16="http://schemas.microsoft.com/office/drawing/2014/main" id="{E7E2D575-0D95-2003-02A0-34B64E820A72}"/>
              </a:ext>
            </a:extLst>
          </p:cNvPr>
          <p:cNvCxnSpPr>
            <a:cxnSpLocks/>
            <a:stCxn id="64" idx="0"/>
            <a:endCxn id="62" idx="5"/>
          </p:cNvCxnSpPr>
          <p:nvPr/>
        </p:nvCxnSpPr>
        <p:spPr>
          <a:xfrm flipH="1" flipV="1">
            <a:off x="9290764" y="3515944"/>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66" name="Straight Arrow Connector 65">
            <a:extLst>
              <a:ext uri="{FF2B5EF4-FFF2-40B4-BE49-F238E27FC236}">
                <a16:creationId xmlns:a16="http://schemas.microsoft.com/office/drawing/2014/main" id="{C94FE813-9B4C-382D-1643-77CE713E1E09}"/>
              </a:ext>
            </a:extLst>
          </p:cNvPr>
          <p:cNvCxnSpPr>
            <a:cxnSpLocks/>
            <a:stCxn id="63" idx="0"/>
            <a:endCxn id="62" idx="3"/>
          </p:cNvCxnSpPr>
          <p:nvPr/>
        </p:nvCxnSpPr>
        <p:spPr>
          <a:xfrm flipV="1">
            <a:off x="8829845" y="3515944"/>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67" name="Oval 66">
            <a:extLst>
              <a:ext uri="{FF2B5EF4-FFF2-40B4-BE49-F238E27FC236}">
                <a16:creationId xmlns:a16="http://schemas.microsoft.com/office/drawing/2014/main" id="{51B64537-9323-0B79-AF4C-CA6BA249D015}"/>
              </a:ext>
            </a:extLst>
          </p:cNvPr>
          <p:cNvSpPr/>
          <p:nvPr/>
        </p:nvSpPr>
        <p:spPr>
          <a:xfrm>
            <a:off x="5908125" y="310557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68" name="Oval 67">
            <a:extLst>
              <a:ext uri="{FF2B5EF4-FFF2-40B4-BE49-F238E27FC236}">
                <a16:creationId xmlns:a16="http://schemas.microsoft.com/office/drawing/2014/main" id="{9D821065-B465-4E70-829F-5FA82B53E914}"/>
              </a:ext>
            </a:extLst>
          </p:cNvPr>
          <p:cNvSpPr/>
          <p:nvPr/>
        </p:nvSpPr>
        <p:spPr>
          <a:xfrm>
            <a:off x="5559247" y="3832224"/>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69" name="Oval 68">
            <a:extLst>
              <a:ext uri="{FF2B5EF4-FFF2-40B4-BE49-F238E27FC236}">
                <a16:creationId xmlns:a16="http://schemas.microsoft.com/office/drawing/2014/main" id="{DB8C5F87-5387-1A0F-8164-D15E3AC06A89}"/>
              </a:ext>
            </a:extLst>
          </p:cNvPr>
          <p:cNvSpPr/>
          <p:nvPr/>
        </p:nvSpPr>
        <p:spPr>
          <a:xfrm>
            <a:off x="6211626" y="3832224"/>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70" name="Straight Arrow Connector 69">
            <a:extLst>
              <a:ext uri="{FF2B5EF4-FFF2-40B4-BE49-F238E27FC236}">
                <a16:creationId xmlns:a16="http://schemas.microsoft.com/office/drawing/2014/main" id="{75DBD655-AD5E-76F0-7CAB-5FDEEE1108D3}"/>
              </a:ext>
            </a:extLst>
          </p:cNvPr>
          <p:cNvCxnSpPr>
            <a:cxnSpLocks/>
            <a:stCxn id="68" idx="0"/>
            <a:endCxn id="67" idx="3"/>
          </p:cNvCxnSpPr>
          <p:nvPr/>
        </p:nvCxnSpPr>
        <p:spPr>
          <a:xfrm flipV="1">
            <a:off x="5829247" y="3562158"/>
            <a:ext cx="157959"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2A1E3AB7-5467-EC8F-81B6-C9C7DBB72AC5}"/>
              </a:ext>
            </a:extLst>
          </p:cNvPr>
          <p:cNvCxnSpPr>
            <a:cxnSpLocks/>
            <a:stCxn id="69" idx="0"/>
            <a:endCxn id="67" idx="5"/>
          </p:cNvCxnSpPr>
          <p:nvPr/>
        </p:nvCxnSpPr>
        <p:spPr>
          <a:xfrm flipH="1" flipV="1">
            <a:off x="6369044" y="3562158"/>
            <a:ext cx="112582"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72" name="Straight Arrow Connector 71">
            <a:extLst>
              <a:ext uri="{FF2B5EF4-FFF2-40B4-BE49-F238E27FC236}">
                <a16:creationId xmlns:a16="http://schemas.microsoft.com/office/drawing/2014/main" id="{72DFB7D3-D552-2027-2EAA-72AD7120602B}"/>
              </a:ext>
            </a:extLst>
          </p:cNvPr>
          <p:cNvCxnSpPr>
            <a:cxnSpLocks/>
            <a:stCxn id="27" idx="0"/>
            <a:endCxn id="68" idx="5"/>
          </p:cNvCxnSpPr>
          <p:nvPr/>
        </p:nvCxnSpPr>
        <p:spPr>
          <a:xfrm flipH="1" flipV="1">
            <a:off x="6020166" y="4288807"/>
            <a:ext cx="8106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73" name="Straight Arrow Connector 72">
            <a:extLst>
              <a:ext uri="{FF2B5EF4-FFF2-40B4-BE49-F238E27FC236}">
                <a16:creationId xmlns:a16="http://schemas.microsoft.com/office/drawing/2014/main" id="{0FC920BB-4EA2-6291-BC28-E87C48A95E02}"/>
              </a:ext>
            </a:extLst>
          </p:cNvPr>
          <p:cNvCxnSpPr>
            <a:cxnSpLocks/>
            <a:stCxn id="26" idx="0"/>
            <a:endCxn id="68" idx="3"/>
          </p:cNvCxnSpPr>
          <p:nvPr/>
        </p:nvCxnSpPr>
        <p:spPr>
          <a:xfrm flipV="1">
            <a:off x="5540407" y="4288807"/>
            <a:ext cx="9792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85" name="Oval 84">
            <a:extLst>
              <a:ext uri="{FF2B5EF4-FFF2-40B4-BE49-F238E27FC236}">
                <a16:creationId xmlns:a16="http://schemas.microsoft.com/office/drawing/2014/main" id="{432091F7-5308-A701-C3D8-53A6D21B2B5C}"/>
              </a:ext>
            </a:extLst>
          </p:cNvPr>
          <p:cNvSpPr/>
          <p:nvPr/>
        </p:nvSpPr>
        <p:spPr>
          <a:xfrm>
            <a:off x="6939305" y="4539846"/>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86" name="Oval 85">
            <a:extLst>
              <a:ext uri="{FF2B5EF4-FFF2-40B4-BE49-F238E27FC236}">
                <a16:creationId xmlns:a16="http://schemas.microsoft.com/office/drawing/2014/main" id="{BA5DC078-5C48-9AB0-E425-74EF4DCD38CA}"/>
              </a:ext>
            </a:extLst>
          </p:cNvPr>
          <p:cNvSpPr/>
          <p:nvPr/>
        </p:nvSpPr>
        <p:spPr>
          <a:xfrm>
            <a:off x="7500133" y="4539846"/>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87" name="Oval 86">
            <a:extLst>
              <a:ext uri="{FF2B5EF4-FFF2-40B4-BE49-F238E27FC236}">
                <a16:creationId xmlns:a16="http://schemas.microsoft.com/office/drawing/2014/main" id="{2086A221-C224-FDBF-A23A-175904B270BD}"/>
              </a:ext>
            </a:extLst>
          </p:cNvPr>
          <p:cNvSpPr/>
          <p:nvPr/>
        </p:nvSpPr>
        <p:spPr>
          <a:xfrm>
            <a:off x="7479575" y="3117307"/>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88" name="Oval 87">
            <a:extLst>
              <a:ext uri="{FF2B5EF4-FFF2-40B4-BE49-F238E27FC236}">
                <a16:creationId xmlns:a16="http://schemas.microsoft.com/office/drawing/2014/main" id="{DE4634EF-2340-C9BD-DA30-34F879C4E710}"/>
              </a:ext>
            </a:extLst>
          </p:cNvPr>
          <p:cNvSpPr/>
          <p:nvPr/>
        </p:nvSpPr>
        <p:spPr>
          <a:xfrm>
            <a:off x="7209305" y="3843956"/>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89" name="Oval 88">
            <a:extLst>
              <a:ext uri="{FF2B5EF4-FFF2-40B4-BE49-F238E27FC236}">
                <a16:creationId xmlns:a16="http://schemas.microsoft.com/office/drawing/2014/main" id="{360F910C-98C0-AF7A-93F5-46935E879186}"/>
              </a:ext>
            </a:extLst>
          </p:cNvPr>
          <p:cNvSpPr/>
          <p:nvPr/>
        </p:nvSpPr>
        <p:spPr>
          <a:xfrm>
            <a:off x="7884575" y="3843956"/>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90" name="Straight Arrow Connector 89">
            <a:extLst>
              <a:ext uri="{FF2B5EF4-FFF2-40B4-BE49-F238E27FC236}">
                <a16:creationId xmlns:a16="http://schemas.microsoft.com/office/drawing/2014/main" id="{1B622076-0FD5-D6CA-96E7-C2CD29848A4B}"/>
              </a:ext>
            </a:extLst>
          </p:cNvPr>
          <p:cNvCxnSpPr>
            <a:cxnSpLocks/>
            <a:stCxn id="88" idx="0"/>
            <a:endCxn id="87" idx="3"/>
          </p:cNvCxnSpPr>
          <p:nvPr/>
        </p:nvCxnSpPr>
        <p:spPr>
          <a:xfrm flipV="1">
            <a:off x="7479305" y="3573890"/>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ACABEC95-31E8-8072-478D-5F756F0A5806}"/>
              </a:ext>
            </a:extLst>
          </p:cNvPr>
          <p:cNvCxnSpPr>
            <a:cxnSpLocks/>
            <a:stCxn id="89" idx="0"/>
            <a:endCxn id="87" idx="5"/>
          </p:cNvCxnSpPr>
          <p:nvPr/>
        </p:nvCxnSpPr>
        <p:spPr>
          <a:xfrm flipH="1" flipV="1">
            <a:off x="7940494" y="3573890"/>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0923237F-2359-B483-40AC-5D844C181450}"/>
              </a:ext>
            </a:extLst>
          </p:cNvPr>
          <p:cNvCxnSpPr>
            <a:cxnSpLocks/>
            <a:stCxn id="86" idx="0"/>
            <a:endCxn id="88" idx="5"/>
          </p:cNvCxnSpPr>
          <p:nvPr/>
        </p:nvCxnSpPr>
        <p:spPr>
          <a:xfrm flipH="1" flipV="1">
            <a:off x="7670224" y="4300539"/>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40E87A18-B8AD-1F8C-F56E-6A8B38BAF623}"/>
              </a:ext>
            </a:extLst>
          </p:cNvPr>
          <p:cNvCxnSpPr>
            <a:cxnSpLocks/>
            <a:stCxn id="85" idx="0"/>
            <a:endCxn id="88" idx="3"/>
          </p:cNvCxnSpPr>
          <p:nvPr/>
        </p:nvCxnSpPr>
        <p:spPr>
          <a:xfrm flipV="1">
            <a:off x="7209305" y="4300539"/>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4" name="Straight Arrow Connector 93">
            <a:extLst>
              <a:ext uri="{FF2B5EF4-FFF2-40B4-BE49-F238E27FC236}">
                <a16:creationId xmlns:a16="http://schemas.microsoft.com/office/drawing/2014/main" id="{30C8B4F1-5F73-3395-C812-DDAC8F224D44}"/>
              </a:ext>
            </a:extLst>
          </p:cNvPr>
          <p:cNvCxnSpPr>
            <a:cxnSpLocks/>
            <a:stCxn id="67" idx="1"/>
            <a:endCxn id="4" idx="5"/>
          </p:cNvCxnSpPr>
          <p:nvPr/>
        </p:nvCxnSpPr>
        <p:spPr>
          <a:xfrm flipH="1" flipV="1">
            <a:off x="4704070" y="2778708"/>
            <a:ext cx="1283136" cy="405204"/>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7" name="Straight Arrow Connector 96">
            <a:extLst>
              <a:ext uri="{FF2B5EF4-FFF2-40B4-BE49-F238E27FC236}">
                <a16:creationId xmlns:a16="http://schemas.microsoft.com/office/drawing/2014/main" id="{1F457548-58DF-843D-2F87-96ABDD3F9F09}"/>
              </a:ext>
            </a:extLst>
          </p:cNvPr>
          <p:cNvCxnSpPr>
            <a:cxnSpLocks/>
            <a:stCxn id="87" idx="0"/>
            <a:endCxn id="5" idx="3"/>
          </p:cNvCxnSpPr>
          <p:nvPr/>
        </p:nvCxnSpPr>
        <p:spPr>
          <a:xfrm flipV="1">
            <a:off x="7749575" y="2778708"/>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00" name="Straight Arrow Connector 99">
            <a:extLst>
              <a:ext uri="{FF2B5EF4-FFF2-40B4-BE49-F238E27FC236}">
                <a16:creationId xmlns:a16="http://schemas.microsoft.com/office/drawing/2014/main" id="{EFEE95C6-B6EC-C5E0-AA87-99A5C59741B7}"/>
              </a:ext>
            </a:extLst>
          </p:cNvPr>
          <p:cNvCxnSpPr>
            <a:cxnSpLocks/>
            <a:stCxn id="62" idx="0"/>
            <a:endCxn id="5" idx="5"/>
          </p:cNvCxnSpPr>
          <p:nvPr/>
        </p:nvCxnSpPr>
        <p:spPr>
          <a:xfrm flipH="1" flipV="1">
            <a:off x="8632430" y="2778708"/>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136" name="Oval 135">
            <a:extLst>
              <a:ext uri="{FF2B5EF4-FFF2-40B4-BE49-F238E27FC236}">
                <a16:creationId xmlns:a16="http://schemas.microsoft.com/office/drawing/2014/main" id="{2F703021-44F9-C122-BEAB-913E7FC23B2F}"/>
              </a:ext>
            </a:extLst>
          </p:cNvPr>
          <p:cNvSpPr/>
          <p:nvPr/>
        </p:nvSpPr>
        <p:spPr>
          <a:xfrm>
            <a:off x="3678814" y="310672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137" name="Oval 136">
            <a:extLst>
              <a:ext uri="{FF2B5EF4-FFF2-40B4-BE49-F238E27FC236}">
                <a16:creationId xmlns:a16="http://schemas.microsoft.com/office/drawing/2014/main" id="{945864B5-785F-8C5A-1AC7-C8F720FC6887}"/>
              </a:ext>
            </a:extLst>
          </p:cNvPr>
          <p:cNvSpPr/>
          <p:nvPr/>
        </p:nvSpPr>
        <p:spPr>
          <a:xfrm>
            <a:off x="4337148" y="3733496"/>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138" name="Oval 137">
            <a:extLst>
              <a:ext uri="{FF2B5EF4-FFF2-40B4-BE49-F238E27FC236}">
                <a16:creationId xmlns:a16="http://schemas.microsoft.com/office/drawing/2014/main" id="{170968B5-997F-6873-20C7-28C5315E1B9D}"/>
              </a:ext>
            </a:extLst>
          </p:cNvPr>
          <p:cNvSpPr/>
          <p:nvPr/>
        </p:nvSpPr>
        <p:spPr>
          <a:xfrm>
            <a:off x="4067148" y="453554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139" name="Oval 138">
            <a:extLst>
              <a:ext uri="{FF2B5EF4-FFF2-40B4-BE49-F238E27FC236}">
                <a16:creationId xmlns:a16="http://schemas.microsoft.com/office/drawing/2014/main" id="{68E3762C-4F0D-2FA2-923A-C5ABF3902247}"/>
              </a:ext>
            </a:extLst>
          </p:cNvPr>
          <p:cNvSpPr/>
          <p:nvPr/>
        </p:nvSpPr>
        <p:spPr>
          <a:xfrm>
            <a:off x="4607148" y="453554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140" name="Straight Arrow Connector 139">
            <a:extLst>
              <a:ext uri="{FF2B5EF4-FFF2-40B4-BE49-F238E27FC236}">
                <a16:creationId xmlns:a16="http://schemas.microsoft.com/office/drawing/2014/main" id="{BC33BECE-8856-00F8-7612-AB19649D1A96}"/>
              </a:ext>
            </a:extLst>
          </p:cNvPr>
          <p:cNvCxnSpPr>
            <a:cxnSpLocks/>
            <a:stCxn id="139" idx="0"/>
            <a:endCxn id="137" idx="5"/>
          </p:cNvCxnSpPr>
          <p:nvPr/>
        </p:nvCxnSpPr>
        <p:spPr>
          <a:xfrm flipH="1" flipV="1">
            <a:off x="4798067" y="4190079"/>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41" name="Straight Arrow Connector 140">
            <a:extLst>
              <a:ext uri="{FF2B5EF4-FFF2-40B4-BE49-F238E27FC236}">
                <a16:creationId xmlns:a16="http://schemas.microsoft.com/office/drawing/2014/main" id="{921CF91C-1282-BEB7-0D8D-63A387E70D82}"/>
              </a:ext>
            </a:extLst>
          </p:cNvPr>
          <p:cNvCxnSpPr>
            <a:cxnSpLocks/>
            <a:stCxn id="138" idx="0"/>
            <a:endCxn id="137" idx="3"/>
          </p:cNvCxnSpPr>
          <p:nvPr/>
        </p:nvCxnSpPr>
        <p:spPr>
          <a:xfrm flipV="1">
            <a:off x="4337148" y="4190079"/>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142" name="Oval 141">
            <a:extLst>
              <a:ext uri="{FF2B5EF4-FFF2-40B4-BE49-F238E27FC236}">
                <a16:creationId xmlns:a16="http://schemas.microsoft.com/office/drawing/2014/main" id="{224BC452-43DC-0ED1-DA45-C3C75A9B4610}"/>
              </a:ext>
            </a:extLst>
          </p:cNvPr>
          <p:cNvSpPr/>
          <p:nvPr/>
        </p:nvSpPr>
        <p:spPr>
          <a:xfrm>
            <a:off x="2446608" y="521398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143" name="Oval 142">
            <a:extLst>
              <a:ext uri="{FF2B5EF4-FFF2-40B4-BE49-F238E27FC236}">
                <a16:creationId xmlns:a16="http://schemas.microsoft.com/office/drawing/2014/main" id="{DB7C0121-2087-5A3D-9943-FB9EF370F285}"/>
              </a:ext>
            </a:extLst>
          </p:cNvPr>
          <p:cNvSpPr/>
          <p:nvPr/>
        </p:nvSpPr>
        <p:spPr>
          <a:xfrm>
            <a:off x="3007436" y="521398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144" name="Oval 143">
            <a:extLst>
              <a:ext uri="{FF2B5EF4-FFF2-40B4-BE49-F238E27FC236}">
                <a16:creationId xmlns:a16="http://schemas.microsoft.com/office/drawing/2014/main" id="{CB46AE58-7AD1-FE88-1E3D-F99091768C2A}"/>
              </a:ext>
            </a:extLst>
          </p:cNvPr>
          <p:cNvSpPr/>
          <p:nvPr/>
        </p:nvSpPr>
        <p:spPr>
          <a:xfrm>
            <a:off x="2986878" y="3791442"/>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145" name="Oval 144">
            <a:extLst>
              <a:ext uri="{FF2B5EF4-FFF2-40B4-BE49-F238E27FC236}">
                <a16:creationId xmlns:a16="http://schemas.microsoft.com/office/drawing/2014/main" id="{A4B9FC27-FCFA-4D5A-EB63-4FBE4A154294}"/>
              </a:ext>
            </a:extLst>
          </p:cNvPr>
          <p:cNvSpPr/>
          <p:nvPr/>
        </p:nvSpPr>
        <p:spPr>
          <a:xfrm>
            <a:off x="2716608" y="451809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146" name="Oval 145">
            <a:extLst>
              <a:ext uri="{FF2B5EF4-FFF2-40B4-BE49-F238E27FC236}">
                <a16:creationId xmlns:a16="http://schemas.microsoft.com/office/drawing/2014/main" id="{823502CA-548E-F800-B9FF-8D1824E3BCB9}"/>
              </a:ext>
            </a:extLst>
          </p:cNvPr>
          <p:cNvSpPr/>
          <p:nvPr/>
        </p:nvSpPr>
        <p:spPr>
          <a:xfrm>
            <a:off x="3391878" y="451809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147" name="Straight Arrow Connector 146">
            <a:extLst>
              <a:ext uri="{FF2B5EF4-FFF2-40B4-BE49-F238E27FC236}">
                <a16:creationId xmlns:a16="http://schemas.microsoft.com/office/drawing/2014/main" id="{46574493-8D2C-7DDE-421D-602ADA1973ED}"/>
              </a:ext>
            </a:extLst>
          </p:cNvPr>
          <p:cNvCxnSpPr>
            <a:cxnSpLocks/>
            <a:stCxn id="145" idx="0"/>
            <a:endCxn id="144" idx="3"/>
          </p:cNvCxnSpPr>
          <p:nvPr/>
        </p:nvCxnSpPr>
        <p:spPr>
          <a:xfrm flipV="1">
            <a:off x="2986608" y="4248025"/>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48" name="Straight Arrow Connector 147">
            <a:extLst>
              <a:ext uri="{FF2B5EF4-FFF2-40B4-BE49-F238E27FC236}">
                <a16:creationId xmlns:a16="http://schemas.microsoft.com/office/drawing/2014/main" id="{255A4FAB-DA3C-8DD8-B9C3-943BB2807F03}"/>
              </a:ext>
            </a:extLst>
          </p:cNvPr>
          <p:cNvCxnSpPr>
            <a:cxnSpLocks/>
            <a:stCxn id="146" idx="0"/>
            <a:endCxn id="144" idx="5"/>
          </p:cNvCxnSpPr>
          <p:nvPr/>
        </p:nvCxnSpPr>
        <p:spPr>
          <a:xfrm flipH="1" flipV="1">
            <a:off x="3447797" y="4248025"/>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49" name="Straight Arrow Connector 148">
            <a:extLst>
              <a:ext uri="{FF2B5EF4-FFF2-40B4-BE49-F238E27FC236}">
                <a16:creationId xmlns:a16="http://schemas.microsoft.com/office/drawing/2014/main" id="{D5DE9E31-63C3-562F-E590-2C97478429A6}"/>
              </a:ext>
            </a:extLst>
          </p:cNvPr>
          <p:cNvCxnSpPr>
            <a:cxnSpLocks/>
            <a:stCxn id="143" idx="0"/>
            <a:endCxn id="145" idx="5"/>
          </p:cNvCxnSpPr>
          <p:nvPr/>
        </p:nvCxnSpPr>
        <p:spPr>
          <a:xfrm flipH="1" flipV="1">
            <a:off x="3177527" y="4974674"/>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0" name="Straight Arrow Connector 149">
            <a:extLst>
              <a:ext uri="{FF2B5EF4-FFF2-40B4-BE49-F238E27FC236}">
                <a16:creationId xmlns:a16="http://schemas.microsoft.com/office/drawing/2014/main" id="{19A3EAA2-2F20-1ACD-1E46-9731C026181B}"/>
              </a:ext>
            </a:extLst>
          </p:cNvPr>
          <p:cNvCxnSpPr>
            <a:cxnSpLocks/>
            <a:stCxn id="142" idx="0"/>
            <a:endCxn id="145" idx="3"/>
          </p:cNvCxnSpPr>
          <p:nvPr/>
        </p:nvCxnSpPr>
        <p:spPr>
          <a:xfrm flipV="1">
            <a:off x="2716608" y="4974674"/>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1" name="Straight Arrow Connector 150">
            <a:extLst>
              <a:ext uri="{FF2B5EF4-FFF2-40B4-BE49-F238E27FC236}">
                <a16:creationId xmlns:a16="http://schemas.microsoft.com/office/drawing/2014/main" id="{83293CAA-5B78-063E-44F2-8E20311E157D}"/>
              </a:ext>
            </a:extLst>
          </p:cNvPr>
          <p:cNvCxnSpPr>
            <a:cxnSpLocks/>
            <a:stCxn id="144" idx="0"/>
            <a:endCxn id="136" idx="3"/>
          </p:cNvCxnSpPr>
          <p:nvPr/>
        </p:nvCxnSpPr>
        <p:spPr>
          <a:xfrm flipV="1">
            <a:off x="3256878" y="3563303"/>
            <a:ext cx="501017" cy="22813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2" name="Straight Arrow Connector 151">
            <a:extLst>
              <a:ext uri="{FF2B5EF4-FFF2-40B4-BE49-F238E27FC236}">
                <a16:creationId xmlns:a16="http://schemas.microsoft.com/office/drawing/2014/main" id="{A6C1DBBB-F187-81DC-6F28-65802F7E60ED}"/>
              </a:ext>
            </a:extLst>
          </p:cNvPr>
          <p:cNvCxnSpPr>
            <a:cxnSpLocks/>
            <a:stCxn id="137" idx="0"/>
            <a:endCxn id="136" idx="5"/>
          </p:cNvCxnSpPr>
          <p:nvPr/>
        </p:nvCxnSpPr>
        <p:spPr>
          <a:xfrm flipH="1" flipV="1">
            <a:off x="4139733" y="3563303"/>
            <a:ext cx="467415" cy="17019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3" name="Straight Arrow Connector 152">
            <a:extLst>
              <a:ext uri="{FF2B5EF4-FFF2-40B4-BE49-F238E27FC236}">
                <a16:creationId xmlns:a16="http://schemas.microsoft.com/office/drawing/2014/main" id="{723CAD41-9CA7-342C-3EF6-F13B30326CBB}"/>
              </a:ext>
            </a:extLst>
          </p:cNvPr>
          <p:cNvCxnSpPr>
            <a:cxnSpLocks/>
            <a:stCxn id="136" idx="0"/>
            <a:endCxn id="4" idx="3"/>
          </p:cNvCxnSpPr>
          <p:nvPr/>
        </p:nvCxnSpPr>
        <p:spPr>
          <a:xfrm flipV="1">
            <a:off x="3948814" y="2778708"/>
            <a:ext cx="373418" cy="32801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67" name="TextBox 166">
                <a:extLst>
                  <a:ext uri="{FF2B5EF4-FFF2-40B4-BE49-F238E27FC236}">
                    <a16:creationId xmlns:a16="http://schemas.microsoft.com/office/drawing/2014/main" id="{9B6279F9-3F42-CD72-5526-EB3ECA93E44A}"/>
                  </a:ext>
                </a:extLst>
              </p:cNvPr>
              <p:cNvSpPr txBox="1"/>
              <p:nvPr/>
            </p:nvSpPr>
            <p:spPr>
              <a:xfrm>
                <a:off x="5953970" y="656442"/>
                <a:ext cx="1151917"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i="1" smtClean="0">
                          <a:latin typeface="Cambria Math" panose="02040503050406030204" pitchFamily="18" charset="0"/>
                        </a:rPr>
                        <m:t>𝑓</m:t>
                      </m:r>
                      <m:r>
                        <a:rPr lang="en-GB" sz="2500" b="0" i="1" smtClean="0">
                          <a:latin typeface="Cambria Math" panose="02040503050406030204" pitchFamily="18" charset="0"/>
                        </a:rPr>
                        <m:t>𝑖𝑏</m:t>
                      </m:r>
                      <m:r>
                        <a:rPr lang="en-GB" sz="2500" b="0" i="1" smtClean="0">
                          <a:latin typeface="Cambria Math" panose="02040503050406030204" pitchFamily="18" charset="0"/>
                        </a:rPr>
                        <m:t>(7)</m:t>
                      </m:r>
                    </m:oMath>
                  </m:oMathPara>
                </a14:m>
                <a:endParaRPr lang="en-US" sz="2500" dirty="0"/>
              </a:p>
            </p:txBody>
          </p:sp>
        </mc:Choice>
        <mc:Fallback xmlns="">
          <p:sp>
            <p:nvSpPr>
              <p:cNvPr id="167" name="TextBox 166">
                <a:extLst>
                  <a:ext uri="{FF2B5EF4-FFF2-40B4-BE49-F238E27FC236}">
                    <a16:creationId xmlns:a16="http://schemas.microsoft.com/office/drawing/2014/main" id="{9B6279F9-3F42-CD72-5526-EB3ECA93E44A}"/>
                  </a:ext>
                </a:extLst>
              </p:cNvPr>
              <p:cNvSpPr txBox="1">
                <a:spLocks noRot="1" noChangeAspect="1" noMove="1" noResize="1" noEditPoints="1" noAdjustHandles="1" noChangeArrowheads="1" noChangeShapeType="1" noTextEdit="1"/>
              </p:cNvSpPr>
              <p:nvPr/>
            </p:nvSpPr>
            <p:spPr>
              <a:xfrm>
                <a:off x="5953970" y="656442"/>
                <a:ext cx="1151917" cy="477054"/>
              </a:xfrm>
              <a:prstGeom prst="rect">
                <a:avLst/>
              </a:prstGeom>
              <a:blipFill>
                <a:blip r:embed="rId2"/>
                <a:stretch>
                  <a:fillRect b="-14634"/>
                </a:stretch>
              </a:blipFill>
              <a:ln w="38100">
                <a:solidFill>
                  <a:schemeClr val="tx1"/>
                </a:solidFill>
              </a:ln>
            </p:spPr>
            <p:txBody>
              <a:bodyPr/>
              <a:lstStyle/>
              <a:p>
                <a:r>
                  <a:rPr lang="en-US">
                    <a:noFill/>
                  </a:rPr>
                  <a:t> </a:t>
                </a:r>
              </a:p>
            </p:txBody>
          </p:sp>
        </mc:Fallback>
      </mc:AlternateContent>
    </p:spTree>
    <p:extLst>
      <p:ext uri="{BB962C8B-B14F-4D97-AF65-F5344CB8AC3E}">
        <p14:creationId xmlns:p14="http://schemas.microsoft.com/office/powerpoint/2010/main" val="174042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738724BE-72D5-DA15-BFAF-0A7E230A6931}"/>
            </a:ext>
          </a:extLst>
        </p:cNvPr>
        <p:cNvGrpSpPr/>
        <p:nvPr/>
      </p:nvGrpSpPr>
      <p:grpSpPr>
        <a:xfrm>
          <a:off x="0" y="0"/>
          <a:ext cx="0" cy="0"/>
          <a:chOff x="0" y="0"/>
          <a:chExt cx="0" cy="0"/>
        </a:xfrm>
      </p:grpSpPr>
      <p:sp>
        <p:nvSpPr>
          <p:cNvPr id="3" name="Oval 2">
            <a:extLst>
              <a:ext uri="{FF2B5EF4-FFF2-40B4-BE49-F238E27FC236}">
                <a16:creationId xmlns:a16="http://schemas.microsoft.com/office/drawing/2014/main" id="{14E55559-3E88-8E20-4188-27F34160AE05}"/>
              </a:ext>
            </a:extLst>
          </p:cNvPr>
          <p:cNvSpPr/>
          <p:nvPr/>
        </p:nvSpPr>
        <p:spPr>
          <a:xfrm>
            <a:off x="6259929" y="122936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7</a:t>
            </a:r>
          </a:p>
        </p:txBody>
      </p:sp>
      <p:sp>
        <p:nvSpPr>
          <p:cNvPr id="4" name="Oval 3">
            <a:extLst>
              <a:ext uri="{FF2B5EF4-FFF2-40B4-BE49-F238E27FC236}">
                <a16:creationId xmlns:a16="http://schemas.microsoft.com/office/drawing/2014/main" id="{05D01BB5-C7C9-E320-71E2-24B9B1903A1D}"/>
              </a:ext>
            </a:extLst>
          </p:cNvPr>
          <p:cNvSpPr/>
          <p:nvPr/>
        </p:nvSpPr>
        <p:spPr>
          <a:xfrm>
            <a:off x="4243151" y="232212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6</a:t>
            </a:r>
          </a:p>
        </p:txBody>
      </p:sp>
      <p:sp>
        <p:nvSpPr>
          <p:cNvPr id="5" name="Oval 4">
            <a:extLst>
              <a:ext uri="{FF2B5EF4-FFF2-40B4-BE49-F238E27FC236}">
                <a16:creationId xmlns:a16="http://schemas.microsoft.com/office/drawing/2014/main" id="{F8FC39C0-4799-046B-6326-D9152285668C}"/>
              </a:ext>
            </a:extLst>
          </p:cNvPr>
          <p:cNvSpPr/>
          <p:nvPr/>
        </p:nvSpPr>
        <p:spPr>
          <a:xfrm>
            <a:off x="8171511" y="232212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26" name="Oval 25">
            <a:extLst>
              <a:ext uri="{FF2B5EF4-FFF2-40B4-BE49-F238E27FC236}">
                <a16:creationId xmlns:a16="http://schemas.microsoft.com/office/drawing/2014/main" id="{A9CDEC2A-3982-69BA-E28D-555DF8636D1B}"/>
              </a:ext>
            </a:extLst>
          </p:cNvPr>
          <p:cNvSpPr/>
          <p:nvPr/>
        </p:nvSpPr>
        <p:spPr>
          <a:xfrm>
            <a:off x="5270407" y="4528114"/>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27" name="Oval 26">
            <a:extLst>
              <a:ext uri="{FF2B5EF4-FFF2-40B4-BE49-F238E27FC236}">
                <a16:creationId xmlns:a16="http://schemas.microsoft.com/office/drawing/2014/main" id="{A2298F5F-D1DB-62D8-BAD0-913313DE1CC2}"/>
              </a:ext>
            </a:extLst>
          </p:cNvPr>
          <p:cNvSpPr/>
          <p:nvPr/>
        </p:nvSpPr>
        <p:spPr>
          <a:xfrm>
            <a:off x="5831235" y="4528114"/>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29" name="Straight Arrow Connector 28">
            <a:extLst>
              <a:ext uri="{FF2B5EF4-FFF2-40B4-BE49-F238E27FC236}">
                <a16:creationId xmlns:a16="http://schemas.microsoft.com/office/drawing/2014/main" id="{96C0A227-2548-85F8-3019-ADF6C5236446}"/>
              </a:ext>
            </a:extLst>
          </p:cNvPr>
          <p:cNvCxnSpPr>
            <a:cxnSpLocks/>
            <a:stCxn id="4" idx="7"/>
            <a:endCxn id="3" idx="3"/>
          </p:cNvCxnSpPr>
          <p:nvPr/>
        </p:nvCxnSpPr>
        <p:spPr>
          <a:xfrm flipV="1">
            <a:off x="4704070" y="1685943"/>
            <a:ext cx="1634940" cy="71451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32" name="Straight Arrow Connector 31">
            <a:extLst>
              <a:ext uri="{FF2B5EF4-FFF2-40B4-BE49-F238E27FC236}">
                <a16:creationId xmlns:a16="http://schemas.microsoft.com/office/drawing/2014/main" id="{D7DD7D52-3664-CDFB-2753-A63558E91735}"/>
              </a:ext>
            </a:extLst>
          </p:cNvPr>
          <p:cNvCxnSpPr>
            <a:cxnSpLocks/>
            <a:stCxn id="5" idx="1"/>
            <a:endCxn id="3" idx="5"/>
          </p:cNvCxnSpPr>
          <p:nvPr/>
        </p:nvCxnSpPr>
        <p:spPr>
          <a:xfrm flipH="1" flipV="1">
            <a:off x="6720848" y="1685943"/>
            <a:ext cx="1529744" cy="71451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62" name="Oval 61">
            <a:extLst>
              <a:ext uri="{FF2B5EF4-FFF2-40B4-BE49-F238E27FC236}">
                <a16:creationId xmlns:a16="http://schemas.microsoft.com/office/drawing/2014/main" id="{CCC83915-5EE0-83C9-EDCA-A16E2D7C7891}"/>
              </a:ext>
            </a:extLst>
          </p:cNvPr>
          <p:cNvSpPr/>
          <p:nvPr/>
        </p:nvSpPr>
        <p:spPr>
          <a:xfrm>
            <a:off x="8829845" y="3059361"/>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63" name="Oval 62">
            <a:extLst>
              <a:ext uri="{FF2B5EF4-FFF2-40B4-BE49-F238E27FC236}">
                <a16:creationId xmlns:a16="http://schemas.microsoft.com/office/drawing/2014/main" id="{CD241A6D-BAFF-1CB6-D2AD-6F77485B39FD}"/>
              </a:ext>
            </a:extLst>
          </p:cNvPr>
          <p:cNvSpPr/>
          <p:nvPr/>
        </p:nvSpPr>
        <p:spPr>
          <a:xfrm>
            <a:off x="8559845" y="3861406"/>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64" name="Oval 63">
            <a:extLst>
              <a:ext uri="{FF2B5EF4-FFF2-40B4-BE49-F238E27FC236}">
                <a16:creationId xmlns:a16="http://schemas.microsoft.com/office/drawing/2014/main" id="{4EE16FC3-0E11-F5FD-D44D-CBA240F5E9F9}"/>
              </a:ext>
            </a:extLst>
          </p:cNvPr>
          <p:cNvSpPr/>
          <p:nvPr/>
        </p:nvSpPr>
        <p:spPr>
          <a:xfrm>
            <a:off x="9099845" y="3861406"/>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65" name="Straight Arrow Connector 64">
            <a:extLst>
              <a:ext uri="{FF2B5EF4-FFF2-40B4-BE49-F238E27FC236}">
                <a16:creationId xmlns:a16="http://schemas.microsoft.com/office/drawing/2014/main" id="{17992130-5E39-19D3-DE63-5E15A8142DF3}"/>
              </a:ext>
            </a:extLst>
          </p:cNvPr>
          <p:cNvCxnSpPr>
            <a:cxnSpLocks/>
            <a:stCxn id="64" idx="0"/>
            <a:endCxn id="62" idx="5"/>
          </p:cNvCxnSpPr>
          <p:nvPr/>
        </p:nvCxnSpPr>
        <p:spPr>
          <a:xfrm flipH="1" flipV="1">
            <a:off x="9290764" y="3515944"/>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66" name="Straight Arrow Connector 65">
            <a:extLst>
              <a:ext uri="{FF2B5EF4-FFF2-40B4-BE49-F238E27FC236}">
                <a16:creationId xmlns:a16="http://schemas.microsoft.com/office/drawing/2014/main" id="{D65B5C07-4EDB-75BB-34A0-E6F27B334BF4}"/>
              </a:ext>
            </a:extLst>
          </p:cNvPr>
          <p:cNvCxnSpPr>
            <a:cxnSpLocks/>
            <a:stCxn id="63" idx="0"/>
            <a:endCxn id="62" idx="3"/>
          </p:cNvCxnSpPr>
          <p:nvPr/>
        </p:nvCxnSpPr>
        <p:spPr>
          <a:xfrm flipV="1">
            <a:off x="8829845" y="3515944"/>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67" name="Oval 66">
            <a:extLst>
              <a:ext uri="{FF2B5EF4-FFF2-40B4-BE49-F238E27FC236}">
                <a16:creationId xmlns:a16="http://schemas.microsoft.com/office/drawing/2014/main" id="{AE63F550-5DB7-1ADC-5196-EB151105C016}"/>
              </a:ext>
            </a:extLst>
          </p:cNvPr>
          <p:cNvSpPr/>
          <p:nvPr/>
        </p:nvSpPr>
        <p:spPr>
          <a:xfrm>
            <a:off x="5908125" y="310557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68" name="Oval 67">
            <a:extLst>
              <a:ext uri="{FF2B5EF4-FFF2-40B4-BE49-F238E27FC236}">
                <a16:creationId xmlns:a16="http://schemas.microsoft.com/office/drawing/2014/main" id="{E1F968E8-2511-260C-D4C2-077CF94040C5}"/>
              </a:ext>
            </a:extLst>
          </p:cNvPr>
          <p:cNvSpPr/>
          <p:nvPr/>
        </p:nvSpPr>
        <p:spPr>
          <a:xfrm>
            <a:off x="5559247" y="3832224"/>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69" name="Oval 68">
            <a:extLst>
              <a:ext uri="{FF2B5EF4-FFF2-40B4-BE49-F238E27FC236}">
                <a16:creationId xmlns:a16="http://schemas.microsoft.com/office/drawing/2014/main" id="{A205D469-658A-BDB1-FBCF-CC994697ED04}"/>
              </a:ext>
            </a:extLst>
          </p:cNvPr>
          <p:cNvSpPr/>
          <p:nvPr/>
        </p:nvSpPr>
        <p:spPr>
          <a:xfrm>
            <a:off x="6211626" y="3832224"/>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70" name="Straight Arrow Connector 69">
            <a:extLst>
              <a:ext uri="{FF2B5EF4-FFF2-40B4-BE49-F238E27FC236}">
                <a16:creationId xmlns:a16="http://schemas.microsoft.com/office/drawing/2014/main" id="{C6CA0B52-A651-191A-7DD3-83D159ECCBAB}"/>
              </a:ext>
            </a:extLst>
          </p:cNvPr>
          <p:cNvCxnSpPr>
            <a:cxnSpLocks/>
            <a:stCxn id="68" idx="0"/>
            <a:endCxn id="67" idx="3"/>
          </p:cNvCxnSpPr>
          <p:nvPr/>
        </p:nvCxnSpPr>
        <p:spPr>
          <a:xfrm flipV="1">
            <a:off x="5829247" y="3562158"/>
            <a:ext cx="157959"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C9435CA5-A91D-68D6-5441-E63B1321D4F7}"/>
              </a:ext>
            </a:extLst>
          </p:cNvPr>
          <p:cNvCxnSpPr>
            <a:cxnSpLocks/>
            <a:stCxn id="69" idx="0"/>
            <a:endCxn id="67" idx="5"/>
          </p:cNvCxnSpPr>
          <p:nvPr/>
        </p:nvCxnSpPr>
        <p:spPr>
          <a:xfrm flipH="1" flipV="1">
            <a:off x="6369044" y="3562158"/>
            <a:ext cx="112582"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72" name="Straight Arrow Connector 71">
            <a:extLst>
              <a:ext uri="{FF2B5EF4-FFF2-40B4-BE49-F238E27FC236}">
                <a16:creationId xmlns:a16="http://schemas.microsoft.com/office/drawing/2014/main" id="{CEE4629D-4B66-A5F3-F26A-656B99882A9F}"/>
              </a:ext>
            </a:extLst>
          </p:cNvPr>
          <p:cNvCxnSpPr>
            <a:cxnSpLocks/>
            <a:stCxn id="27" idx="0"/>
            <a:endCxn id="68" idx="5"/>
          </p:cNvCxnSpPr>
          <p:nvPr/>
        </p:nvCxnSpPr>
        <p:spPr>
          <a:xfrm flipH="1" flipV="1">
            <a:off x="6020166" y="4288807"/>
            <a:ext cx="8106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73" name="Straight Arrow Connector 72">
            <a:extLst>
              <a:ext uri="{FF2B5EF4-FFF2-40B4-BE49-F238E27FC236}">
                <a16:creationId xmlns:a16="http://schemas.microsoft.com/office/drawing/2014/main" id="{38673A1B-C6E8-7E69-68AD-53D80EE49D03}"/>
              </a:ext>
            </a:extLst>
          </p:cNvPr>
          <p:cNvCxnSpPr>
            <a:cxnSpLocks/>
            <a:stCxn id="26" idx="0"/>
            <a:endCxn id="68" idx="3"/>
          </p:cNvCxnSpPr>
          <p:nvPr/>
        </p:nvCxnSpPr>
        <p:spPr>
          <a:xfrm flipV="1">
            <a:off x="5540407" y="4288807"/>
            <a:ext cx="9792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85" name="Oval 84">
            <a:extLst>
              <a:ext uri="{FF2B5EF4-FFF2-40B4-BE49-F238E27FC236}">
                <a16:creationId xmlns:a16="http://schemas.microsoft.com/office/drawing/2014/main" id="{0A41F273-7645-A8E8-B41E-0452B1C3D100}"/>
              </a:ext>
            </a:extLst>
          </p:cNvPr>
          <p:cNvSpPr/>
          <p:nvPr/>
        </p:nvSpPr>
        <p:spPr>
          <a:xfrm>
            <a:off x="6939305" y="4539846"/>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86" name="Oval 85">
            <a:extLst>
              <a:ext uri="{FF2B5EF4-FFF2-40B4-BE49-F238E27FC236}">
                <a16:creationId xmlns:a16="http://schemas.microsoft.com/office/drawing/2014/main" id="{14A322AC-4826-4EE3-F422-3C4C4CCE8182}"/>
              </a:ext>
            </a:extLst>
          </p:cNvPr>
          <p:cNvSpPr/>
          <p:nvPr/>
        </p:nvSpPr>
        <p:spPr>
          <a:xfrm>
            <a:off x="7500133" y="4539846"/>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87" name="Oval 86">
            <a:extLst>
              <a:ext uri="{FF2B5EF4-FFF2-40B4-BE49-F238E27FC236}">
                <a16:creationId xmlns:a16="http://schemas.microsoft.com/office/drawing/2014/main" id="{D5E42F21-75E1-82EF-F480-F931CF77C65A}"/>
              </a:ext>
            </a:extLst>
          </p:cNvPr>
          <p:cNvSpPr/>
          <p:nvPr/>
        </p:nvSpPr>
        <p:spPr>
          <a:xfrm>
            <a:off x="7479575" y="3117307"/>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88" name="Oval 87">
            <a:extLst>
              <a:ext uri="{FF2B5EF4-FFF2-40B4-BE49-F238E27FC236}">
                <a16:creationId xmlns:a16="http://schemas.microsoft.com/office/drawing/2014/main" id="{12CB9446-1002-55E7-596E-CA75281F6361}"/>
              </a:ext>
            </a:extLst>
          </p:cNvPr>
          <p:cNvSpPr/>
          <p:nvPr/>
        </p:nvSpPr>
        <p:spPr>
          <a:xfrm>
            <a:off x="7209305" y="3843956"/>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89" name="Oval 88">
            <a:extLst>
              <a:ext uri="{FF2B5EF4-FFF2-40B4-BE49-F238E27FC236}">
                <a16:creationId xmlns:a16="http://schemas.microsoft.com/office/drawing/2014/main" id="{19BC4908-7817-63B4-901E-D7CE6B3E22B2}"/>
              </a:ext>
            </a:extLst>
          </p:cNvPr>
          <p:cNvSpPr/>
          <p:nvPr/>
        </p:nvSpPr>
        <p:spPr>
          <a:xfrm>
            <a:off x="7884575" y="3843956"/>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90" name="Straight Arrow Connector 89">
            <a:extLst>
              <a:ext uri="{FF2B5EF4-FFF2-40B4-BE49-F238E27FC236}">
                <a16:creationId xmlns:a16="http://schemas.microsoft.com/office/drawing/2014/main" id="{E7F1D315-425E-2435-F77B-BABBBCEB730A}"/>
              </a:ext>
            </a:extLst>
          </p:cNvPr>
          <p:cNvCxnSpPr>
            <a:cxnSpLocks/>
            <a:stCxn id="88" idx="0"/>
            <a:endCxn id="87" idx="3"/>
          </p:cNvCxnSpPr>
          <p:nvPr/>
        </p:nvCxnSpPr>
        <p:spPr>
          <a:xfrm flipV="1">
            <a:off x="7479305" y="3573890"/>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5CBCB930-3345-46ED-1D14-3681A5B1B12F}"/>
              </a:ext>
            </a:extLst>
          </p:cNvPr>
          <p:cNvCxnSpPr>
            <a:cxnSpLocks/>
            <a:stCxn id="89" idx="0"/>
            <a:endCxn id="87" idx="5"/>
          </p:cNvCxnSpPr>
          <p:nvPr/>
        </p:nvCxnSpPr>
        <p:spPr>
          <a:xfrm flipH="1" flipV="1">
            <a:off x="7940494" y="3573890"/>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994A504D-700A-96F6-D41E-897AF72EAC79}"/>
              </a:ext>
            </a:extLst>
          </p:cNvPr>
          <p:cNvCxnSpPr>
            <a:cxnSpLocks/>
            <a:stCxn id="86" idx="0"/>
            <a:endCxn id="88" idx="5"/>
          </p:cNvCxnSpPr>
          <p:nvPr/>
        </p:nvCxnSpPr>
        <p:spPr>
          <a:xfrm flipH="1" flipV="1">
            <a:off x="7670224" y="4300539"/>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B5C01C74-C66D-BFE2-F382-B097C8E9BE60}"/>
              </a:ext>
            </a:extLst>
          </p:cNvPr>
          <p:cNvCxnSpPr>
            <a:cxnSpLocks/>
            <a:stCxn id="85" idx="0"/>
            <a:endCxn id="88" idx="3"/>
          </p:cNvCxnSpPr>
          <p:nvPr/>
        </p:nvCxnSpPr>
        <p:spPr>
          <a:xfrm flipV="1">
            <a:off x="7209305" y="4300539"/>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4" name="Straight Arrow Connector 93">
            <a:extLst>
              <a:ext uri="{FF2B5EF4-FFF2-40B4-BE49-F238E27FC236}">
                <a16:creationId xmlns:a16="http://schemas.microsoft.com/office/drawing/2014/main" id="{514108A2-C0D5-F1B9-E074-51BFB2AE10A4}"/>
              </a:ext>
            </a:extLst>
          </p:cNvPr>
          <p:cNvCxnSpPr>
            <a:cxnSpLocks/>
            <a:stCxn id="67" idx="1"/>
            <a:endCxn id="4" idx="5"/>
          </p:cNvCxnSpPr>
          <p:nvPr/>
        </p:nvCxnSpPr>
        <p:spPr>
          <a:xfrm flipH="1" flipV="1">
            <a:off x="4704070" y="2778708"/>
            <a:ext cx="1283136" cy="405204"/>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7" name="Straight Arrow Connector 96">
            <a:extLst>
              <a:ext uri="{FF2B5EF4-FFF2-40B4-BE49-F238E27FC236}">
                <a16:creationId xmlns:a16="http://schemas.microsoft.com/office/drawing/2014/main" id="{1760539F-C905-E78B-B997-E6284B36C1FD}"/>
              </a:ext>
            </a:extLst>
          </p:cNvPr>
          <p:cNvCxnSpPr>
            <a:cxnSpLocks/>
            <a:stCxn id="87" idx="0"/>
            <a:endCxn id="5" idx="3"/>
          </p:cNvCxnSpPr>
          <p:nvPr/>
        </p:nvCxnSpPr>
        <p:spPr>
          <a:xfrm flipV="1">
            <a:off x="7749575" y="2778708"/>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00" name="Straight Arrow Connector 99">
            <a:extLst>
              <a:ext uri="{FF2B5EF4-FFF2-40B4-BE49-F238E27FC236}">
                <a16:creationId xmlns:a16="http://schemas.microsoft.com/office/drawing/2014/main" id="{8DB563D9-1F45-B3AB-5C6B-37760124EC56}"/>
              </a:ext>
            </a:extLst>
          </p:cNvPr>
          <p:cNvCxnSpPr>
            <a:cxnSpLocks/>
            <a:stCxn id="62" idx="0"/>
            <a:endCxn id="5" idx="5"/>
          </p:cNvCxnSpPr>
          <p:nvPr/>
        </p:nvCxnSpPr>
        <p:spPr>
          <a:xfrm flipH="1" flipV="1">
            <a:off x="8632430" y="2778708"/>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136" name="Oval 135">
            <a:extLst>
              <a:ext uri="{FF2B5EF4-FFF2-40B4-BE49-F238E27FC236}">
                <a16:creationId xmlns:a16="http://schemas.microsoft.com/office/drawing/2014/main" id="{8762F48B-F240-5898-9729-10BCDBC1C7A3}"/>
              </a:ext>
            </a:extLst>
          </p:cNvPr>
          <p:cNvSpPr/>
          <p:nvPr/>
        </p:nvSpPr>
        <p:spPr>
          <a:xfrm>
            <a:off x="3678814" y="310672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137" name="Oval 136">
            <a:extLst>
              <a:ext uri="{FF2B5EF4-FFF2-40B4-BE49-F238E27FC236}">
                <a16:creationId xmlns:a16="http://schemas.microsoft.com/office/drawing/2014/main" id="{05CB011F-176A-625E-7C0C-4EEF36FAD798}"/>
              </a:ext>
            </a:extLst>
          </p:cNvPr>
          <p:cNvSpPr/>
          <p:nvPr/>
        </p:nvSpPr>
        <p:spPr>
          <a:xfrm>
            <a:off x="4337148" y="3733496"/>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138" name="Oval 137">
            <a:extLst>
              <a:ext uri="{FF2B5EF4-FFF2-40B4-BE49-F238E27FC236}">
                <a16:creationId xmlns:a16="http://schemas.microsoft.com/office/drawing/2014/main" id="{004E8B2A-49F3-495D-3B08-9FFE7DC49E2F}"/>
              </a:ext>
            </a:extLst>
          </p:cNvPr>
          <p:cNvSpPr/>
          <p:nvPr/>
        </p:nvSpPr>
        <p:spPr>
          <a:xfrm>
            <a:off x="4067148" y="4535541"/>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139" name="Oval 138">
            <a:extLst>
              <a:ext uri="{FF2B5EF4-FFF2-40B4-BE49-F238E27FC236}">
                <a16:creationId xmlns:a16="http://schemas.microsoft.com/office/drawing/2014/main" id="{2D130B74-3D60-9258-6F14-062649D1A9C0}"/>
              </a:ext>
            </a:extLst>
          </p:cNvPr>
          <p:cNvSpPr/>
          <p:nvPr/>
        </p:nvSpPr>
        <p:spPr>
          <a:xfrm>
            <a:off x="4607148" y="4535541"/>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140" name="Straight Arrow Connector 139">
            <a:extLst>
              <a:ext uri="{FF2B5EF4-FFF2-40B4-BE49-F238E27FC236}">
                <a16:creationId xmlns:a16="http://schemas.microsoft.com/office/drawing/2014/main" id="{876238C8-DBA4-2C42-FCB6-387DBCA61866}"/>
              </a:ext>
            </a:extLst>
          </p:cNvPr>
          <p:cNvCxnSpPr>
            <a:cxnSpLocks/>
            <a:stCxn id="139" idx="0"/>
            <a:endCxn id="137" idx="5"/>
          </p:cNvCxnSpPr>
          <p:nvPr/>
        </p:nvCxnSpPr>
        <p:spPr>
          <a:xfrm flipH="1" flipV="1">
            <a:off x="4798067" y="4190079"/>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41" name="Straight Arrow Connector 140">
            <a:extLst>
              <a:ext uri="{FF2B5EF4-FFF2-40B4-BE49-F238E27FC236}">
                <a16:creationId xmlns:a16="http://schemas.microsoft.com/office/drawing/2014/main" id="{70164BDF-D2C8-F6FB-5ADC-DFB7185F2102}"/>
              </a:ext>
            </a:extLst>
          </p:cNvPr>
          <p:cNvCxnSpPr>
            <a:cxnSpLocks/>
            <a:stCxn id="138" idx="0"/>
            <a:endCxn id="137" idx="3"/>
          </p:cNvCxnSpPr>
          <p:nvPr/>
        </p:nvCxnSpPr>
        <p:spPr>
          <a:xfrm flipV="1">
            <a:off x="4337148" y="4190079"/>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142" name="Oval 141">
            <a:extLst>
              <a:ext uri="{FF2B5EF4-FFF2-40B4-BE49-F238E27FC236}">
                <a16:creationId xmlns:a16="http://schemas.microsoft.com/office/drawing/2014/main" id="{765984B0-FD81-2809-7478-6DEAB40C54FC}"/>
              </a:ext>
            </a:extLst>
          </p:cNvPr>
          <p:cNvSpPr/>
          <p:nvPr/>
        </p:nvSpPr>
        <p:spPr>
          <a:xfrm>
            <a:off x="2446608" y="5213981"/>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143" name="Oval 142">
            <a:extLst>
              <a:ext uri="{FF2B5EF4-FFF2-40B4-BE49-F238E27FC236}">
                <a16:creationId xmlns:a16="http://schemas.microsoft.com/office/drawing/2014/main" id="{B02A7F04-05DE-0668-61BE-47BEFD19EE0B}"/>
              </a:ext>
            </a:extLst>
          </p:cNvPr>
          <p:cNvSpPr/>
          <p:nvPr/>
        </p:nvSpPr>
        <p:spPr>
          <a:xfrm>
            <a:off x="3007436" y="5213981"/>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144" name="Oval 143">
            <a:extLst>
              <a:ext uri="{FF2B5EF4-FFF2-40B4-BE49-F238E27FC236}">
                <a16:creationId xmlns:a16="http://schemas.microsoft.com/office/drawing/2014/main" id="{B6EE65FB-AA95-C735-48DB-BB8BD7853162}"/>
              </a:ext>
            </a:extLst>
          </p:cNvPr>
          <p:cNvSpPr/>
          <p:nvPr/>
        </p:nvSpPr>
        <p:spPr>
          <a:xfrm>
            <a:off x="2986878" y="3791442"/>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145" name="Oval 144">
            <a:extLst>
              <a:ext uri="{FF2B5EF4-FFF2-40B4-BE49-F238E27FC236}">
                <a16:creationId xmlns:a16="http://schemas.microsoft.com/office/drawing/2014/main" id="{1132A975-7E13-1970-CCAD-A63B45D20E71}"/>
              </a:ext>
            </a:extLst>
          </p:cNvPr>
          <p:cNvSpPr/>
          <p:nvPr/>
        </p:nvSpPr>
        <p:spPr>
          <a:xfrm>
            <a:off x="2716608" y="4518091"/>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146" name="Oval 145">
            <a:extLst>
              <a:ext uri="{FF2B5EF4-FFF2-40B4-BE49-F238E27FC236}">
                <a16:creationId xmlns:a16="http://schemas.microsoft.com/office/drawing/2014/main" id="{F26E8893-DB1A-2245-C31F-5F4B0A2A68CD}"/>
              </a:ext>
            </a:extLst>
          </p:cNvPr>
          <p:cNvSpPr/>
          <p:nvPr/>
        </p:nvSpPr>
        <p:spPr>
          <a:xfrm>
            <a:off x="3391878" y="451809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147" name="Straight Arrow Connector 146">
            <a:extLst>
              <a:ext uri="{FF2B5EF4-FFF2-40B4-BE49-F238E27FC236}">
                <a16:creationId xmlns:a16="http://schemas.microsoft.com/office/drawing/2014/main" id="{1C26BF18-9B62-DAAD-1ED8-D552F770C306}"/>
              </a:ext>
            </a:extLst>
          </p:cNvPr>
          <p:cNvCxnSpPr>
            <a:cxnSpLocks/>
            <a:stCxn id="145" idx="0"/>
            <a:endCxn id="144" idx="3"/>
          </p:cNvCxnSpPr>
          <p:nvPr/>
        </p:nvCxnSpPr>
        <p:spPr>
          <a:xfrm flipV="1">
            <a:off x="2986608" y="4248025"/>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48" name="Straight Arrow Connector 147">
            <a:extLst>
              <a:ext uri="{FF2B5EF4-FFF2-40B4-BE49-F238E27FC236}">
                <a16:creationId xmlns:a16="http://schemas.microsoft.com/office/drawing/2014/main" id="{7AA14ACE-59E3-C7EB-FD15-3CCE5F4920B4}"/>
              </a:ext>
            </a:extLst>
          </p:cNvPr>
          <p:cNvCxnSpPr>
            <a:cxnSpLocks/>
            <a:stCxn id="146" idx="0"/>
            <a:endCxn id="144" idx="5"/>
          </p:cNvCxnSpPr>
          <p:nvPr/>
        </p:nvCxnSpPr>
        <p:spPr>
          <a:xfrm flipH="1" flipV="1">
            <a:off x="3447797" y="4248025"/>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49" name="Straight Arrow Connector 148">
            <a:extLst>
              <a:ext uri="{FF2B5EF4-FFF2-40B4-BE49-F238E27FC236}">
                <a16:creationId xmlns:a16="http://schemas.microsoft.com/office/drawing/2014/main" id="{D3AD6191-624F-5D6F-DA1B-56B5F821C654}"/>
              </a:ext>
            </a:extLst>
          </p:cNvPr>
          <p:cNvCxnSpPr>
            <a:cxnSpLocks/>
            <a:stCxn id="143" idx="0"/>
            <a:endCxn id="145" idx="5"/>
          </p:cNvCxnSpPr>
          <p:nvPr/>
        </p:nvCxnSpPr>
        <p:spPr>
          <a:xfrm flipH="1" flipV="1">
            <a:off x="3177527" y="4974674"/>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0" name="Straight Arrow Connector 149">
            <a:extLst>
              <a:ext uri="{FF2B5EF4-FFF2-40B4-BE49-F238E27FC236}">
                <a16:creationId xmlns:a16="http://schemas.microsoft.com/office/drawing/2014/main" id="{9083AD34-E539-0B20-D38D-5B4D0326486A}"/>
              </a:ext>
            </a:extLst>
          </p:cNvPr>
          <p:cNvCxnSpPr>
            <a:cxnSpLocks/>
            <a:stCxn id="142" idx="0"/>
            <a:endCxn id="145" idx="3"/>
          </p:cNvCxnSpPr>
          <p:nvPr/>
        </p:nvCxnSpPr>
        <p:spPr>
          <a:xfrm flipV="1">
            <a:off x="2716608" y="4974674"/>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1" name="Straight Arrow Connector 150">
            <a:extLst>
              <a:ext uri="{FF2B5EF4-FFF2-40B4-BE49-F238E27FC236}">
                <a16:creationId xmlns:a16="http://schemas.microsoft.com/office/drawing/2014/main" id="{9CDDAB8C-67E8-1F96-3397-DBA720B58859}"/>
              </a:ext>
            </a:extLst>
          </p:cNvPr>
          <p:cNvCxnSpPr>
            <a:cxnSpLocks/>
            <a:stCxn id="144" idx="0"/>
            <a:endCxn id="136" idx="3"/>
          </p:cNvCxnSpPr>
          <p:nvPr/>
        </p:nvCxnSpPr>
        <p:spPr>
          <a:xfrm flipV="1">
            <a:off x="3256878" y="3563303"/>
            <a:ext cx="501017" cy="22813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2" name="Straight Arrow Connector 151">
            <a:extLst>
              <a:ext uri="{FF2B5EF4-FFF2-40B4-BE49-F238E27FC236}">
                <a16:creationId xmlns:a16="http://schemas.microsoft.com/office/drawing/2014/main" id="{1567A58D-B22E-E5E6-9BE1-208A7C947315}"/>
              </a:ext>
            </a:extLst>
          </p:cNvPr>
          <p:cNvCxnSpPr>
            <a:cxnSpLocks/>
            <a:stCxn id="137" idx="0"/>
            <a:endCxn id="136" idx="5"/>
          </p:cNvCxnSpPr>
          <p:nvPr/>
        </p:nvCxnSpPr>
        <p:spPr>
          <a:xfrm flipH="1" flipV="1">
            <a:off x="4139733" y="3563303"/>
            <a:ext cx="467415" cy="17019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3" name="Straight Arrow Connector 152">
            <a:extLst>
              <a:ext uri="{FF2B5EF4-FFF2-40B4-BE49-F238E27FC236}">
                <a16:creationId xmlns:a16="http://schemas.microsoft.com/office/drawing/2014/main" id="{053F950A-8F76-F6D5-B4BB-BB119D49C222}"/>
              </a:ext>
            </a:extLst>
          </p:cNvPr>
          <p:cNvCxnSpPr>
            <a:cxnSpLocks/>
            <a:stCxn id="136" idx="0"/>
            <a:endCxn id="4" idx="3"/>
          </p:cNvCxnSpPr>
          <p:nvPr/>
        </p:nvCxnSpPr>
        <p:spPr>
          <a:xfrm flipV="1">
            <a:off x="3948814" y="2778708"/>
            <a:ext cx="373418" cy="32801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0084DB10-845C-FF06-C823-DB604BBEC38C}"/>
              </a:ext>
            </a:extLst>
          </p:cNvPr>
          <p:cNvSpPr txBox="1"/>
          <p:nvPr/>
        </p:nvSpPr>
        <p:spPr>
          <a:xfrm>
            <a:off x="218472" y="189553"/>
            <a:ext cx="4579595" cy="2123658"/>
          </a:xfrm>
          <a:prstGeom prst="rect">
            <a:avLst/>
          </a:prstGeom>
          <a:noFill/>
        </p:spPr>
        <p:txBody>
          <a:bodyPr wrap="square" rtlCol="0">
            <a:spAutoFit/>
          </a:bodyPr>
          <a:lstStyle/>
          <a:p>
            <a:r>
              <a:rPr lang="en-US" sz="2200" dirty="0"/>
              <a:t>Problems that are suitable for Dynamic Programming are </a:t>
            </a:r>
            <a:r>
              <a:rPr lang="en-US" sz="2200" b="1" dirty="0">
                <a:solidFill>
                  <a:srgbClr val="FF0000"/>
                </a:solidFill>
              </a:rPr>
              <a:t>overlapping problems </a:t>
            </a:r>
            <a:r>
              <a:rPr lang="en-US" sz="2200" dirty="0">
                <a:solidFill>
                  <a:srgbClr val="FF0000"/>
                </a:solidFill>
              </a:rPr>
              <a:t> </a:t>
            </a:r>
            <a:r>
              <a:rPr lang="en-US" sz="2200" dirty="0"/>
              <a:t>where </a:t>
            </a:r>
            <a:r>
              <a:rPr lang="en-PH" sz="2200" dirty="0"/>
              <a:t>the same subproblems are encountered and solved multiple times during the computation of the overall solution.</a:t>
            </a:r>
            <a:endParaRPr lang="en-US" sz="2200" dirty="0"/>
          </a:p>
        </p:txBody>
      </p:sp>
    </p:spTree>
    <p:extLst>
      <p:ext uri="{BB962C8B-B14F-4D97-AF65-F5344CB8AC3E}">
        <p14:creationId xmlns:p14="http://schemas.microsoft.com/office/powerpoint/2010/main" val="37772610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390E3F1D-0C2C-02CE-5BCD-D8B05BFE83E9}"/>
            </a:ext>
          </a:extLst>
        </p:cNvPr>
        <p:cNvGrpSpPr/>
        <p:nvPr/>
      </p:nvGrpSpPr>
      <p:grpSpPr>
        <a:xfrm>
          <a:off x="0" y="0"/>
          <a:ext cx="0" cy="0"/>
          <a:chOff x="0" y="0"/>
          <a:chExt cx="0" cy="0"/>
        </a:xfrm>
      </p:grpSpPr>
      <p:sp>
        <p:nvSpPr>
          <p:cNvPr id="3" name="Oval 2">
            <a:extLst>
              <a:ext uri="{FF2B5EF4-FFF2-40B4-BE49-F238E27FC236}">
                <a16:creationId xmlns:a16="http://schemas.microsoft.com/office/drawing/2014/main" id="{0DACF6A6-EAAA-E4A7-E537-46E0974FE484}"/>
              </a:ext>
            </a:extLst>
          </p:cNvPr>
          <p:cNvSpPr/>
          <p:nvPr/>
        </p:nvSpPr>
        <p:spPr>
          <a:xfrm>
            <a:off x="6259929" y="122936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7</a:t>
            </a:r>
          </a:p>
        </p:txBody>
      </p:sp>
      <p:sp>
        <p:nvSpPr>
          <p:cNvPr id="4" name="Oval 3">
            <a:extLst>
              <a:ext uri="{FF2B5EF4-FFF2-40B4-BE49-F238E27FC236}">
                <a16:creationId xmlns:a16="http://schemas.microsoft.com/office/drawing/2014/main" id="{917CBAFC-52E9-194E-DA3D-87020158BC7E}"/>
              </a:ext>
            </a:extLst>
          </p:cNvPr>
          <p:cNvSpPr/>
          <p:nvPr/>
        </p:nvSpPr>
        <p:spPr>
          <a:xfrm>
            <a:off x="4243151" y="232212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6</a:t>
            </a:r>
          </a:p>
        </p:txBody>
      </p:sp>
      <p:sp>
        <p:nvSpPr>
          <p:cNvPr id="5" name="Oval 4">
            <a:extLst>
              <a:ext uri="{FF2B5EF4-FFF2-40B4-BE49-F238E27FC236}">
                <a16:creationId xmlns:a16="http://schemas.microsoft.com/office/drawing/2014/main" id="{48D83CA1-A54D-018B-5799-0DC3CC29BFBC}"/>
              </a:ext>
            </a:extLst>
          </p:cNvPr>
          <p:cNvSpPr/>
          <p:nvPr/>
        </p:nvSpPr>
        <p:spPr>
          <a:xfrm>
            <a:off x="8171511" y="232212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26" name="Oval 25">
            <a:extLst>
              <a:ext uri="{FF2B5EF4-FFF2-40B4-BE49-F238E27FC236}">
                <a16:creationId xmlns:a16="http://schemas.microsoft.com/office/drawing/2014/main" id="{FC6659F7-91ED-2481-3677-A1A6B41890ED}"/>
              </a:ext>
            </a:extLst>
          </p:cNvPr>
          <p:cNvSpPr/>
          <p:nvPr/>
        </p:nvSpPr>
        <p:spPr>
          <a:xfrm>
            <a:off x="5270407" y="4528114"/>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27" name="Oval 26">
            <a:extLst>
              <a:ext uri="{FF2B5EF4-FFF2-40B4-BE49-F238E27FC236}">
                <a16:creationId xmlns:a16="http://schemas.microsoft.com/office/drawing/2014/main" id="{F7240913-4723-A757-8345-2280AED5F2F2}"/>
              </a:ext>
            </a:extLst>
          </p:cNvPr>
          <p:cNvSpPr/>
          <p:nvPr/>
        </p:nvSpPr>
        <p:spPr>
          <a:xfrm>
            <a:off x="5831235" y="4528114"/>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29" name="Straight Arrow Connector 28">
            <a:extLst>
              <a:ext uri="{FF2B5EF4-FFF2-40B4-BE49-F238E27FC236}">
                <a16:creationId xmlns:a16="http://schemas.microsoft.com/office/drawing/2014/main" id="{FB328F80-F95A-745D-D79D-EA3823E66FE4}"/>
              </a:ext>
            </a:extLst>
          </p:cNvPr>
          <p:cNvCxnSpPr>
            <a:cxnSpLocks/>
            <a:stCxn id="4" idx="7"/>
            <a:endCxn id="3" idx="3"/>
          </p:cNvCxnSpPr>
          <p:nvPr/>
        </p:nvCxnSpPr>
        <p:spPr>
          <a:xfrm flipV="1">
            <a:off x="4704070" y="1685943"/>
            <a:ext cx="1634940" cy="71451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32" name="Straight Arrow Connector 31">
            <a:extLst>
              <a:ext uri="{FF2B5EF4-FFF2-40B4-BE49-F238E27FC236}">
                <a16:creationId xmlns:a16="http://schemas.microsoft.com/office/drawing/2014/main" id="{EB80ACE3-8EFB-FE16-6E7A-FA12E5C2971E}"/>
              </a:ext>
            </a:extLst>
          </p:cNvPr>
          <p:cNvCxnSpPr>
            <a:cxnSpLocks/>
            <a:stCxn id="5" idx="1"/>
            <a:endCxn id="3" idx="5"/>
          </p:cNvCxnSpPr>
          <p:nvPr/>
        </p:nvCxnSpPr>
        <p:spPr>
          <a:xfrm flipH="1" flipV="1">
            <a:off x="6720848" y="1685943"/>
            <a:ext cx="1529744" cy="71451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62" name="Oval 61">
            <a:extLst>
              <a:ext uri="{FF2B5EF4-FFF2-40B4-BE49-F238E27FC236}">
                <a16:creationId xmlns:a16="http://schemas.microsoft.com/office/drawing/2014/main" id="{A2A3DDD5-EA95-6B08-B5B0-EB43F09A75B9}"/>
              </a:ext>
            </a:extLst>
          </p:cNvPr>
          <p:cNvSpPr/>
          <p:nvPr/>
        </p:nvSpPr>
        <p:spPr>
          <a:xfrm>
            <a:off x="8829845" y="305936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63" name="Oval 62">
            <a:extLst>
              <a:ext uri="{FF2B5EF4-FFF2-40B4-BE49-F238E27FC236}">
                <a16:creationId xmlns:a16="http://schemas.microsoft.com/office/drawing/2014/main" id="{3914ED13-3AAC-7711-4FDB-A3943B909570}"/>
              </a:ext>
            </a:extLst>
          </p:cNvPr>
          <p:cNvSpPr/>
          <p:nvPr/>
        </p:nvSpPr>
        <p:spPr>
          <a:xfrm>
            <a:off x="8559845" y="3861406"/>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64" name="Oval 63">
            <a:extLst>
              <a:ext uri="{FF2B5EF4-FFF2-40B4-BE49-F238E27FC236}">
                <a16:creationId xmlns:a16="http://schemas.microsoft.com/office/drawing/2014/main" id="{DBFEBED4-9842-EE4A-AD63-BC15D995DE4B}"/>
              </a:ext>
            </a:extLst>
          </p:cNvPr>
          <p:cNvSpPr/>
          <p:nvPr/>
        </p:nvSpPr>
        <p:spPr>
          <a:xfrm>
            <a:off x="9099845" y="3861406"/>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65" name="Straight Arrow Connector 64">
            <a:extLst>
              <a:ext uri="{FF2B5EF4-FFF2-40B4-BE49-F238E27FC236}">
                <a16:creationId xmlns:a16="http://schemas.microsoft.com/office/drawing/2014/main" id="{89E216C6-6DA1-8595-A3AC-7BFAD0C548DB}"/>
              </a:ext>
            </a:extLst>
          </p:cNvPr>
          <p:cNvCxnSpPr>
            <a:cxnSpLocks/>
            <a:stCxn id="64" idx="0"/>
            <a:endCxn id="62" idx="5"/>
          </p:cNvCxnSpPr>
          <p:nvPr/>
        </p:nvCxnSpPr>
        <p:spPr>
          <a:xfrm flipH="1" flipV="1">
            <a:off x="9290764" y="3515944"/>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66" name="Straight Arrow Connector 65">
            <a:extLst>
              <a:ext uri="{FF2B5EF4-FFF2-40B4-BE49-F238E27FC236}">
                <a16:creationId xmlns:a16="http://schemas.microsoft.com/office/drawing/2014/main" id="{B762D8BA-707F-3C15-12B1-574D1140F3C8}"/>
              </a:ext>
            </a:extLst>
          </p:cNvPr>
          <p:cNvCxnSpPr>
            <a:cxnSpLocks/>
            <a:stCxn id="63" idx="0"/>
            <a:endCxn id="62" idx="3"/>
          </p:cNvCxnSpPr>
          <p:nvPr/>
        </p:nvCxnSpPr>
        <p:spPr>
          <a:xfrm flipV="1">
            <a:off x="8829845" y="3515944"/>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67" name="Oval 66">
            <a:extLst>
              <a:ext uri="{FF2B5EF4-FFF2-40B4-BE49-F238E27FC236}">
                <a16:creationId xmlns:a16="http://schemas.microsoft.com/office/drawing/2014/main" id="{EE352E3D-443F-9AD6-D0F8-2921E5AF0444}"/>
              </a:ext>
            </a:extLst>
          </p:cNvPr>
          <p:cNvSpPr/>
          <p:nvPr/>
        </p:nvSpPr>
        <p:spPr>
          <a:xfrm>
            <a:off x="5908125" y="3105575"/>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68" name="Oval 67">
            <a:extLst>
              <a:ext uri="{FF2B5EF4-FFF2-40B4-BE49-F238E27FC236}">
                <a16:creationId xmlns:a16="http://schemas.microsoft.com/office/drawing/2014/main" id="{9061AC56-A515-E913-8ECB-922003EFC664}"/>
              </a:ext>
            </a:extLst>
          </p:cNvPr>
          <p:cNvSpPr/>
          <p:nvPr/>
        </p:nvSpPr>
        <p:spPr>
          <a:xfrm>
            <a:off x="5559247" y="3832224"/>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69" name="Oval 68">
            <a:extLst>
              <a:ext uri="{FF2B5EF4-FFF2-40B4-BE49-F238E27FC236}">
                <a16:creationId xmlns:a16="http://schemas.microsoft.com/office/drawing/2014/main" id="{8BD92DB0-5B45-CE18-3282-81AAC8E87865}"/>
              </a:ext>
            </a:extLst>
          </p:cNvPr>
          <p:cNvSpPr/>
          <p:nvPr/>
        </p:nvSpPr>
        <p:spPr>
          <a:xfrm>
            <a:off x="6211626" y="3832224"/>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70" name="Straight Arrow Connector 69">
            <a:extLst>
              <a:ext uri="{FF2B5EF4-FFF2-40B4-BE49-F238E27FC236}">
                <a16:creationId xmlns:a16="http://schemas.microsoft.com/office/drawing/2014/main" id="{536CF0C4-1AF4-4209-7AA2-0860C1712769}"/>
              </a:ext>
            </a:extLst>
          </p:cNvPr>
          <p:cNvCxnSpPr>
            <a:cxnSpLocks/>
            <a:stCxn id="68" idx="0"/>
            <a:endCxn id="67" idx="3"/>
          </p:cNvCxnSpPr>
          <p:nvPr/>
        </p:nvCxnSpPr>
        <p:spPr>
          <a:xfrm flipV="1">
            <a:off x="5829247" y="3562158"/>
            <a:ext cx="157959"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494C7822-D477-6885-1DD3-D833418E400F}"/>
              </a:ext>
            </a:extLst>
          </p:cNvPr>
          <p:cNvCxnSpPr>
            <a:cxnSpLocks/>
            <a:stCxn id="69" idx="0"/>
            <a:endCxn id="67" idx="5"/>
          </p:cNvCxnSpPr>
          <p:nvPr/>
        </p:nvCxnSpPr>
        <p:spPr>
          <a:xfrm flipH="1" flipV="1">
            <a:off x="6369044" y="3562158"/>
            <a:ext cx="112582"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72" name="Straight Arrow Connector 71">
            <a:extLst>
              <a:ext uri="{FF2B5EF4-FFF2-40B4-BE49-F238E27FC236}">
                <a16:creationId xmlns:a16="http://schemas.microsoft.com/office/drawing/2014/main" id="{0B4BDF36-7ADB-AE3C-826E-E81CA0E71798}"/>
              </a:ext>
            </a:extLst>
          </p:cNvPr>
          <p:cNvCxnSpPr>
            <a:cxnSpLocks/>
            <a:stCxn id="27" idx="0"/>
            <a:endCxn id="68" idx="5"/>
          </p:cNvCxnSpPr>
          <p:nvPr/>
        </p:nvCxnSpPr>
        <p:spPr>
          <a:xfrm flipH="1" flipV="1">
            <a:off x="6020166" y="4288807"/>
            <a:ext cx="8106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73" name="Straight Arrow Connector 72">
            <a:extLst>
              <a:ext uri="{FF2B5EF4-FFF2-40B4-BE49-F238E27FC236}">
                <a16:creationId xmlns:a16="http://schemas.microsoft.com/office/drawing/2014/main" id="{55464DA2-64D6-076C-8CD5-8FB79AE90762}"/>
              </a:ext>
            </a:extLst>
          </p:cNvPr>
          <p:cNvCxnSpPr>
            <a:cxnSpLocks/>
            <a:stCxn id="26" idx="0"/>
            <a:endCxn id="68" idx="3"/>
          </p:cNvCxnSpPr>
          <p:nvPr/>
        </p:nvCxnSpPr>
        <p:spPr>
          <a:xfrm flipV="1">
            <a:off x="5540407" y="4288807"/>
            <a:ext cx="9792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85" name="Oval 84">
            <a:extLst>
              <a:ext uri="{FF2B5EF4-FFF2-40B4-BE49-F238E27FC236}">
                <a16:creationId xmlns:a16="http://schemas.microsoft.com/office/drawing/2014/main" id="{01A546BA-2BB2-44DD-17E2-60C02AD5DB04}"/>
              </a:ext>
            </a:extLst>
          </p:cNvPr>
          <p:cNvSpPr/>
          <p:nvPr/>
        </p:nvSpPr>
        <p:spPr>
          <a:xfrm>
            <a:off x="6939305" y="4539846"/>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86" name="Oval 85">
            <a:extLst>
              <a:ext uri="{FF2B5EF4-FFF2-40B4-BE49-F238E27FC236}">
                <a16:creationId xmlns:a16="http://schemas.microsoft.com/office/drawing/2014/main" id="{30B1BFC4-F2C3-B153-1991-813E084966DB}"/>
              </a:ext>
            </a:extLst>
          </p:cNvPr>
          <p:cNvSpPr/>
          <p:nvPr/>
        </p:nvSpPr>
        <p:spPr>
          <a:xfrm>
            <a:off x="7500133" y="4539846"/>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87" name="Oval 86">
            <a:extLst>
              <a:ext uri="{FF2B5EF4-FFF2-40B4-BE49-F238E27FC236}">
                <a16:creationId xmlns:a16="http://schemas.microsoft.com/office/drawing/2014/main" id="{254966F0-07E6-1654-2220-EC36B99B1506}"/>
              </a:ext>
            </a:extLst>
          </p:cNvPr>
          <p:cNvSpPr/>
          <p:nvPr/>
        </p:nvSpPr>
        <p:spPr>
          <a:xfrm>
            <a:off x="7479575" y="3117307"/>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88" name="Oval 87">
            <a:extLst>
              <a:ext uri="{FF2B5EF4-FFF2-40B4-BE49-F238E27FC236}">
                <a16:creationId xmlns:a16="http://schemas.microsoft.com/office/drawing/2014/main" id="{90511393-ABE4-ED8B-C965-348930875069}"/>
              </a:ext>
            </a:extLst>
          </p:cNvPr>
          <p:cNvSpPr/>
          <p:nvPr/>
        </p:nvSpPr>
        <p:spPr>
          <a:xfrm>
            <a:off x="7209305" y="3843956"/>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89" name="Oval 88">
            <a:extLst>
              <a:ext uri="{FF2B5EF4-FFF2-40B4-BE49-F238E27FC236}">
                <a16:creationId xmlns:a16="http://schemas.microsoft.com/office/drawing/2014/main" id="{69AC010A-1B14-CCB3-541C-6A9609F6F1AA}"/>
              </a:ext>
            </a:extLst>
          </p:cNvPr>
          <p:cNvSpPr/>
          <p:nvPr/>
        </p:nvSpPr>
        <p:spPr>
          <a:xfrm>
            <a:off x="7884575" y="3843956"/>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90" name="Straight Arrow Connector 89">
            <a:extLst>
              <a:ext uri="{FF2B5EF4-FFF2-40B4-BE49-F238E27FC236}">
                <a16:creationId xmlns:a16="http://schemas.microsoft.com/office/drawing/2014/main" id="{1FEC93C0-FA16-4A12-6C33-19AD3C96C31C}"/>
              </a:ext>
            </a:extLst>
          </p:cNvPr>
          <p:cNvCxnSpPr>
            <a:cxnSpLocks/>
            <a:stCxn id="88" idx="0"/>
            <a:endCxn id="87" idx="3"/>
          </p:cNvCxnSpPr>
          <p:nvPr/>
        </p:nvCxnSpPr>
        <p:spPr>
          <a:xfrm flipV="1">
            <a:off x="7479305" y="3573890"/>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9BCDC9DB-FF28-02B7-7E9C-F83229127C18}"/>
              </a:ext>
            </a:extLst>
          </p:cNvPr>
          <p:cNvCxnSpPr>
            <a:cxnSpLocks/>
            <a:stCxn id="89" idx="0"/>
            <a:endCxn id="87" idx="5"/>
          </p:cNvCxnSpPr>
          <p:nvPr/>
        </p:nvCxnSpPr>
        <p:spPr>
          <a:xfrm flipH="1" flipV="1">
            <a:off x="7940494" y="3573890"/>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B563A72B-2C71-082D-B958-058147BACFE1}"/>
              </a:ext>
            </a:extLst>
          </p:cNvPr>
          <p:cNvCxnSpPr>
            <a:cxnSpLocks/>
            <a:stCxn id="86" idx="0"/>
            <a:endCxn id="88" idx="5"/>
          </p:cNvCxnSpPr>
          <p:nvPr/>
        </p:nvCxnSpPr>
        <p:spPr>
          <a:xfrm flipH="1" flipV="1">
            <a:off x="7670224" y="4300539"/>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BCBF9EA1-EBB6-FDE6-2993-CAF1D6423904}"/>
              </a:ext>
            </a:extLst>
          </p:cNvPr>
          <p:cNvCxnSpPr>
            <a:cxnSpLocks/>
            <a:stCxn id="85" idx="0"/>
            <a:endCxn id="88" idx="3"/>
          </p:cNvCxnSpPr>
          <p:nvPr/>
        </p:nvCxnSpPr>
        <p:spPr>
          <a:xfrm flipV="1">
            <a:off x="7209305" y="4300539"/>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4" name="Straight Arrow Connector 93">
            <a:extLst>
              <a:ext uri="{FF2B5EF4-FFF2-40B4-BE49-F238E27FC236}">
                <a16:creationId xmlns:a16="http://schemas.microsoft.com/office/drawing/2014/main" id="{6AE87A97-5BA7-4EAE-9C18-F9F6D2F0F1B1}"/>
              </a:ext>
            </a:extLst>
          </p:cNvPr>
          <p:cNvCxnSpPr>
            <a:cxnSpLocks/>
            <a:stCxn id="67" idx="1"/>
            <a:endCxn id="4" idx="5"/>
          </p:cNvCxnSpPr>
          <p:nvPr/>
        </p:nvCxnSpPr>
        <p:spPr>
          <a:xfrm flipH="1" flipV="1">
            <a:off x="4704070" y="2778708"/>
            <a:ext cx="1283136" cy="405204"/>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7" name="Straight Arrow Connector 96">
            <a:extLst>
              <a:ext uri="{FF2B5EF4-FFF2-40B4-BE49-F238E27FC236}">
                <a16:creationId xmlns:a16="http://schemas.microsoft.com/office/drawing/2014/main" id="{1C9816A0-4DBB-52B1-D91F-C844B89A1A68}"/>
              </a:ext>
            </a:extLst>
          </p:cNvPr>
          <p:cNvCxnSpPr>
            <a:cxnSpLocks/>
            <a:stCxn id="87" idx="0"/>
            <a:endCxn id="5" idx="3"/>
          </p:cNvCxnSpPr>
          <p:nvPr/>
        </p:nvCxnSpPr>
        <p:spPr>
          <a:xfrm flipV="1">
            <a:off x="7749575" y="2778708"/>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00" name="Straight Arrow Connector 99">
            <a:extLst>
              <a:ext uri="{FF2B5EF4-FFF2-40B4-BE49-F238E27FC236}">
                <a16:creationId xmlns:a16="http://schemas.microsoft.com/office/drawing/2014/main" id="{BA160051-5EA4-A7CB-8D74-46B8D176CBB7}"/>
              </a:ext>
            </a:extLst>
          </p:cNvPr>
          <p:cNvCxnSpPr>
            <a:cxnSpLocks/>
            <a:stCxn id="62" idx="0"/>
            <a:endCxn id="5" idx="5"/>
          </p:cNvCxnSpPr>
          <p:nvPr/>
        </p:nvCxnSpPr>
        <p:spPr>
          <a:xfrm flipH="1" flipV="1">
            <a:off x="8632430" y="2778708"/>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136" name="Oval 135">
            <a:extLst>
              <a:ext uri="{FF2B5EF4-FFF2-40B4-BE49-F238E27FC236}">
                <a16:creationId xmlns:a16="http://schemas.microsoft.com/office/drawing/2014/main" id="{F2E8A7DB-140C-DF2E-1D02-8FA336278762}"/>
              </a:ext>
            </a:extLst>
          </p:cNvPr>
          <p:cNvSpPr/>
          <p:nvPr/>
        </p:nvSpPr>
        <p:spPr>
          <a:xfrm>
            <a:off x="3678814" y="310672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137" name="Oval 136">
            <a:extLst>
              <a:ext uri="{FF2B5EF4-FFF2-40B4-BE49-F238E27FC236}">
                <a16:creationId xmlns:a16="http://schemas.microsoft.com/office/drawing/2014/main" id="{9E9FA5A1-F2C8-0C14-1663-815177A1A8E5}"/>
              </a:ext>
            </a:extLst>
          </p:cNvPr>
          <p:cNvSpPr/>
          <p:nvPr/>
        </p:nvSpPr>
        <p:spPr>
          <a:xfrm>
            <a:off x="4337148" y="3733496"/>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138" name="Oval 137">
            <a:extLst>
              <a:ext uri="{FF2B5EF4-FFF2-40B4-BE49-F238E27FC236}">
                <a16:creationId xmlns:a16="http://schemas.microsoft.com/office/drawing/2014/main" id="{EC4149AE-EF6B-36BE-2E02-999BDAA6CAB9}"/>
              </a:ext>
            </a:extLst>
          </p:cNvPr>
          <p:cNvSpPr/>
          <p:nvPr/>
        </p:nvSpPr>
        <p:spPr>
          <a:xfrm>
            <a:off x="4067148" y="453554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139" name="Oval 138">
            <a:extLst>
              <a:ext uri="{FF2B5EF4-FFF2-40B4-BE49-F238E27FC236}">
                <a16:creationId xmlns:a16="http://schemas.microsoft.com/office/drawing/2014/main" id="{49163FFF-D560-03A8-E8A7-F15B64FE533B}"/>
              </a:ext>
            </a:extLst>
          </p:cNvPr>
          <p:cNvSpPr/>
          <p:nvPr/>
        </p:nvSpPr>
        <p:spPr>
          <a:xfrm>
            <a:off x="4607148" y="453554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140" name="Straight Arrow Connector 139">
            <a:extLst>
              <a:ext uri="{FF2B5EF4-FFF2-40B4-BE49-F238E27FC236}">
                <a16:creationId xmlns:a16="http://schemas.microsoft.com/office/drawing/2014/main" id="{5880A78E-AE08-8B3D-0FDA-FFF0AFA9F6E2}"/>
              </a:ext>
            </a:extLst>
          </p:cNvPr>
          <p:cNvCxnSpPr>
            <a:cxnSpLocks/>
            <a:stCxn id="139" idx="0"/>
            <a:endCxn id="137" idx="5"/>
          </p:cNvCxnSpPr>
          <p:nvPr/>
        </p:nvCxnSpPr>
        <p:spPr>
          <a:xfrm flipH="1" flipV="1">
            <a:off x="4798067" y="4190079"/>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41" name="Straight Arrow Connector 140">
            <a:extLst>
              <a:ext uri="{FF2B5EF4-FFF2-40B4-BE49-F238E27FC236}">
                <a16:creationId xmlns:a16="http://schemas.microsoft.com/office/drawing/2014/main" id="{6AC52467-72B2-03DD-9B15-2B29DC08DFAD}"/>
              </a:ext>
            </a:extLst>
          </p:cNvPr>
          <p:cNvCxnSpPr>
            <a:cxnSpLocks/>
            <a:stCxn id="138" idx="0"/>
            <a:endCxn id="137" idx="3"/>
          </p:cNvCxnSpPr>
          <p:nvPr/>
        </p:nvCxnSpPr>
        <p:spPr>
          <a:xfrm flipV="1">
            <a:off x="4337148" y="4190079"/>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142" name="Oval 141">
            <a:extLst>
              <a:ext uri="{FF2B5EF4-FFF2-40B4-BE49-F238E27FC236}">
                <a16:creationId xmlns:a16="http://schemas.microsoft.com/office/drawing/2014/main" id="{7FB90918-9121-595D-7FA4-55E0F9575B88}"/>
              </a:ext>
            </a:extLst>
          </p:cNvPr>
          <p:cNvSpPr/>
          <p:nvPr/>
        </p:nvSpPr>
        <p:spPr>
          <a:xfrm>
            <a:off x="2446608" y="5213981"/>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143" name="Oval 142">
            <a:extLst>
              <a:ext uri="{FF2B5EF4-FFF2-40B4-BE49-F238E27FC236}">
                <a16:creationId xmlns:a16="http://schemas.microsoft.com/office/drawing/2014/main" id="{EC0C2A6D-A444-8FDB-D7B8-5EC2DDFD252F}"/>
              </a:ext>
            </a:extLst>
          </p:cNvPr>
          <p:cNvSpPr/>
          <p:nvPr/>
        </p:nvSpPr>
        <p:spPr>
          <a:xfrm>
            <a:off x="3007436" y="5213981"/>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144" name="Oval 143">
            <a:extLst>
              <a:ext uri="{FF2B5EF4-FFF2-40B4-BE49-F238E27FC236}">
                <a16:creationId xmlns:a16="http://schemas.microsoft.com/office/drawing/2014/main" id="{38BAD7EE-E18E-99F7-5D6A-783553482057}"/>
              </a:ext>
            </a:extLst>
          </p:cNvPr>
          <p:cNvSpPr/>
          <p:nvPr/>
        </p:nvSpPr>
        <p:spPr>
          <a:xfrm>
            <a:off x="2986878" y="3791442"/>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145" name="Oval 144">
            <a:extLst>
              <a:ext uri="{FF2B5EF4-FFF2-40B4-BE49-F238E27FC236}">
                <a16:creationId xmlns:a16="http://schemas.microsoft.com/office/drawing/2014/main" id="{95E7A1CA-E89D-F771-AE28-F5F1CAEC5DCE}"/>
              </a:ext>
            </a:extLst>
          </p:cNvPr>
          <p:cNvSpPr/>
          <p:nvPr/>
        </p:nvSpPr>
        <p:spPr>
          <a:xfrm>
            <a:off x="2716608" y="4518091"/>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146" name="Oval 145">
            <a:extLst>
              <a:ext uri="{FF2B5EF4-FFF2-40B4-BE49-F238E27FC236}">
                <a16:creationId xmlns:a16="http://schemas.microsoft.com/office/drawing/2014/main" id="{E2987784-DDAD-504D-39D1-433CAB26F8A0}"/>
              </a:ext>
            </a:extLst>
          </p:cNvPr>
          <p:cNvSpPr/>
          <p:nvPr/>
        </p:nvSpPr>
        <p:spPr>
          <a:xfrm>
            <a:off x="3391878" y="4518091"/>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147" name="Straight Arrow Connector 146">
            <a:extLst>
              <a:ext uri="{FF2B5EF4-FFF2-40B4-BE49-F238E27FC236}">
                <a16:creationId xmlns:a16="http://schemas.microsoft.com/office/drawing/2014/main" id="{FEDBF344-CC5B-7263-C67F-E35B7D70706D}"/>
              </a:ext>
            </a:extLst>
          </p:cNvPr>
          <p:cNvCxnSpPr>
            <a:cxnSpLocks/>
            <a:stCxn id="145" idx="0"/>
            <a:endCxn id="144" idx="3"/>
          </p:cNvCxnSpPr>
          <p:nvPr/>
        </p:nvCxnSpPr>
        <p:spPr>
          <a:xfrm flipV="1">
            <a:off x="2986608" y="4248025"/>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48" name="Straight Arrow Connector 147">
            <a:extLst>
              <a:ext uri="{FF2B5EF4-FFF2-40B4-BE49-F238E27FC236}">
                <a16:creationId xmlns:a16="http://schemas.microsoft.com/office/drawing/2014/main" id="{19C37381-610D-F5D0-8F70-9D22C9A292FA}"/>
              </a:ext>
            </a:extLst>
          </p:cNvPr>
          <p:cNvCxnSpPr>
            <a:cxnSpLocks/>
            <a:stCxn id="146" idx="0"/>
            <a:endCxn id="144" idx="5"/>
          </p:cNvCxnSpPr>
          <p:nvPr/>
        </p:nvCxnSpPr>
        <p:spPr>
          <a:xfrm flipH="1" flipV="1">
            <a:off x="3447797" y="4248025"/>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49" name="Straight Arrow Connector 148">
            <a:extLst>
              <a:ext uri="{FF2B5EF4-FFF2-40B4-BE49-F238E27FC236}">
                <a16:creationId xmlns:a16="http://schemas.microsoft.com/office/drawing/2014/main" id="{6BCB9B55-EA0E-D7E5-2177-28387BFCA9FF}"/>
              </a:ext>
            </a:extLst>
          </p:cNvPr>
          <p:cNvCxnSpPr>
            <a:cxnSpLocks/>
            <a:stCxn id="143" idx="0"/>
            <a:endCxn id="145" idx="5"/>
          </p:cNvCxnSpPr>
          <p:nvPr/>
        </p:nvCxnSpPr>
        <p:spPr>
          <a:xfrm flipH="1" flipV="1">
            <a:off x="3177527" y="4974674"/>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0" name="Straight Arrow Connector 149">
            <a:extLst>
              <a:ext uri="{FF2B5EF4-FFF2-40B4-BE49-F238E27FC236}">
                <a16:creationId xmlns:a16="http://schemas.microsoft.com/office/drawing/2014/main" id="{39BF9284-0799-7C38-F7E8-C9D81D57CB61}"/>
              </a:ext>
            </a:extLst>
          </p:cNvPr>
          <p:cNvCxnSpPr>
            <a:cxnSpLocks/>
            <a:stCxn id="142" idx="0"/>
            <a:endCxn id="145" idx="3"/>
          </p:cNvCxnSpPr>
          <p:nvPr/>
        </p:nvCxnSpPr>
        <p:spPr>
          <a:xfrm flipV="1">
            <a:off x="2716608" y="4974674"/>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1" name="Straight Arrow Connector 150">
            <a:extLst>
              <a:ext uri="{FF2B5EF4-FFF2-40B4-BE49-F238E27FC236}">
                <a16:creationId xmlns:a16="http://schemas.microsoft.com/office/drawing/2014/main" id="{BD3DF2FC-D624-6A63-2914-AA48D4761447}"/>
              </a:ext>
            </a:extLst>
          </p:cNvPr>
          <p:cNvCxnSpPr>
            <a:cxnSpLocks/>
            <a:stCxn id="144" idx="0"/>
            <a:endCxn id="136" idx="3"/>
          </p:cNvCxnSpPr>
          <p:nvPr/>
        </p:nvCxnSpPr>
        <p:spPr>
          <a:xfrm flipV="1">
            <a:off x="3256878" y="3563303"/>
            <a:ext cx="501017" cy="22813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2" name="Straight Arrow Connector 151">
            <a:extLst>
              <a:ext uri="{FF2B5EF4-FFF2-40B4-BE49-F238E27FC236}">
                <a16:creationId xmlns:a16="http://schemas.microsoft.com/office/drawing/2014/main" id="{1AD97F11-26A6-EE41-5611-1B1A5F0E2A99}"/>
              </a:ext>
            </a:extLst>
          </p:cNvPr>
          <p:cNvCxnSpPr>
            <a:cxnSpLocks/>
            <a:stCxn id="137" idx="0"/>
            <a:endCxn id="136" idx="5"/>
          </p:cNvCxnSpPr>
          <p:nvPr/>
        </p:nvCxnSpPr>
        <p:spPr>
          <a:xfrm flipH="1" flipV="1">
            <a:off x="4139733" y="3563303"/>
            <a:ext cx="467415" cy="17019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3" name="Straight Arrow Connector 152">
            <a:extLst>
              <a:ext uri="{FF2B5EF4-FFF2-40B4-BE49-F238E27FC236}">
                <a16:creationId xmlns:a16="http://schemas.microsoft.com/office/drawing/2014/main" id="{89010DDC-AC7A-2F17-E178-E65481784FCA}"/>
              </a:ext>
            </a:extLst>
          </p:cNvPr>
          <p:cNvCxnSpPr>
            <a:cxnSpLocks/>
            <a:stCxn id="136" idx="0"/>
            <a:endCxn id="4" idx="3"/>
          </p:cNvCxnSpPr>
          <p:nvPr/>
        </p:nvCxnSpPr>
        <p:spPr>
          <a:xfrm flipV="1">
            <a:off x="3948814" y="2778708"/>
            <a:ext cx="373418" cy="32801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8CC0C33F-EA9E-6DBC-04EF-148464685C33}"/>
              </a:ext>
            </a:extLst>
          </p:cNvPr>
          <p:cNvSpPr txBox="1"/>
          <p:nvPr/>
        </p:nvSpPr>
        <p:spPr>
          <a:xfrm>
            <a:off x="218472" y="189553"/>
            <a:ext cx="4579595" cy="2123658"/>
          </a:xfrm>
          <a:prstGeom prst="rect">
            <a:avLst/>
          </a:prstGeom>
          <a:noFill/>
        </p:spPr>
        <p:txBody>
          <a:bodyPr wrap="square" rtlCol="0">
            <a:spAutoFit/>
          </a:bodyPr>
          <a:lstStyle/>
          <a:p>
            <a:r>
              <a:rPr lang="en-US" sz="2200" dirty="0"/>
              <a:t>Problems that are suitable for Dynamic Programming are </a:t>
            </a:r>
            <a:r>
              <a:rPr lang="en-US" sz="2200" b="1" dirty="0">
                <a:solidFill>
                  <a:srgbClr val="FF0000"/>
                </a:solidFill>
              </a:rPr>
              <a:t>overlapping problems </a:t>
            </a:r>
            <a:r>
              <a:rPr lang="en-US" sz="2200" dirty="0">
                <a:solidFill>
                  <a:srgbClr val="FF0000"/>
                </a:solidFill>
              </a:rPr>
              <a:t> </a:t>
            </a:r>
            <a:r>
              <a:rPr lang="en-US" sz="2200" dirty="0"/>
              <a:t>where </a:t>
            </a:r>
            <a:r>
              <a:rPr lang="en-PH" sz="2200" dirty="0"/>
              <a:t>the same subproblems are encountered and solved multiple times during the computation of the overall solution.</a:t>
            </a:r>
            <a:endParaRPr lang="en-US" sz="2200" dirty="0"/>
          </a:p>
        </p:txBody>
      </p:sp>
    </p:spTree>
    <p:extLst>
      <p:ext uri="{BB962C8B-B14F-4D97-AF65-F5344CB8AC3E}">
        <p14:creationId xmlns:p14="http://schemas.microsoft.com/office/powerpoint/2010/main" val="24377002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15DF0107-DDB4-456E-317B-D6A8279B735C}"/>
            </a:ext>
          </a:extLst>
        </p:cNvPr>
        <p:cNvGrpSpPr/>
        <p:nvPr/>
      </p:nvGrpSpPr>
      <p:grpSpPr>
        <a:xfrm>
          <a:off x="0" y="0"/>
          <a:ext cx="0" cy="0"/>
          <a:chOff x="0" y="0"/>
          <a:chExt cx="0" cy="0"/>
        </a:xfrm>
      </p:grpSpPr>
      <p:sp>
        <p:nvSpPr>
          <p:cNvPr id="3" name="Oval 2">
            <a:extLst>
              <a:ext uri="{FF2B5EF4-FFF2-40B4-BE49-F238E27FC236}">
                <a16:creationId xmlns:a16="http://schemas.microsoft.com/office/drawing/2014/main" id="{AAF4E433-2E5D-6695-BE03-65BB22C585E3}"/>
              </a:ext>
            </a:extLst>
          </p:cNvPr>
          <p:cNvSpPr/>
          <p:nvPr/>
        </p:nvSpPr>
        <p:spPr>
          <a:xfrm>
            <a:off x="6259929" y="122936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7</a:t>
            </a:r>
          </a:p>
        </p:txBody>
      </p:sp>
      <p:sp>
        <p:nvSpPr>
          <p:cNvPr id="4" name="Oval 3">
            <a:extLst>
              <a:ext uri="{FF2B5EF4-FFF2-40B4-BE49-F238E27FC236}">
                <a16:creationId xmlns:a16="http://schemas.microsoft.com/office/drawing/2014/main" id="{D9A2175E-B82C-22F6-9FED-A64A3A8FC763}"/>
              </a:ext>
            </a:extLst>
          </p:cNvPr>
          <p:cNvSpPr/>
          <p:nvPr/>
        </p:nvSpPr>
        <p:spPr>
          <a:xfrm>
            <a:off x="4243151" y="232212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6</a:t>
            </a:r>
          </a:p>
        </p:txBody>
      </p:sp>
      <p:sp>
        <p:nvSpPr>
          <p:cNvPr id="5" name="Oval 4">
            <a:extLst>
              <a:ext uri="{FF2B5EF4-FFF2-40B4-BE49-F238E27FC236}">
                <a16:creationId xmlns:a16="http://schemas.microsoft.com/office/drawing/2014/main" id="{5416BCBE-6578-267F-5FA3-BDB1F37540B7}"/>
              </a:ext>
            </a:extLst>
          </p:cNvPr>
          <p:cNvSpPr/>
          <p:nvPr/>
        </p:nvSpPr>
        <p:spPr>
          <a:xfrm>
            <a:off x="8171511" y="2322125"/>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26" name="Oval 25">
            <a:extLst>
              <a:ext uri="{FF2B5EF4-FFF2-40B4-BE49-F238E27FC236}">
                <a16:creationId xmlns:a16="http://schemas.microsoft.com/office/drawing/2014/main" id="{238A2B47-2C7F-57D4-7D49-A4BDE9F58F58}"/>
              </a:ext>
            </a:extLst>
          </p:cNvPr>
          <p:cNvSpPr/>
          <p:nvPr/>
        </p:nvSpPr>
        <p:spPr>
          <a:xfrm>
            <a:off x="5270407" y="4528114"/>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27" name="Oval 26">
            <a:extLst>
              <a:ext uri="{FF2B5EF4-FFF2-40B4-BE49-F238E27FC236}">
                <a16:creationId xmlns:a16="http://schemas.microsoft.com/office/drawing/2014/main" id="{040A1764-158D-0287-D5FA-05434F58D2CC}"/>
              </a:ext>
            </a:extLst>
          </p:cNvPr>
          <p:cNvSpPr/>
          <p:nvPr/>
        </p:nvSpPr>
        <p:spPr>
          <a:xfrm>
            <a:off x="5831235" y="4528114"/>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29" name="Straight Arrow Connector 28">
            <a:extLst>
              <a:ext uri="{FF2B5EF4-FFF2-40B4-BE49-F238E27FC236}">
                <a16:creationId xmlns:a16="http://schemas.microsoft.com/office/drawing/2014/main" id="{66E9B740-F648-E911-D897-506737D33802}"/>
              </a:ext>
            </a:extLst>
          </p:cNvPr>
          <p:cNvCxnSpPr>
            <a:cxnSpLocks/>
            <a:stCxn id="4" idx="7"/>
            <a:endCxn id="3" idx="3"/>
          </p:cNvCxnSpPr>
          <p:nvPr/>
        </p:nvCxnSpPr>
        <p:spPr>
          <a:xfrm flipV="1">
            <a:off x="4704070" y="1685943"/>
            <a:ext cx="1634940" cy="71451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32" name="Straight Arrow Connector 31">
            <a:extLst>
              <a:ext uri="{FF2B5EF4-FFF2-40B4-BE49-F238E27FC236}">
                <a16:creationId xmlns:a16="http://schemas.microsoft.com/office/drawing/2014/main" id="{441C16CA-9031-63B0-6178-FA52E9C11961}"/>
              </a:ext>
            </a:extLst>
          </p:cNvPr>
          <p:cNvCxnSpPr>
            <a:cxnSpLocks/>
            <a:stCxn id="5" idx="1"/>
            <a:endCxn id="3" idx="5"/>
          </p:cNvCxnSpPr>
          <p:nvPr/>
        </p:nvCxnSpPr>
        <p:spPr>
          <a:xfrm flipH="1" flipV="1">
            <a:off x="6720848" y="1685943"/>
            <a:ext cx="1529744" cy="71451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62" name="Oval 61">
            <a:extLst>
              <a:ext uri="{FF2B5EF4-FFF2-40B4-BE49-F238E27FC236}">
                <a16:creationId xmlns:a16="http://schemas.microsoft.com/office/drawing/2014/main" id="{E8A8B347-A785-50F8-067F-7E76BBF21405}"/>
              </a:ext>
            </a:extLst>
          </p:cNvPr>
          <p:cNvSpPr/>
          <p:nvPr/>
        </p:nvSpPr>
        <p:spPr>
          <a:xfrm>
            <a:off x="8829845" y="3059361"/>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63" name="Oval 62">
            <a:extLst>
              <a:ext uri="{FF2B5EF4-FFF2-40B4-BE49-F238E27FC236}">
                <a16:creationId xmlns:a16="http://schemas.microsoft.com/office/drawing/2014/main" id="{49D58018-2608-1491-7532-511B77AE0CE0}"/>
              </a:ext>
            </a:extLst>
          </p:cNvPr>
          <p:cNvSpPr/>
          <p:nvPr/>
        </p:nvSpPr>
        <p:spPr>
          <a:xfrm>
            <a:off x="8559845" y="3861406"/>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64" name="Oval 63">
            <a:extLst>
              <a:ext uri="{FF2B5EF4-FFF2-40B4-BE49-F238E27FC236}">
                <a16:creationId xmlns:a16="http://schemas.microsoft.com/office/drawing/2014/main" id="{AB2717DA-2870-F61F-E72D-F899297E085A}"/>
              </a:ext>
            </a:extLst>
          </p:cNvPr>
          <p:cNvSpPr/>
          <p:nvPr/>
        </p:nvSpPr>
        <p:spPr>
          <a:xfrm>
            <a:off x="9099845" y="3861406"/>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65" name="Straight Arrow Connector 64">
            <a:extLst>
              <a:ext uri="{FF2B5EF4-FFF2-40B4-BE49-F238E27FC236}">
                <a16:creationId xmlns:a16="http://schemas.microsoft.com/office/drawing/2014/main" id="{D5BDF5B5-FFFF-DE8A-E9A5-0616413D852E}"/>
              </a:ext>
            </a:extLst>
          </p:cNvPr>
          <p:cNvCxnSpPr>
            <a:cxnSpLocks/>
            <a:stCxn id="64" idx="0"/>
            <a:endCxn id="62" idx="5"/>
          </p:cNvCxnSpPr>
          <p:nvPr/>
        </p:nvCxnSpPr>
        <p:spPr>
          <a:xfrm flipH="1" flipV="1">
            <a:off x="9290764" y="3515944"/>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66" name="Straight Arrow Connector 65">
            <a:extLst>
              <a:ext uri="{FF2B5EF4-FFF2-40B4-BE49-F238E27FC236}">
                <a16:creationId xmlns:a16="http://schemas.microsoft.com/office/drawing/2014/main" id="{4EC1B379-6484-7912-4ED9-45982F6C471C}"/>
              </a:ext>
            </a:extLst>
          </p:cNvPr>
          <p:cNvCxnSpPr>
            <a:cxnSpLocks/>
            <a:stCxn id="63" idx="0"/>
            <a:endCxn id="62" idx="3"/>
          </p:cNvCxnSpPr>
          <p:nvPr/>
        </p:nvCxnSpPr>
        <p:spPr>
          <a:xfrm flipV="1">
            <a:off x="8829845" y="3515944"/>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67" name="Oval 66">
            <a:extLst>
              <a:ext uri="{FF2B5EF4-FFF2-40B4-BE49-F238E27FC236}">
                <a16:creationId xmlns:a16="http://schemas.microsoft.com/office/drawing/2014/main" id="{B150111B-5B7B-DCCE-F437-4492660D7170}"/>
              </a:ext>
            </a:extLst>
          </p:cNvPr>
          <p:cNvSpPr/>
          <p:nvPr/>
        </p:nvSpPr>
        <p:spPr>
          <a:xfrm>
            <a:off x="5908125" y="310557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68" name="Oval 67">
            <a:extLst>
              <a:ext uri="{FF2B5EF4-FFF2-40B4-BE49-F238E27FC236}">
                <a16:creationId xmlns:a16="http://schemas.microsoft.com/office/drawing/2014/main" id="{D7FD2468-69F1-39C8-A5AD-40670956B825}"/>
              </a:ext>
            </a:extLst>
          </p:cNvPr>
          <p:cNvSpPr/>
          <p:nvPr/>
        </p:nvSpPr>
        <p:spPr>
          <a:xfrm>
            <a:off x="5559247" y="3832224"/>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69" name="Oval 68">
            <a:extLst>
              <a:ext uri="{FF2B5EF4-FFF2-40B4-BE49-F238E27FC236}">
                <a16:creationId xmlns:a16="http://schemas.microsoft.com/office/drawing/2014/main" id="{A57000BB-C6FC-D0CC-5686-518ED09B1036}"/>
              </a:ext>
            </a:extLst>
          </p:cNvPr>
          <p:cNvSpPr/>
          <p:nvPr/>
        </p:nvSpPr>
        <p:spPr>
          <a:xfrm>
            <a:off x="6211626" y="3832224"/>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70" name="Straight Arrow Connector 69">
            <a:extLst>
              <a:ext uri="{FF2B5EF4-FFF2-40B4-BE49-F238E27FC236}">
                <a16:creationId xmlns:a16="http://schemas.microsoft.com/office/drawing/2014/main" id="{4F16C506-5D33-0BDC-1537-36394BB87709}"/>
              </a:ext>
            </a:extLst>
          </p:cNvPr>
          <p:cNvCxnSpPr>
            <a:cxnSpLocks/>
            <a:stCxn id="68" idx="0"/>
            <a:endCxn id="67" idx="3"/>
          </p:cNvCxnSpPr>
          <p:nvPr/>
        </p:nvCxnSpPr>
        <p:spPr>
          <a:xfrm flipV="1">
            <a:off x="5829247" y="3562158"/>
            <a:ext cx="157959"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EAA947E8-F6AD-40F0-2E4B-A3988C84EA85}"/>
              </a:ext>
            </a:extLst>
          </p:cNvPr>
          <p:cNvCxnSpPr>
            <a:cxnSpLocks/>
            <a:stCxn id="69" idx="0"/>
            <a:endCxn id="67" idx="5"/>
          </p:cNvCxnSpPr>
          <p:nvPr/>
        </p:nvCxnSpPr>
        <p:spPr>
          <a:xfrm flipH="1" flipV="1">
            <a:off x="6369044" y="3562158"/>
            <a:ext cx="112582"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72" name="Straight Arrow Connector 71">
            <a:extLst>
              <a:ext uri="{FF2B5EF4-FFF2-40B4-BE49-F238E27FC236}">
                <a16:creationId xmlns:a16="http://schemas.microsoft.com/office/drawing/2014/main" id="{D848756E-3662-4F75-1BCD-1D1A20C2F8B6}"/>
              </a:ext>
            </a:extLst>
          </p:cNvPr>
          <p:cNvCxnSpPr>
            <a:cxnSpLocks/>
            <a:stCxn id="27" idx="0"/>
            <a:endCxn id="68" idx="5"/>
          </p:cNvCxnSpPr>
          <p:nvPr/>
        </p:nvCxnSpPr>
        <p:spPr>
          <a:xfrm flipH="1" flipV="1">
            <a:off x="6020166" y="4288807"/>
            <a:ext cx="8106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73" name="Straight Arrow Connector 72">
            <a:extLst>
              <a:ext uri="{FF2B5EF4-FFF2-40B4-BE49-F238E27FC236}">
                <a16:creationId xmlns:a16="http://schemas.microsoft.com/office/drawing/2014/main" id="{21B7C494-0F48-5637-AE3B-7857A86E5879}"/>
              </a:ext>
            </a:extLst>
          </p:cNvPr>
          <p:cNvCxnSpPr>
            <a:cxnSpLocks/>
            <a:stCxn id="26" idx="0"/>
            <a:endCxn id="68" idx="3"/>
          </p:cNvCxnSpPr>
          <p:nvPr/>
        </p:nvCxnSpPr>
        <p:spPr>
          <a:xfrm flipV="1">
            <a:off x="5540407" y="4288807"/>
            <a:ext cx="9792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85" name="Oval 84">
            <a:extLst>
              <a:ext uri="{FF2B5EF4-FFF2-40B4-BE49-F238E27FC236}">
                <a16:creationId xmlns:a16="http://schemas.microsoft.com/office/drawing/2014/main" id="{E8F657C9-C3ED-CA0F-AB6C-7356EBFF471E}"/>
              </a:ext>
            </a:extLst>
          </p:cNvPr>
          <p:cNvSpPr/>
          <p:nvPr/>
        </p:nvSpPr>
        <p:spPr>
          <a:xfrm>
            <a:off x="6939305" y="4539846"/>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86" name="Oval 85">
            <a:extLst>
              <a:ext uri="{FF2B5EF4-FFF2-40B4-BE49-F238E27FC236}">
                <a16:creationId xmlns:a16="http://schemas.microsoft.com/office/drawing/2014/main" id="{9028E9BF-09F9-4560-6887-41849E0EB912}"/>
              </a:ext>
            </a:extLst>
          </p:cNvPr>
          <p:cNvSpPr/>
          <p:nvPr/>
        </p:nvSpPr>
        <p:spPr>
          <a:xfrm>
            <a:off x="7500133" y="4539846"/>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87" name="Oval 86">
            <a:extLst>
              <a:ext uri="{FF2B5EF4-FFF2-40B4-BE49-F238E27FC236}">
                <a16:creationId xmlns:a16="http://schemas.microsoft.com/office/drawing/2014/main" id="{3695C236-E2D5-2DEB-8BB5-840D2464E75E}"/>
              </a:ext>
            </a:extLst>
          </p:cNvPr>
          <p:cNvSpPr/>
          <p:nvPr/>
        </p:nvSpPr>
        <p:spPr>
          <a:xfrm>
            <a:off x="7479575" y="3117307"/>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88" name="Oval 87">
            <a:extLst>
              <a:ext uri="{FF2B5EF4-FFF2-40B4-BE49-F238E27FC236}">
                <a16:creationId xmlns:a16="http://schemas.microsoft.com/office/drawing/2014/main" id="{2B331708-49AA-5B7B-CD80-CAD7B1FF336D}"/>
              </a:ext>
            </a:extLst>
          </p:cNvPr>
          <p:cNvSpPr/>
          <p:nvPr/>
        </p:nvSpPr>
        <p:spPr>
          <a:xfrm>
            <a:off x="7209305" y="3843956"/>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89" name="Oval 88">
            <a:extLst>
              <a:ext uri="{FF2B5EF4-FFF2-40B4-BE49-F238E27FC236}">
                <a16:creationId xmlns:a16="http://schemas.microsoft.com/office/drawing/2014/main" id="{C25C76BE-5FF8-40EB-5C22-86B048A0B9D0}"/>
              </a:ext>
            </a:extLst>
          </p:cNvPr>
          <p:cNvSpPr/>
          <p:nvPr/>
        </p:nvSpPr>
        <p:spPr>
          <a:xfrm>
            <a:off x="7884575" y="3843956"/>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90" name="Straight Arrow Connector 89">
            <a:extLst>
              <a:ext uri="{FF2B5EF4-FFF2-40B4-BE49-F238E27FC236}">
                <a16:creationId xmlns:a16="http://schemas.microsoft.com/office/drawing/2014/main" id="{0C183478-B15C-2ACD-EEA3-1BB67771C888}"/>
              </a:ext>
            </a:extLst>
          </p:cNvPr>
          <p:cNvCxnSpPr>
            <a:cxnSpLocks/>
            <a:stCxn id="88" idx="0"/>
            <a:endCxn id="87" idx="3"/>
          </p:cNvCxnSpPr>
          <p:nvPr/>
        </p:nvCxnSpPr>
        <p:spPr>
          <a:xfrm flipV="1">
            <a:off x="7479305" y="3573890"/>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03D57BA5-D8C1-179E-7129-2EBCF60CDCBC}"/>
              </a:ext>
            </a:extLst>
          </p:cNvPr>
          <p:cNvCxnSpPr>
            <a:cxnSpLocks/>
            <a:stCxn id="89" idx="0"/>
            <a:endCxn id="87" idx="5"/>
          </p:cNvCxnSpPr>
          <p:nvPr/>
        </p:nvCxnSpPr>
        <p:spPr>
          <a:xfrm flipH="1" flipV="1">
            <a:off x="7940494" y="3573890"/>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598A95B3-8C22-80F7-48CA-462FF05F00AA}"/>
              </a:ext>
            </a:extLst>
          </p:cNvPr>
          <p:cNvCxnSpPr>
            <a:cxnSpLocks/>
            <a:stCxn id="86" idx="0"/>
            <a:endCxn id="88" idx="5"/>
          </p:cNvCxnSpPr>
          <p:nvPr/>
        </p:nvCxnSpPr>
        <p:spPr>
          <a:xfrm flipH="1" flipV="1">
            <a:off x="7670224" y="4300539"/>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F5909A97-7CB6-C844-6829-FB1859AF4A22}"/>
              </a:ext>
            </a:extLst>
          </p:cNvPr>
          <p:cNvCxnSpPr>
            <a:cxnSpLocks/>
            <a:stCxn id="85" idx="0"/>
            <a:endCxn id="88" idx="3"/>
          </p:cNvCxnSpPr>
          <p:nvPr/>
        </p:nvCxnSpPr>
        <p:spPr>
          <a:xfrm flipV="1">
            <a:off x="7209305" y="4300539"/>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4" name="Straight Arrow Connector 93">
            <a:extLst>
              <a:ext uri="{FF2B5EF4-FFF2-40B4-BE49-F238E27FC236}">
                <a16:creationId xmlns:a16="http://schemas.microsoft.com/office/drawing/2014/main" id="{5A3869A6-CF13-75F5-8F1A-CCCB8BFF3587}"/>
              </a:ext>
            </a:extLst>
          </p:cNvPr>
          <p:cNvCxnSpPr>
            <a:cxnSpLocks/>
            <a:stCxn id="67" idx="1"/>
            <a:endCxn id="4" idx="5"/>
          </p:cNvCxnSpPr>
          <p:nvPr/>
        </p:nvCxnSpPr>
        <p:spPr>
          <a:xfrm flipH="1" flipV="1">
            <a:off x="4704070" y="2778708"/>
            <a:ext cx="1283136" cy="405204"/>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7" name="Straight Arrow Connector 96">
            <a:extLst>
              <a:ext uri="{FF2B5EF4-FFF2-40B4-BE49-F238E27FC236}">
                <a16:creationId xmlns:a16="http://schemas.microsoft.com/office/drawing/2014/main" id="{77E50F85-1C87-3992-2235-5C3AF571F5B2}"/>
              </a:ext>
            </a:extLst>
          </p:cNvPr>
          <p:cNvCxnSpPr>
            <a:cxnSpLocks/>
            <a:stCxn id="87" idx="0"/>
            <a:endCxn id="5" idx="3"/>
          </p:cNvCxnSpPr>
          <p:nvPr/>
        </p:nvCxnSpPr>
        <p:spPr>
          <a:xfrm flipV="1">
            <a:off x="7749575" y="2778708"/>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00" name="Straight Arrow Connector 99">
            <a:extLst>
              <a:ext uri="{FF2B5EF4-FFF2-40B4-BE49-F238E27FC236}">
                <a16:creationId xmlns:a16="http://schemas.microsoft.com/office/drawing/2014/main" id="{6933CF4D-444F-087E-9ECD-A162B57CAA4B}"/>
              </a:ext>
            </a:extLst>
          </p:cNvPr>
          <p:cNvCxnSpPr>
            <a:cxnSpLocks/>
            <a:stCxn id="62" idx="0"/>
            <a:endCxn id="5" idx="5"/>
          </p:cNvCxnSpPr>
          <p:nvPr/>
        </p:nvCxnSpPr>
        <p:spPr>
          <a:xfrm flipH="1" flipV="1">
            <a:off x="8632430" y="2778708"/>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136" name="Oval 135">
            <a:extLst>
              <a:ext uri="{FF2B5EF4-FFF2-40B4-BE49-F238E27FC236}">
                <a16:creationId xmlns:a16="http://schemas.microsoft.com/office/drawing/2014/main" id="{86BFF128-FAEA-8A0D-E3A2-C6AF02975359}"/>
              </a:ext>
            </a:extLst>
          </p:cNvPr>
          <p:cNvSpPr/>
          <p:nvPr/>
        </p:nvSpPr>
        <p:spPr>
          <a:xfrm>
            <a:off x="3678814" y="3106720"/>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137" name="Oval 136">
            <a:extLst>
              <a:ext uri="{FF2B5EF4-FFF2-40B4-BE49-F238E27FC236}">
                <a16:creationId xmlns:a16="http://schemas.microsoft.com/office/drawing/2014/main" id="{8C8C1E8A-C787-DB5E-12E6-9167F1FDC38B}"/>
              </a:ext>
            </a:extLst>
          </p:cNvPr>
          <p:cNvSpPr/>
          <p:nvPr/>
        </p:nvSpPr>
        <p:spPr>
          <a:xfrm>
            <a:off x="4337148" y="3733496"/>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138" name="Oval 137">
            <a:extLst>
              <a:ext uri="{FF2B5EF4-FFF2-40B4-BE49-F238E27FC236}">
                <a16:creationId xmlns:a16="http://schemas.microsoft.com/office/drawing/2014/main" id="{8D25262E-3E64-A0B8-1295-38A1278F7350}"/>
              </a:ext>
            </a:extLst>
          </p:cNvPr>
          <p:cNvSpPr/>
          <p:nvPr/>
        </p:nvSpPr>
        <p:spPr>
          <a:xfrm>
            <a:off x="4067148" y="4535541"/>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139" name="Oval 138">
            <a:extLst>
              <a:ext uri="{FF2B5EF4-FFF2-40B4-BE49-F238E27FC236}">
                <a16:creationId xmlns:a16="http://schemas.microsoft.com/office/drawing/2014/main" id="{E72F34F7-E662-CF50-E72E-2D11666AD3F9}"/>
              </a:ext>
            </a:extLst>
          </p:cNvPr>
          <p:cNvSpPr/>
          <p:nvPr/>
        </p:nvSpPr>
        <p:spPr>
          <a:xfrm>
            <a:off x="4607148" y="4535541"/>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140" name="Straight Arrow Connector 139">
            <a:extLst>
              <a:ext uri="{FF2B5EF4-FFF2-40B4-BE49-F238E27FC236}">
                <a16:creationId xmlns:a16="http://schemas.microsoft.com/office/drawing/2014/main" id="{C5C0728D-3FDE-844C-2E44-66845141A2E2}"/>
              </a:ext>
            </a:extLst>
          </p:cNvPr>
          <p:cNvCxnSpPr>
            <a:cxnSpLocks/>
            <a:stCxn id="139" idx="0"/>
            <a:endCxn id="137" idx="5"/>
          </p:cNvCxnSpPr>
          <p:nvPr/>
        </p:nvCxnSpPr>
        <p:spPr>
          <a:xfrm flipH="1" flipV="1">
            <a:off x="4798067" y="4190079"/>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41" name="Straight Arrow Connector 140">
            <a:extLst>
              <a:ext uri="{FF2B5EF4-FFF2-40B4-BE49-F238E27FC236}">
                <a16:creationId xmlns:a16="http://schemas.microsoft.com/office/drawing/2014/main" id="{5527C6B7-5998-C1F5-ADAE-B3683D57D681}"/>
              </a:ext>
            </a:extLst>
          </p:cNvPr>
          <p:cNvCxnSpPr>
            <a:cxnSpLocks/>
            <a:stCxn id="138" idx="0"/>
            <a:endCxn id="137" idx="3"/>
          </p:cNvCxnSpPr>
          <p:nvPr/>
        </p:nvCxnSpPr>
        <p:spPr>
          <a:xfrm flipV="1">
            <a:off x="4337148" y="4190079"/>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142" name="Oval 141">
            <a:extLst>
              <a:ext uri="{FF2B5EF4-FFF2-40B4-BE49-F238E27FC236}">
                <a16:creationId xmlns:a16="http://schemas.microsoft.com/office/drawing/2014/main" id="{F42AB8C3-F6FD-C496-F9EE-D19C1A475320}"/>
              </a:ext>
            </a:extLst>
          </p:cNvPr>
          <p:cNvSpPr/>
          <p:nvPr/>
        </p:nvSpPr>
        <p:spPr>
          <a:xfrm>
            <a:off x="2446608" y="5213981"/>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143" name="Oval 142">
            <a:extLst>
              <a:ext uri="{FF2B5EF4-FFF2-40B4-BE49-F238E27FC236}">
                <a16:creationId xmlns:a16="http://schemas.microsoft.com/office/drawing/2014/main" id="{65EA0767-EDE7-3DC3-A33E-DEF5E19FE5FA}"/>
              </a:ext>
            </a:extLst>
          </p:cNvPr>
          <p:cNvSpPr/>
          <p:nvPr/>
        </p:nvSpPr>
        <p:spPr>
          <a:xfrm>
            <a:off x="3007436" y="5213981"/>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144" name="Oval 143">
            <a:extLst>
              <a:ext uri="{FF2B5EF4-FFF2-40B4-BE49-F238E27FC236}">
                <a16:creationId xmlns:a16="http://schemas.microsoft.com/office/drawing/2014/main" id="{049461A4-E6BE-E72A-00C8-53A72F31BE3B}"/>
              </a:ext>
            </a:extLst>
          </p:cNvPr>
          <p:cNvSpPr/>
          <p:nvPr/>
        </p:nvSpPr>
        <p:spPr>
          <a:xfrm>
            <a:off x="2986878" y="3791442"/>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145" name="Oval 144">
            <a:extLst>
              <a:ext uri="{FF2B5EF4-FFF2-40B4-BE49-F238E27FC236}">
                <a16:creationId xmlns:a16="http://schemas.microsoft.com/office/drawing/2014/main" id="{8A7F45D5-51C1-3A9C-D540-F356065F1128}"/>
              </a:ext>
            </a:extLst>
          </p:cNvPr>
          <p:cNvSpPr/>
          <p:nvPr/>
        </p:nvSpPr>
        <p:spPr>
          <a:xfrm>
            <a:off x="2716608" y="4518091"/>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146" name="Oval 145">
            <a:extLst>
              <a:ext uri="{FF2B5EF4-FFF2-40B4-BE49-F238E27FC236}">
                <a16:creationId xmlns:a16="http://schemas.microsoft.com/office/drawing/2014/main" id="{C078F1A9-47A2-5BB6-29BC-2A016A36145A}"/>
              </a:ext>
            </a:extLst>
          </p:cNvPr>
          <p:cNvSpPr/>
          <p:nvPr/>
        </p:nvSpPr>
        <p:spPr>
          <a:xfrm>
            <a:off x="3391878" y="4518091"/>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147" name="Straight Arrow Connector 146">
            <a:extLst>
              <a:ext uri="{FF2B5EF4-FFF2-40B4-BE49-F238E27FC236}">
                <a16:creationId xmlns:a16="http://schemas.microsoft.com/office/drawing/2014/main" id="{E1C8A934-B500-0DD1-D58F-D15D9F1CBFA9}"/>
              </a:ext>
            </a:extLst>
          </p:cNvPr>
          <p:cNvCxnSpPr>
            <a:cxnSpLocks/>
            <a:stCxn id="145" idx="0"/>
            <a:endCxn id="144" idx="3"/>
          </p:cNvCxnSpPr>
          <p:nvPr/>
        </p:nvCxnSpPr>
        <p:spPr>
          <a:xfrm flipV="1">
            <a:off x="2986608" y="4248025"/>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48" name="Straight Arrow Connector 147">
            <a:extLst>
              <a:ext uri="{FF2B5EF4-FFF2-40B4-BE49-F238E27FC236}">
                <a16:creationId xmlns:a16="http://schemas.microsoft.com/office/drawing/2014/main" id="{8D6CD29D-67C5-EE72-D38D-D080008EB234}"/>
              </a:ext>
            </a:extLst>
          </p:cNvPr>
          <p:cNvCxnSpPr>
            <a:cxnSpLocks/>
            <a:stCxn id="146" idx="0"/>
            <a:endCxn id="144" idx="5"/>
          </p:cNvCxnSpPr>
          <p:nvPr/>
        </p:nvCxnSpPr>
        <p:spPr>
          <a:xfrm flipH="1" flipV="1">
            <a:off x="3447797" y="4248025"/>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49" name="Straight Arrow Connector 148">
            <a:extLst>
              <a:ext uri="{FF2B5EF4-FFF2-40B4-BE49-F238E27FC236}">
                <a16:creationId xmlns:a16="http://schemas.microsoft.com/office/drawing/2014/main" id="{B3858030-C520-2A52-0523-36CE9283CB27}"/>
              </a:ext>
            </a:extLst>
          </p:cNvPr>
          <p:cNvCxnSpPr>
            <a:cxnSpLocks/>
            <a:stCxn id="143" idx="0"/>
            <a:endCxn id="145" idx="5"/>
          </p:cNvCxnSpPr>
          <p:nvPr/>
        </p:nvCxnSpPr>
        <p:spPr>
          <a:xfrm flipH="1" flipV="1">
            <a:off x="3177527" y="4974674"/>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0" name="Straight Arrow Connector 149">
            <a:extLst>
              <a:ext uri="{FF2B5EF4-FFF2-40B4-BE49-F238E27FC236}">
                <a16:creationId xmlns:a16="http://schemas.microsoft.com/office/drawing/2014/main" id="{3DF4A095-D6F9-CD38-6ACF-A683FE09727D}"/>
              </a:ext>
            </a:extLst>
          </p:cNvPr>
          <p:cNvCxnSpPr>
            <a:cxnSpLocks/>
            <a:stCxn id="142" idx="0"/>
            <a:endCxn id="145" idx="3"/>
          </p:cNvCxnSpPr>
          <p:nvPr/>
        </p:nvCxnSpPr>
        <p:spPr>
          <a:xfrm flipV="1">
            <a:off x="2716608" y="4974674"/>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1" name="Straight Arrow Connector 150">
            <a:extLst>
              <a:ext uri="{FF2B5EF4-FFF2-40B4-BE49-F238E27FC236}">
                <a16:creationId xmlns:a16="http://schemas.microsoft.com/office/drawing/2014/main" id="{C95F6E77-44EC-F0B7-80C2-726BC110C1AB}"/>
              </a:ext>
            </a:extLst>
          </p:cNvPr>
          <p:cNvCxnSpPr>
            <a:cxnSpLocks/>
            <a:stCxn id="144" idx="0"/>
            <a:endCxn id="136" idx="3"/>
          </p:cNvCxnSpPr>
          <p:nvPr/>
        </p:nvCxnSpPr>
        <p:spPr>
          <a:xfrm flipV="1">
            <a:off x="3256878" y="3563303"/>
            <a:ext cx="501017" cy="22813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2" name="Straight Arrow Connector 151">
            <a:extLst>
              <a:ext uri="{FF2B5EF4-FFF2-40B4-BE49-F238E27FC236}">
                <a16:creationId xmlns:a16="http://schemas.microsoft.com/office/drawing/2014/main" id="{510C885C-785E-5BE8-A30A-DE96BB5C9883}"/>
              </a:ext>
            </a:extLst>
          </p:cNvPr>
          <p:cNvCxnSpPr>
            <a:cxnSpLocks/>
            <a:stCxn id="137" idx="0"/>
            <a:endCxn id="136" idx="5"/>
          </p:cNvCxnSpPr>
          <p:nvPr/>
        </p:nvCxnSpPr>
        <p:spPr>
          <a:xfrm flipH="1" flipV="1">
            <a:off x="4139733" y="3563303"/>
            <a:ext cx="467415" cy="17019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3" name="Straight Arrow Connector 152">
            <a:extLst>
              <a:ext uri="{FF2B5EF4-FFF2-40B4-BE49-F238E27FC236}">
                <a16:creationId xmlns:a16="http://schemas.microsoft.com/office/drawing/2014/main" id="{AB3FCA13-F876-C841-69C4-A7F7E5C095D6}"/>
              </a:ext>
            </a:extLst>
          </p:cNvPr>
          <p:cNvCxnSpPr>
            <a:cxnSpLocks/>
            <a:stCxn id="136" idx="0"/>
            <a:endCxn id="4" idx="3"/>
          </p:cNvCxnSpPr>
          <p:nvPr/>
        </p:nvCxnSpPr>
        <p:spPr>
          <a:xfrm flipV="1">
            <a:off x="3948814" y="2778708"/>
            <a:ext cx="373418" cy="32801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69E799D2-0442-1248-6CE7-C4AA62CBF281}"/>
              </a:ext>
            </a:extLst>
          </p:cNvPr>
          <p:cNvSpPr txBox="1"/>
          <p:nvPr/>
        </p:nvSpPr>
        <p:spPr>
          <a:xfrm>
            <a:off x="218472" y="189553"/>
            <a:ext cx="4579595" cy="2123658"/>
          </a:xfrm>
          <a:prstGeom prst="rect">
            <a:avLst/>
          </a:prstGeom>
          <a:noFill/>
        </p:spPr>
        <p:txBody>
          <a:bodyPr wrap="square" rtlCol="0">
            <a:spAutoFit/>
          </a:bodyPr>
          <a:lstStyle/>
          <a:p>
            <a:r>
              <a:rPr lang="en-US" sz="2200" dirty="0"/>
              <a:t>Problems that are suitable for Dynamic Programming are </a:t>
            </a:r>
            <a:r>
              <a:rPr lang="en-US" sz="2200" b="1" dirty="0">
                <a:solidFill>
                  <a:srgbClr val="FF0000"/>
                </a:solidFill>
              </a:rPr>
              <a:t>overlapping problems </a:t>
            </a:r>
            <a:r>
              <a:rPr lang="en-US" sz="2200" dirty="0">
                <a:solidFill>
                  <a:srgbClr val="FF0000"/>
                </a:solidFill>
              </a:rPr>
              <a:t> </a:t>
            </a:r>
            <a:r>
              <a:rPr lang="en-US" sz="2200" dirty="0"/>
              <a:t>where </a:t>
            </a:r>
            <a:r>
              <a:rPr lang="en-PH" sz="2200" dirty="0"/>
              <a:t>the same subproblems are encountered and solved multiple times during the computation of the overall solution.</a:t>
            </a:r>
            <a:endParaRPr lang="en-US" sz="2200" dirty="0"/>
          </a:p>
        </p:txBody>
      </p:sp>
    </p:spTree>
    <p:extLst>
      <p:ext uri="{BB962C8B-B14F-4D97-AF65-F5344CB8AC3E}">
        <p14:creationId xmlns:p14="http://schemas.microsoft.com/office/powerpoint/2010/main" val="31894903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2934CFD-BAB8-34F5-B52D-426F4A442592}"/>
              </a:ext>
            </a:extLst>
          </p:cNvPr>
          <p:cNvSpPr txBox="1"/>
          <p:nvPr/>
        </p:nvSpPr>
        <p:spPr>
          <a:xfrm>
            <a:off x="838200" y="1680374"/>
            <a:ext cx="5252720" cy="4615046"/>
          </a:xfrm>
          <a:prstGeom prst="rect">
            <a:avLst/>
          </a:prstGeom>
          <a:solidFill>
            <a:schemeClr val="tx1"/>
          </a:solidFill>
        </p:spPr>
        <p:txBody>
          <a:bodyPr wrap="square">
            <a:spAutoFit/>
          </a:bodyPr>
          <a:lstStyle/>
          <a:p>
            <a:pPr>
              <a:lnSpc>
                <a:spcPct val="150000"/>
              </a:lnSpc>
              <a:buNone/>
            </a:pPr>
            <a:endParaRPr lang="en-PH" b="0" dirty="0">
              <a:solidFill>
                <a:srgbClr val="9CDCFE"/>
              </a:solidFill>
              <a:effectLst/>
              <a:latin typeface="Menlo" panose="020B0609030804020204" pitchFamily="49" charset="0"/>
            </a:endParaRPr>
          </a:p>
          <a:p>
            <a:pPr>
              <a:lnSpc>
                <a:spcPct val="150000"/>
              </a:lnSpc>
              <a:buNone/>
            </a:pP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569CD6"/>
                </a:solidFill>
                <a:effectLst/>
                <a:latin typeface="Menlo" panose="020B0609030804020204" pitchFamily="49" charset="0"/>
              </a:rPr>
              <a:t>in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p>
          <a:p>
            <a:pPr>
              <a:lnSpc>
                <a:spcPct val="150000"/>
              </a:lnSpc>
              <a:buNone/>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2">
              <a:lnSpc>
                <a:spcPct val="150000"/>
              </a:lnSpc>
            </a:pPr>
            <a:r>
              <a:rPr lang="en-PH" b="0" dirty="0">
                <a:solidFill>
                  <a:srgbClr val="9CDCFE"/>
                </a:solidFill>
                <a:effectLst/>
                <a:latin typeface="Menlo" panose="020B0609030804020204" pitchFamily="49" charset="0"/>
              </a:rPr>
              <a:t>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lvl="1">
              <a:lnSpc>
                <a:spcPct val="150000"/>
              </a:lnSpc>
            </a:pPr>
            <a:endParaRPr lang="en-PH" b="0" dirty="0">
              <a:solidFill>
                <a:srgbClr val="CCCCCC"/>
              </a:solidFill>
              <a:effectLst/>
              <a:latin typeface="Menlo" panose="020B0609030804020204" pitchFamily="49" charset="0"/>
            </a:endParaRPr>
          </a:p>
        </p:txBody>
      </p:sp>
      <p:sp>
        <p:nvSpPr>
          <p:cNvPr id="4" name="Title 1">
            <a:extLst>
              <a:ext uri="{FF2B5EF4-FFF2-40B4-BE49-F238E27FC236}">
                <a16:creationId xmlns:a16="http://schemas.microsoft.com/office/drawing/2014/main" id="{E0AD7D4F-E530-5F34-B58D-045D080C5BAF}"/>
              </a:ext>
            </a:extLst>
          </p:cNvPr>
          <p:cNvSpPr txBox="1">
            <a:spLocks/>
          </p:cNvSpPr>
          <p:nvPr/>
        </p:nvSpPr>
        <p:spPr>
          <a:xfrm>
            <a:off x="838200" y="826369"/>
            <a:ext cx="10515600" cy="1325563"/>
          </a:xfrm>
          <a:prstGeom prst="rect">
            <a:avLst/>
          </a:prstGeom>
        </p:spPr>
        <p:txBody>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Fibonacci Sequence: DP using </a:t>
            </a:r>
            <a:r>
              <a:rPr lang="en-US" dirty="0" err="1"/>
              <a:t>memoization</a:t>
            </a:r>
            <a:endParaRPr lang="en-US" dirty="0"/>
          </a:p>
        </p:txBody>
      </p:sp>
      <p:sp>
        <p:nvSpPr>
          <p:cNvPr id="5" name="TextBox 4">
            <a:extLst>
              <a:ext uri="{FF2B5EF4-FFF2-40B4-BE49-F238E27FC236}">
                <a16:creationId xmlns:a16="http://schemas.microsoft.com/office/drawing/2014/main" id="{4552435A-B038-0839-D92D-8E78D8D21A23}"/>
              </a:ext>
            </a:extLst>
          </p:cNvPr>
          <p:cNvSpPr txBox="1"/>
          <p:nvPr/>
        </p:nvSpPr>
        <p:spPr>
          <a:xfrm>
            <a:off x="6353721" y="2151932"/>
            <a:ext cx="5149230" cy="1015663"/>
          </a:xfrm>
          <a:prstGeom prst="rect">
            <a:avLst/>
          </a:prstGeom>
          <a:noFill/>
        </p:spPr>
        <p:txBody>
          <a:bodyPr wrap="none" rtlCol="0">
            <a:spAutoFit/>
          </a:bodyPr>
          <a:lstStyle/>
          <a:p>
            <a:pPr marL="457200" indent="-457200">
              <a:buFont typeface="Wingdings" pitchFamily="2" charset="2"/>
              <a:buChar char="Ø"/>
            </a:pPr>
            <a:r>
              <a:rPr lang="en-US" sz="3000" dirty="0"/>
              <a:t>Remember and reuse </a:t>
            </a:r>
          </a:p>
          <a:p>
            <a:r>
              <a:rPr lang="en-US" sz="3000" dirty="0"/>
              <a:t>previously computed problem</a:t>
            </a:r>
            <a:endParaRPr lang="en-US" sz="3000" b="1" dirty="0">
              <a:solidFill>
                <a:srgbClr val="00B050"/>
              </a:solidFill>
            </a:endParaRPr>
          </a:p>
        </p:txBody>
      </p:sp>
      <p:sp>
        <p:nvSpPr>
          <p:cNvPr id="6" name="TextBox 5">
            <a:extLst>
              <a:ext uri="{FF2B5EF4-FFF2-40B4-BE49-F238E27FC236}">
                <a16:creationId xmlns:a16="http://schemas.microsoft.com/office/drawing/2014/main" id="{11A5B5A8-06D7-4975-B17B-EC629000620D}"/>
              </a:ext>
            </a:extLst>
          </p:cNvPr>
          <p:cNvSpPr txBox="1"/>
          <p:nvPr/>
        </p:nvSpPr>
        <p:spPr>
          <a:xfrm>
            <a:off x="6353721" y="3477495"/>
            <a:ext cx="4412939" cy="553998"/>
          </a:xfrm>
          <a:prstGeom prst="rect">
            <a:avLst/>
          </a:prstGeom>
          <a:noFill/>
        </p:spPr>
        <p:txBody>
          <a:bodyPr wrap="none" rtlCol="0">
            <a:spAutoFit/>
          </a:bodyPr>
          <a:lstStyle/>
          <a:p>
            <a:pPr marL="457200" indent="-457200">
              <a:buFont typeface="Wingdings" pitchFamily="2" charset="2"/>
              <a:buChar char="Ø"/>
            </a:pPr>
            <a:r>
              <a:rPr lang="en-US" sz="3000" dirty="0"/>
              <a:t>Maintains a </a:t>
            </a:r>
            <a:r>
              <a:rPr lang="en-US" sz="3000" b="1" dirty="0"/>
              <a:t>dictionary</a:t>
            </a:r>
          </a:p>
        </p:txBody>
      </p:sp>
      <p:sp>
        <p:nvSpPr>
          <p:cNvPr id="7" name="TextBox 6">
            <a:extLst>
              <a:ext uri="{FF2B5EF4-FFF2-40B4-BE49-F238E27FC236}">
                <a16:creationId xmlns:a16="http://schemas.microsoft.com/office/drawing/2014/main" id="{BAF16521-16F0-8BCD-FAC4-B33123602EC1}"/>
              </a:ext>
            </a:extLst>
          </p:cNvPr>
          <p:cNvSpPr txBox="1"/>
          <p:nvPr/>
        </p:nvSpPr>
        <p:spPr>
          <a:xfrm>
            <a:off x="6353721" y="4493158"/>
            <a:ext cx="5737468" cy="1477328"/>
          </a:xfrm>
          <a:prstGeom prst="rect">
            <a:avLst/>
          </a:prstGeom>
          <a:noFill/>
        </p:spPr>
        <p:txBody>
          <a:bodyPr wrap="none" rtlCol="0">
            <a:spAutoFit/>
          </a:bodyPr>
          <a:lstStyle/>
          <a:p>
            <a:pPr marL="457200" indent="-457200">
              <a:buFont typeface="Wingdings" pitchFamily="2" charset="2"/>
              <a:buChar char="Ø"/>
            </a:pPr>
            <a:r>
              <a:rPr lang="en-US" sz="3000" dirty="0"/>
              <a:t>Recursive call either:</a:t>
            </a:r>
          </a:p>
          <a:p>
            <a:pPr marL="914400" lvl="1" indent="-457200">
              <a:buFont typeface="Wingdings" pitchFamily="2" charset="2"/>
              <a:buChar char="§"/>
            </a:pPr>
            <a:r>
              <a:rPr lang="en-US" sz="3000" dirty="0"/>
              <a:t>Return a stored solution</a:t>
            </a:r>
          </a:p>
          <a:p>
            <a:pPr marL="914400" lvl="1" indent="-457200">
              <a:buFont typeface="Wingdings" pitchFamily="2" charset="2"/>
              <a:buChar char="§"/>
            </a:pPr>
            <a:r>
              <a:rPr lang="en-US" sz="3000" dirty="0"/>
              <a:t>Compute and store solution</a:t>
            </a:r>
          </a:p>
        </p:txBody>
      </p:sp>
    </p:spTree>
    <p:extLst>
      <p:ext uri="{BB962C8B-B14F-4D97-AF65-F5344CB8AC3E}">
        <p14:creationId xmlns:p14="http://schemas.microsoft.com/office/powerpoint/2010/main" val="33942103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Lst>
  </p:timing>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val 3">
            <a:extLst>
              <a:ext uri="{FF2B5EF4-FFF2-40B4-BE49-F238E27FC236}">
                <a16:creationId xmlns:a16="http://schemas.microsoft.com/office/drawing/2014/main" id="{FD78C48F-328C-5A5C-6646-B13794EBF442}"/>
              </a:ext>
            </a:extLst>
          </p:cNvPr>
          <p:cNvSpPr/>
          <p:nvPr/>
        </p:nvSpPr>
        <p:spPr>
          <a:xfrm>
            <a:off x="9350071" y="2673509"/>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9" name="Oval 8">
            <a:extLst>
              <a:ext uri="{FF2B5EF4-FFF2-40B4-BE49-F238E27FC236}">
                <a16:creationId xmlns:a16="http://schemas.microsoft.com/office/drawing/2014/main" id="{E944D086-7749-22F9-DDED-1CDDBF135A4A}"/>
              </a:ext>
            </a:extLst>
          </p:cNvPr>
          <p:cNvSpPr/>
          <p:nvPr/>
        </p:nvSpPr>
        <p:spPr>
          <a:xfrm>
            <a:off x="10008405" y="341074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10" name="Oval 9">
            <a:extLst>
              <a:ext uri="{FF2B5EF4-FFF2-40B4-BE49-F238E27FC236}">
                <a16:creationId xmlns:a16="http://schemas.microsoft.com/office/drawing/2014/main" id="{DEF4C261-421D-070B-8C54-EA7513C5D655}"/>
              </a:ext>
            </a:extLst>
          </p:cNvPr>
          <p:cNvSpPr/>
          <p:nvPr/>
        </p:nvSpPr>
        <p:spPr>
          <a:xfrm>
            <a:off x="9738405" y="421279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11" name="Oval 10">
            <a:extLst>
              <a:ext uri="{FF2B5EF4-FFF2-40B4-BE49-F238E27FC236}">
                <a16:creationId xmlns:a16="http://schemas.microsoft.com/office/drawing/2014/main" id="{46AF5FA0-D4B1-E4CF-6952-7EBE1E055698}"/>
              </a:ext>
            </a:extLst>
          </p:cNvPr>
          <p:cNvSpPr/>
          <p:nvPr/>
        </p:nvSpPr>
        <p:spPr>
          <a:xfrm>
            <a:off x="10278405" y="421279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12" name="Straight Arrow Connector 11">
            <a:extLst>
              <a:ext uri="{FF2B5EF4-FFF2-40B4-BE49-F238E27FC236}">
                <a16:creationId xmlns:a16="http://schemas.microsoft.com/office/drawing/2014/main" id="{FD96B3F6-B31B-EEEF-C289-DC8CDA1E7CB2}"/>
              </a:ext>
            </a:extLst>
          </p:cNvPr>
          <p:cNvCxnSpPr>
            <a:cxnSpLocks/>
            <a:stCxn id="11" idx="0"/>
            <a:endCxn id="9" idx="5"/>
          </p:cNvCxnSpPr>
          <p:nvPr/>
        </p:nvCxnSpPr>
        <p:spPr>
          <a:xfrm flipH="1" flipV="1">
            <a:off x="10469324" y="386732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DE3B6EC2-1DE5-C897-D684-D518F7C2C75C}"/>
              </a:ext>
            </a:extLst>
          </p:cNvPr>
          <p:cNvCxnSpPr>
            <a:cxnSpLocks/>
            <a:stCxn id="10" idx="0"/>
            <a:endCxn id="9" idx="3"/>
          </p:cNvCxnSpPr>
          <p:nvPr/>
        </p:nvCxnSpPr>
        <p:spPr>
          <a:xfrm flipV="1">
            <a:off x="10008405" y="386732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21" name="Oval 20">
            <a:extLst>
              <a:ext uri="{FF2B5EF4-FFF2-40B4-BE49-F238E27FC236}">
                <a16:creationId xmlns:a16="http://schemas.microsoft.com/office/drawing/2014/main" id="{DEE1A34D-96F1-C69D-2DA7-C58338467C5B}"/>
              </a:ext>
            </a:extLst>
          </p:cNvPr>
          <p:cNvSpPr/>
          <p:nvPr/>
        </p:nvSpPr>
        <p:spPr>
          <a:xfrm>
            <a:off x="8117865" y="489123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22" name="Oval 21">
            <a:extLst>
              <a:ext uri="{FF2B5EF4-FFF2-40B4-BE49-F238E27FC236}">
                <a16:creationId xmlns:a16="http://schemas.microsoft.com/office/drawing/2014/main" id="{4464FAE4-6E84-3E0C-10A7-E89E79589F95}"/>
              </a:ext>
            </a:extLst>
          </p:cNvPr>
          <p:cNvSpPr/>
          <p:nvPr/>
        </p:nvSpPr>
        <p:spPr>
          <a:xfrm>
            <a:off x="8678693" y="489123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23" name="Oval 22">
            <a:extLst>
              <a:ext uri="{FF2B5EF4-FFF2-40B4-BE49-F238E27FC236}">
                <a16:creationId xmlns:a16="http://schemas.microsoft.com/office/drawing/2014/main" id="{4B4B1903-2AAB-49DD-D731-9836543866C4}"/>
              </a:ext>
            </a:extLst>
          </p:cNvPr>
          <p:cNvSpPr/>
          <p:nvPr/>
        </p:nvSpPr>
        <p:spPr>
          <a:xfrm>
            <a:off x="8658135" y="346869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24" name="Oval 23">
            <a:extLst>
              <a:ext uri="{FF2B5EF4-FFF2-40B4-BE49-F238E27FC236}">
                <a16:creationId xmlns:a16="http://schemas.microsoft.com/office/drawing/2014/main" id="{87CFD7FF-C7DA-A852-54C6-7BC36519F84C}"/>
              </a:ext>
            </a:extLst>
          </p:cNvPr>
          <p:cNvSpPr/>
          <p:nvPr/>
        </p:nvSpPr>
        <p:spPr>
          <a:xfrm>
            <a:off x="8387865" y="419534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25" name="Oval 24">
            <a:extLst>
              <a:ext uri="{FF2B5EF4-FFF2-40B4-BE49-F238E27FC236}">
                <a16:creationId xmlns:a16="http://schemas.microsoft.com/office/drawing/2014/main" id="{3E1338C9-D1EE-4943-0249-7A85C4ADA73F}"/>
              </a:ext>
            </a:extLst>
          </p:cNvPr>
          <p:cNvSpPr/>
          <p:nvPr/>
        </p:nvSpPr>
        <p:spPr>
          <a:xfrm>
            <a:off x="9063135" y="419534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26" name="Straight Arrow Connector 25">
            <a:extLst>
              <a:ext uri="{FF2B5EF4-FFF2-40B4-BE49-F238E27FC236}">
                <a16:creationId xmlns:a16="http://schemas.microsoft.com/office/drawing/2014/main" id="{2B92AACC-9C48-C0AB-3DD3-9C0CCDFB283E}"/>
              </a:ext>
            </a:extLst>
          </p:cNvPr>
          <p:cNvCxnSpPr>
            <a:cxnSpLocks/>
            <a:stCxn id="24" idx="0"/>
            <a:endCxn id="23" idx="3"/>
          </p:cNvCxnSpPr>
          <p:nvPr/>
        </p:nvCxnSpPr>
        <p:spPr>
          <a:xfrm flipV="1">
            <a:off x="8657865" y="3925274"/>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2C40D235-94C7-5AFA-1B9C-98B0A733ADAB}"/>
              </a:ext>
            </a:extLst>
          </p:cNvPr>
          <p:cNvCxnSpPr>
            <a:cxnSpLocks/>
            <a:stCxn id="25" idx="0"/>
            <a:endCxn id="23" idx="5"/>
          </p:cNvCxnSpPr>
          <p:nvPr/>
        </p:nvCxnSpPr>
        <p:spPr>
          <a:xfrm flipH="1" flipV="1">
            <a:off x="9119054" y="3925274"/>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581DC6B6-7D71-38D2-59E1-9C5E814F509C}"/>
              </a:ext>
            </a:extLst>
          </p:cNvPr>
          <p:cNvCxnSpPr>
            <a:cxnSpLocks/>
            <a:stCxn id="22" idx="0"/>
            <a:endCxn id="24" idx="5"/>
          </p:cNvCxnSpPr>
          <p:nvPr/>
        </p:nvCxnSpPr>
        <p:spPr>
          <a:xfrm flipH="1" flipV="1">
            <a:off x="8848784" y="4651923"/>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7FC7C55F-1F37-6469-454B-A822D7D6B505}"/>
              </a:ext>
            </a:extLst>
          </p:cNvPr>
          <p:cNvCxnSpPr>
            <a:cxnSpLocks/>
            <a:stCxn id="21" idx="0"/>
            <a:endCxn id="24" idx="3"/>
          </p:cNvCxnSpPr>
          <p:nvPr/>
        </p:nvCxnSpPr>
        <p:spPr>
          <a:xfrm flipV="1">
            <a:off x="8387865" y="4651923"/>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A2D7C946-035D-9AD9-BD9C-49B4042FC1A8}"/>
              </a:ext>
            </a:extLst>
          </p:cNvPr>
          <p:cNvCxnSpPr>
            <a:cxnSpLocks/>
            <a:stCxn id="23" idx="0"/>
            <a:endCxn id="4" idx="3"/>
          </p:cNvCxnSpPr>
          <p:nvPr/>
        </p:nvCxnSpPr>
        <p:spPr>
          <a:xfrm flipV="1">
            <a:off x="8928135" y="3130092"/>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32" name="Straight Arrow Connector 31">
            <a:extLst>
              <a:ext uri="{FF2B5EF4-FFF2-40B4-BE49-F238E27FC236}">
                <a16:creationId xmlns:a16="http://schemas.microsoft.com/office/drawing/2014/main" id="{534B93A5-111D-0512-39F6-71178E2EB97E}"/>
              </a:ext>
            </a:extLst>
          </p:cNvPr>
          <p:cNvCxnSpPr>
            <a:cxnSpLocks/>
            <a:stCxn id="9" idx="0"/>
            <a:endCxn id="4" idx="5"/>
          </p:cNvCxnSpPr>
          <p:nvPr/>
        </p:nvCxnSpPr>
        <p:spPr>
          <a:xfrm flipH="1" flipV="1">
            <a:off x="9810990" y="3130092"/>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4A9AA8AE-D30A-8AB3-5C02-1575E6D9072A}"/>
                  </a:ext>
                </a:extLst>
              </p:cNvPr>
              <p:cNvSpPr txBox="1"/>
              <p:nvPr/>
            </p:nvSpPr>
            <p:spPr>
              <a:xfrm>
                <a:off x="9042610" y="1749506"/>
                <a:ext cx="115191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i="1" smtClean="0">
                          <a:latin typeface="Cambria Math" panose="02040503050406030204" pitchFamily="18" charset="0"/>
                        </a:rPr>
                        <m:t>𝑓</m:t>
                      </m:r>
                      <m:r>
                        <a:rPr lang="en-GB" sz="2500" b="0" i="1" smtClean="0">
                          <a:latin typeface="Cambria Math" panose="02040503050406030204" pitchFamily="18" charset="0"/>
                        </a:rPr>
                        <m:t>𝑖𝑏</m:t>
                      </m:r>
                      <m:r>
                        <a:rPr lang="en-GB" sz="2500" b="0" i="1" smtClean="0">
                          <a:latin typeface="Cambria Math" panose="02040503050406030204" pitchFamily="18" charset="0"/>
                        </a:rPr>
                        <m:t>(5)</m:t>
                      </m:r>
                    </m:oMath>
                  </m:oMathPara>
                </a14:m>
                <a:endParaRPr lang="en-US" sz="2500" dirty="0"/>
              </a:p>
            </p:txBody>
          </p:sp>
        </mc:Choice>
        <mc:Fallback xmlns="">
          <p:sp>
            <p:nvSpPr>
              <p:cNvPr id="51" name="TextBox 50">
                <a:extLst>
                  <a:ext uri="{FF2B5EF4-FFF2-40B4-BE49-F238E27FC236}">
                    <a16:creationId xmlns:a16="http://schemas.microsoft.com/office/drawing/2014/main" id="{4A9AA8AE-D30A-8AB3-5C02-1575E6D9072A}"/>
                  </a:ext>
                </a:extLst>
              </p:cNvPr>
              <p:cNvSpPr txBox="1">
                <a:spLocks noRot="1" noChangeAspect="1" noMove="1" noResize="1" noEditPoints="1" noAdjustHandles="1" noChangeArrowheads="1" noChangeShapeType="1" noTextEdit="1"/>
              </p:cNvSpPr>
              <p:nvPr/>
            </p:nvSpPr>
            <p:spPr>
              <a:xfrm>
                <a:off x="9042610" y="1749506"/>
                <a:ext cx="1151918" cy="477054"/>
              </a:xfrm>
              <a:prstGeom prst="rect">
                <a:avLst/>
              </a:prstGeom>
              <a:blipFill>
                <a:blip r:embed="rId2"/>
                <a:stretch>
                  <a:fillRect b="-14634"/>
                </a:stretch>
              </a:blipFill>
              <a:ln w="38100">
                <a:solidFill>
                  <a:schemeClr val="tx1"/>
                </a:solidFill>
              </a:ln>
            </p:spPr>
            <p:txBody>
              <a:bodyPr/>
              <a:lstStyle/>
              <a:p>
                <a:r>
                  <a:rPr lang="en-US">
                    <a:noFill/>
                  </a:rPr>
                  <a:t> </a:t>
                </a:r>
              </a:p>
            </p:txBody>
          </p:sp>
        </mc:Fallback>
      </mc:AlternateContent>
      <p:sp>
        <p:nvSpPr>
          <p:cNvPr id="52" name="TextBox 51">
            <a:extLst>
              <a:ext uri="{FF2B5EF4-FFF2-40B4-BE49-F238E27FC236}">
                <a16:creationId xmlns:a16="http://schemas.microsoft.com/office/drawing/2014/main" id="{F25F6ED0-54B4-A7CA-23DF-B7B65A27DEAB}"/>
              </a:ext>
            </a:extLst>
          </p:cNvPr>
          <p:cNvSpPr txBox="1"/>
          <p:nvPr/>
        </p:nvSpPr>
        <p:spPr>
          <a:xfrm>
            <a:off x="838200" y="1680374"/>
            <a:ext cx="5252720" cy="4615046"/>
          </a:xfrm>
          <a:prstGeom prst="rect">
            <a:avLst/>
          </a:prstGeom>
          <a:solidFill>
            <a:schemeClr val="tx1"/>
          </a:solidFill>
        </p:spPr>
        <p:txBody>
          <a:bodyPr wrap="square">
            <a:spAutoFit/>
          </a:bodyPr>
          <a:lstStyle/>
          <a:p>
            <a:pPr>
              <a:lnSpc>
                <a:spcPct val="150000"/>
              </a:lnSpc>
              <a:buNone/>
            </a:pPr>
            <a:endParaRPr lang="en-PH" b="0" dirty="0">
              <a:solidFill>
                <a:srgbClr val="9CDCFE"/>
              </a:solidFill>
              <a:effectLst/>
              <a:latin typeface="Menlo" panose="020B0609030804020204" pitchFamily="49" charset="0"/>
            </a:endParaRPr>
          </a:p>
          <a:p>
            <a:pPr>
              <a:lnSpc>
                <a:spcPct val="150000"/>
              </a:lnSpc>
              <a:buNone/>
            </a:pP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569CD6"/>
                </a:solidFill>
                <a:effectLst/>
                <a:latin typeface="Menlo" panose="020B0609030804020204" pitchFamily="49" charset="0"/>
              </a:rPr>
              <a:t>in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p>
          <a:p>
            <a:pPr>
              <a:lnSpc>
                <a:spcPct val="150000"/>
              </a:lnSpc>
              <a:buNone/>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2">
              <a:lnSpc>
                <a:spcPct val="150000"/>
              </a:lnSpc>
            </a:pPr>
            <a:r>
              <a:rPr lang="en-PH" b="0" dirty="0">
                <a:solidFill>
                  <a:srgbClr val="9CDCFE"/>
                </a:solidFill>
                <a:effectLst/>
                <a:latin typeface="Menlo" panose="020B0609030804020204" pitchFamily="49" charset="0"/>
              </a:rPr>
              <a:t>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lvl="1">
              <a:lnSpc>
                <a:spcPct val="150000"/>
              </a:lnSpc>
            </a:pPr>
            <a:endParaRPr lang="en-PH" b="0" dirty="0">
              <a:solidFill>
                <a:srgbClr val="CCCCCC"/>
              </a:solidFill>
              <a:effectLst/>
              <a:latin typeface="Menlo" panose="020B0609030804020204" pitchFamily="49" charset="0"/>
            </a:endParaRPr>
          </a:p>
        </p:txBody>
      </p:sp>
      <p:sp>
        <p:nvSpPr>
          <p:cNvPr id="53" name="Title 1">
            <a:extLst>
              <a:ext uri="{FF2B5EF4-FFF2-40B4-BE49-F238E27FC236}">
                <a16:creationId xmlns:a16="http://schemas.microsoft.com/office/drawing/2014/main" id="{F292A87C-1E3D-EEDF-00AB-581F158F49FD}"/>
              </a:ext>
            </a:extLst>
          </p:cNvPr>
          <p:cNvSpPr txBox="1">
            <a:spLocks/>
          </p:cNvSpPr>
          <p:nvPr/>
        </p:nvSpPr>
        <p:spPr>
          <a:xfrm>
            <a:off x="838200" y="826369"/>
            <a:ext cx="10515600" cy="1325563"/>
          </a:xfrm>
          <a:prstGeom prst="rect">
            <a:avLst/>
          </a:prstGeom>
        </p:spPr>
        <p:txBody>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Fibonacci Sequence: DP using </a:t>
            </a:r>
            <a:r>
              <a:rPr lang="en-US" dirty="0" err="1"/>
              <a:t>memoization</a:t>
            </a:r>
            <a:endParaRPr lang="en-US" dirty="0"/>
          </a:p>
        </p:txBody>
      </p:sp>
    </p:spTree>
    <p:extLst>
      <p:ext uri="{BB962C8B-B14F-4D97-AF65-F5344CB8AC3E}">
        <p14:creationId xmlns:p14="http://schemas.microsoft.com/office/powerpoint/2010/main" val="35514589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0BEA06A-A7AE-DC51-5439-D8DFF9E4260F}"/>
            </a:ext>
          </a:extLst>
        </p:cNvPr>
        <p:cNvGrpSpPr/>
        <p:nvPr/>
      </p:nvGrpSpPr>
      <p:grpSpPr>
        <a:xfrm>
          <a:off x="0" y="0"/>
          <a:ext cx="0" cy="0"/>
          <a:chOff x="0" y="0"/>
          <a:chExt cx="0" cy="0"/>
        </a:xfrm>
      </p:grpSpPr>
      <p:sp>
        <p:nvSpPr>
          <p:cNvPr id="52" name="TextBox 51">
            <a:extLst>
              <a:ext uri="{FF2B5EF4-FFF2-40B4-BE49-F238E27FC236}">
                <a16:creationId xmlns:a16="http://schemas.microsoft.com/office/drawing/2014/main" id="{9D6946D3-C5A8-57F6-5234-1444DAFE5637}"/>
              </a:ext>
            </a:extLst>
          </p:cNvPr>
          <p:cNvSpPr txBox="1"/>
          <p:nvPr/>
        </p:nvSpPr>
        <p:spPr>
          <a:xfrm>
            <a:off x="827256" y="801930"/>
            <a:ext cx="5252720" cy="4615046"/>
          </a:xfrm>
          <a:prstGeom prst="rect">
            <a:avLst/>
          </a:prstGeom>
          <a:solidFill>
            <a:schemeClr val="tx1"/>
          </a:solidFill>
        </p:spPr>
        <p:txBody>
          <a:bodyPr wrap="square">
            <a:spAutoFit/>
          </a:bodyPr>
          <a:lstStyle/>
          <a:p>
            <a:pPr>
              <a:lnSpc>
                <a:spcPct val="150000"/>
              </a:lnSpc>
              <a:buNone/>
            </a:pPr>
            <a:endParaRPr lang="en-PH" b="0" dirty="0">
              <a:solidFill>
                <a:srgbClr val="9CDCFE"/>
              </a:solidFill>
              <a:effectLst/>
              <a:latin typeface="Menlo" panose="020B0609030804020204" pitchFamily="49" charset="0"/>
            </a:endParaRPr>
          </a:p>
          <a:p>
            <a:pPr>
              <a:lnSpc>
                <a:spcPct val="150000"/>
              </a:lnSpc>
              <a:buNone/>
            </a:pP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569CD6"/>
                </a:solidFill>
                <a:effectLst/>
                <a:latin typeface="Menlo" panose="020B0609030804020204" pitchFamily="49" charset="0"/>
              </a:rPr>
              <a:t>in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p>
          <a:p>
            <a:pPr>
              <a:lnSpc>
                <a:spcPct val="150000"/>
              </a:lnSpc>
              <a:buNone/>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2">
              <a:lnSpc>
                <a:spcPct val="150000"/>
              </a:lnSpc>
            </a:pPr>
            <a:r>
              <a:rPr lang="en-PH" b="0" dirty="0">
                <a:solidFill>
                  <a:srgbClr val="9CDCFE"/>
                </a:solidFill>
                <a:effectLst/>
                <a:latin typeface="Menlo" panose="020B0609030804020204" pitchFamily="49" charset="0"/>
              </a:rPr>
              <a:t>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lvl="1">
              <a:lnSpc>
                <a:spcPct val="150000"/>
              </a:lnSpc>
            </a:pPr>
            <a:endParaRPr lang="en-PH" b="0" dirty="0">
              <a:solidFill>
                <a:srgbClr val="CCCCCC"/>
              </a:solidFill>
              <a:effectLst/>
              <a:latin typeface="Menlo" panose="020B0609030804020204" pitchFamily="49" charset="0"/>
            </a:endParaRPr>
          </a:p>
        </p:txBody>
      </p:sp>
      <p:sp>
        <p:nvSpPr>
          <p:cNvPr id="37" name="Oval 36">
            <a:extLst>
              <a:ext uri="{FF2B5EF4-FFF2-40B4-BE49-F238E27FC236}">
                <a16:creationId xmlns:a16="http://schemas.microsoft.com/office/drawing/2014/main" id="{C154DE0C-D844-9944-119A-F1A75AE0ECEC}"/>
              </a:ext>
            </a:extLst>
          </p:cNvPr>
          <p:cNvSpPr/>
          <p:nvPr/>
        </p:nvSpPr>
        <p:spPr>
          <a:xfrm>
            <a:off x="9700591" y="2754789"/>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38" name="Oval 37">
            <a:extLst>
              <a:ext uri="{FF2B5EF4-FFF2-40B4-BE49-F238E27FC236}">
                <a16:creationId xmlns:a16="http://schemas.microsoft.com/office/drawing/2014/main" id="{F2C3873E-2CE3-BDCC-DDF4-4D87166EBF0F}"/>
              </a:ext>
            </a:extLst>
          </p:cNvPr>
          <p:cNvSpPr/>
          <p:nvPr/>
        </p:nvSpPr>
        <p:spPr>
          <a:xfrm>
            <a:off x="10358925" y="349202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39" name="Oval 38">
            <a:extLst>
              <a:ext uri="{FF2B5EF4-FFF2-40B4-BE49-F238E27FC236}">
                <a16:creationId xmlns:a16="http://schemas.microsoft.com/office/drawing/2014/main" id="{25E22738-58D9-6A59-AB2C-2E0F0C8DE368}"/>
              </a:ext>
            </a:extLst>
          </p:cNvPr>
          <p:cNvSpPr/>
          <p:nvPr/>
        </p:nvSpPr>
        <p:spPr>
          <a:xfrm>
            <a:off x="1008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0" name="Oval 39">
            <a:extLst>
              <a:ext uri="{FF2B5EF4-FFF2-40B4-BE49-F238E27FC236}">
                <a16:creationId xmlns:a16="http://schemas.microsoft.com/office/drawing/2014/main" id="{CA079994-BB0E-8E2B-916F-0AA9C6C7786E}"/>
              </a:ext>
            </a:extLst>
          </p:cNvPr>
          <p:cNvSpPr/>
          <p:nvPr/>
        </p:nvSpPr>
        <p:spPr>
          <a:xfrm>
            <a:off x="1062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41" name="Straight Arrow Connector 40">
            <a:extLst>
              <a:ext uri="{FF2B5EF4-FFF2-40B4-BE49-F238E27FC236}">
                <a16:creationId xmlns:a16="http://schemas.microsoft.com/office/drawing/2014/main" id="{1E86E210-4513-23B3-CD08-3B84F516E9F7}"/>
              </a:ext>
            </a:extLst>
          </p:cNvPr>
          <p:cNvCxnSpPr>
            <a:cxnSpLocks/>
            <a:stCxn id="40" idx="0"/>
            <a:endCxn id="38" idx="5"/>
          </p:cNvCxnSpPr>
          <p:nvPr/>
        </p:nvCxnSpPr>
        <p:spPr>
          <a:xfrm flipH="1" flipV="1">
            <a:off x="10819844"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BA9B52F2-C690-C87A-F3CA-481ABB9408A7}"/>
              </a:ext>
            </a:extLst>
          </p:cNvPr>
          <p:cNvCxnSpPr>
            <a:cxnSpLocks/>
            <a:stCxn id="39" idx="0"/>
            <a:endCxn id="38" idx="3"/>
          </p:cNvCxnSpPr>
          <p:nvPr/>
        </p:nvCxnSpPr>
        <p:spPr>
          <a:xfrm flipV="1">
            <a:off x="10358925"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E43603C8-DD63-2698-3D7B-B008C5C84B47}"/>
              </a:ext>
            </a:extLst>
          </p:cNvPr>
          <p:cNvSpPr/>
          <p:nvPr/>
        </p:nvSpPr>
        <p:spPr>
          <a:xfrm>
            <a:off x="8468385" y="497251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4" name="Oval 43">
            <a:extLst>
              <a:ext uri="{FF2B5EF4-FFF2-40B4-BE49-F238E27FC236}">
                <a16:creationId xmlns:a16="http://schemas.microsoft.com/office/drawing/2014/main" id="{F9509F99-0E8E-EDD2-550C-F004C2590DA0}"/>
              </a:ext>
            </a:extLst>
          </p:cNvPr>
          <p:cNvSpPr/>
          <p:nvPr/>
        </p:nvSpPr>
        <p:spPr>
          <a:xfrm>
            <a:off x="9029213" y="497251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45" name="Oval 44">
            <a:extLst>
              <a:ext uri="{FF2B5EF4-FFF2-40B4-BE49-F238E27FC236}">
                <a16:creationId xmlns:a16="http://schemas.microsoft.com/office/drawing/2014/main" id="{55CF876D-D014-28F9-AAF6-6880BF950EDE}"/>
              </a:ext>
            </a:extLst>
          </p:cNvPr>
          <p:cNvSpPr/>
          <p:nvPr/>
        </p:nvSpPr>
        <p:spPr>
          <a:xfrm>
            <a:off x="9008655" y="354997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46" name="Oval 45">
            <a:extLst>
              <a:ext uri="{FF2B5EF4-FFF2-40B4-BE49-F238E27FC236}">
                <a16:creationId xmlns:a16="http://schemas.microsoft.com/office/drawing/2014/main" id="{75212E02-61C1-CFC6-14CD-03F50D8B55F6}"/>
              </a:ext>
            </a:extLst>
          </p:cNvPr>
          <p:cNvSpPr/>
          <p:nvPr/>
        </p:nvSpPr>
        <p:spPr>
          <a:xfrm>
            <a:off x="8738385" y="427662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47" name="Oval 46">
            <a:extLst>
              <a:ext uri="{FF2B5EF4-FFF2-40B4-BE49-F238E27FC236}">
                <a16:creationId xmlns:a16="http://schemas.microsoft.com/office/drawing/2014/main" id="{742AC4F6-1A6D-C597-12F0-BC080A35C1D2}"/>
              </a:ext>
            </a:extLst>
          </p:cNvPr>
          <p:cNvSpPr/>
          <p:nvPr/>
        </p:nvSpPr>
        <p:spPr>
          <a:xfrm>
            <a:off x="9413655" y="427662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48" name="Straight Arrow Connector 47">
            <a:extLst>
              <a:ext uri="{FF2B5EF4-FFF2-40B4-BE49-F238E27FC236}">
                <a16:creationId xmlns:a16="http://schemas.microsoft.com/office/drawing/2014/main" id="{EB70FF64-06B3-B07E-E08D-ECBFA9253D47}"/>
              </a:ext>
            </a:extLst>
          </p:cNvPr>
          <p:cNvCxnSpPr>
            <a:cxnSpLocks/>
            <a:stCxn id="46" idx="0"/>
            <a:endCxn id="45" idx="3"/>
          </p:cNvCxnSpPr>
          <p:nvPr/>
        </p:nvCxnSpPr>
        <p:spPr>
          <a:xfrm flipV="1">
            <a:off x="9008385" y="4006554"/>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82C67CE6-6DA4-1B8D-3BCE-4C2AAE181E9B}"/>
              </a:ext>
            </a:extLst>
          </p:cNvPr>
          <p:cNvCxnSpPr>
            <a:cxnSpLocks/>
            <a:stCxn id="47" idx="0"/>
            <a:endCxn id="45" idx="5"/>
          </p:cNvCxnSpPr>
          <p:nvPr/>
        </p:nvCxnSpPr>
        <p:spPr>
          <a:xfrm flipH="1" flipV="1">
            <a:off x="9469574" y="4006554"/>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9937EEFE-66C7-81A2-582F-5FF228B567E2}"/>
              </a:ext>
            </a:extLst>
          </p:cNvPr>
          <p:cNvCxnSpPr>
            <a:cxnSpLocks/>
            <a:stCxn id="44" idx="0"/>
            <a:endCxn id="46" idx="5"/>
          </p:cNvCxnSpPr>
          <p:nvPr/>
        </p:nvCxnSpPr>
        <p:spPr>
          <a:xfrm flipH="1" flipV="1">
            <a:off x="9199304" y="4733203"/>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BC8ED384-4100-3A8B-E5EA-DAAABA24C6DF}"/>
              </a:ext>
            </a:extLst>
          </p:cNvPr>
          <p:cNvCxnSpPr>
            <a:cxnSpLocks/>
            <a:stCxn id="43" idx="0"/>
            <a:endCxn id="46" idx="3"/>
          </p:cNvCxnSpPr>
          <p:nvPr/>
        </p:nvCxnSpPr>
        <p:spPr>
          <a:xfrm flipV="1">
            <a:off x="8738385" y="4733203"/>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010357D6-CFC8-B497-D564-39596BECB116}"/>
              </a:ext>
            </a:extLst>
          </p:cNvPr>
          <p:cNvCxnSpPr>
            <a:cxnSpLocks/>
            <a:stCxn id="45" idx="0"/>
            <a:endCxn id="37" idx="3"/>
          </p:cNvCxnSpPr>
          <p:nvPr/>
        </p:nvCxnSpPr>
        <p:spPr>
          <a:xfrm flipV="1">
            <a:off x="9278655" y="3211372"/>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215AE6DC-C301-64DF-9EF3-A45422315767}"/>
              </a:ext>
            </a:extLst>
          </p:cNvPr>
          <p:cNvCxnSpPr>
            <a:cxnSpLocks/>
            <a:stCxn id="38" idx="0"/>
            <a:endCxn id="37" idx="5"/>
          </p:cNvCxnSpPr>
          <p:nvPr/>
        </p:nvCxnSpPr>
        <p:spPr>
          <a:xfrm flipH="1" flipV="1">
            <a:off x="10161510" y="3211372"/>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graphicFrame>
            <p:nvGraphicFramePr>
              <p:cNvPr id="58" name="Table 57">
                <a:extLst>
                  <a:ext uri="{FF2B5EF4-FFF2-40B4-BE49-F238E27FC236}">
                    <a16:creationId xmlns:a16="http://schemas.microsoft.com/office/drawing/2014/main" id="{C3793CF1-583E-CF87-7E1F-FEA20AD1B092}"/>
                  </a:ext>
                </a:extLst>
              </p:cNvPr>
              <p:cNvGraphicFramePr>
                <a:graphicFrameLocks noGrp="1"/>
              </p:cNvGraphicFramePr>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𝟎</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𝟒</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𝟓</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Choice>
        <mc:Fallback xmlns="">
          <p:graphicFrame>
            <p:nvGraphicFramePr>
              <p:cNvPr id="58" name="Table 57">
                <a:extLst>
                  <a:ext uri="{FF2B5EF4-FFF2-40B4-BE49-F238E27FC236}">
                    <a16:creationId xmlns:a16="http://schemas.microsoft.com/office/drawing/2014/main" id="{C3793CF1-583E-CF87-7E1F-FEA20AD1B092}"/>
                  </a:ext>
                </a:extLst>
              </p:cNvPr>
              <p:cNvGraphicFramePr>
                <a:graphicFrameLocks noGrp="1"/>
              </p:cNvGraphicFramePr>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667" t="-2273" r="-5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01667" t="-2273" r="-4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98361" t="-2273" r="-298361"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03333" t="-2273" r="-2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03333" t="-2273" r="-1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503333" t="-2273" r="-3333"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Fallback>
      </mc:AlternateContent>
    </p:spTree>
    <p:extLst>
      <p:ext uri="{BB962C8B-B14F-4D97-AF65-F5344CB8AC3E}">
        <p14:creationId xmlns:p14="http://schemas.microsoft.com/office/powerpoint/2010/main" val="35468041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71C36B38-CA8E-4DCB-95D9-50EC52AEE758}"/>
            </a:ext>
          </a:extLst>
        </p:cNvPr>
        <p:cNvGrpSpPr/>
        <p:nvPr/>
      </p:nvGrpSpPr>
      <p:grpSpPr>
        <a:xfrm>
          <a:off x="0" y="0"/>
          <a:ext cx="0" cy="0"/>
          <a:chOff x="0" y="0"/>
          <a:chExt cx="0" cy="0"/>
        </a:xfrm>
      </p:grpSpPr>
      <p:sp>
        <p:nvSpPr>
          <p:cNvPr id="52" name="TextBox 51">
            <a:extLst>
              <a:ext uri="{FF2B5EF4-FFF2-40B4-BE49-F238E27FC236}">
                <a16:creationId xmlns:a16="http://schemas.microsoft.com/office/drawing/2014/main" id="{E33CD855-0AF5-D9B7-CDD6-54C05AF1DBF1}"/>
              </a:ext>
            </a:extLst>
          </p:cNvPr>
          <p:cNvSpPr txBox="1"/>
          <p:nvPr/>
        </p:nvSpPr>
        <p:spPr>
          <a:xfrm>
            <a:off x="827256" y="801930"/>
            <a:ext cx="5252720" cy="4615046"/>
          </a:xfrm>
          <a:prstGeom prst="rect">
            <a:avLst/>
          </a:prstGeom>
          <a:solidFill>
            <a:schemeClr val="tx1"/>
          </a:solidFill>
        </p:spPr>
        <p:txBody>
          <a:bodyPr wrap="square">
            <a:spAutoFit/>
          </a:bodyPr>
          <a:lstStyle/>
          <a:p>
            <a:pPr>
              <a:lnSpc>
                <a:spcPct val="150000"/>
              </a:lnSpc>
              <a:buNone/>
            </a:pPr>
            <a:endParaRPr lang="en-PH" b="0" dirty="0">
              <a:solidFill>
                <a:srgbClr val="9CDCFE"/>
              </a:solidFill>
              <a:effectLst/>
              <a:latin typeface="Menlo" panose="020B0609030804020204" pitchFamily="49" charset="0"/>
            </a:endParaRPr>
          </a:p>
          <a:p>
            <a:pPr>
              <a:lnSpc>
                <a:spcPct val="150000"/>
              </a:lnSpc>
              <a:buNone/>
            </a:pP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569CD6"/>
                </a:solidFill>
                <a:effectLst/>
                <a:latin typeface="Menlo" panose="020B0609030804020204" pitchFamily="49" charset="0"/>
              </a:rPr>
              <a:t>in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p>
          <a:p>
            <a:pPr>
              <a:lnSpc>
                <a:spcPct val="150000"/>
              </a:lnSpc>
              <a:buNone/>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2">
              <a:lnSpc>
                <a:spcPct val="150000"/>
              </a:lnSpc>
            </a:pPr>
            <a:r>
              <a:rPr lang="en-PH" b="0" dirty="0">
                <a:solidFill>
                  <a:srgbClr val="9CDCFE"/>
                </a:solidFill>
                <a:effectLst/>
                <a:latin typeface="Menlo" panose="020B0609030804020204" pitchFamily="49" charset="0"/>
              </a:rPr>
              <a:t>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lvl="1">
              <a:lnSpc>
                <a:spcPct val="150000"/>
              </a:lnSpc>
            </a:pPr>
            <a:endParaRPr lang="en-PH" b="0" dirty="0">
              <a:solidFill>
                <a:srgbClr val="CCCCCC"/>
              </a:solidFill>
              <a:effectLst/>
              <a:latin typeface="Menlo" panose="020B0609030804020204" pitchFamily="49" charset="0"/>
            </a:endParaRPr>
          </a:p>
        </p:txBody>
      </p:sp>
      <p:sp>
        <p:nvSpPr>
          <p:cNvPr id="37" name="Oval 36">
            <a:extLst>
              <a:ext uri="{FF2B5EF4-FFF2-40B4-BE49-F238E27FC236}">
                <a16:creationId xmlns:a16="http://schemas.microsoft.com/office/drawing/2014/main" id="{F862EE74-E1E2-C1CE-815A-034B4D592773}"/>
              </a:ext>
            </a:extLst>
          </p:cNvPr>
          <p:cNvSpPr/>
          <p:nvPr/>
        </p:nvSpPr>
        <p:spPr>
          <a:xfrm>
            <a:off x="9700591" y="2754789"/>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38" name="Oval 37">
            <a:extLst>
              <a:ext uri="{FF2B5EF4-FFF2-40B4-BE49-F238E27FC236}">
                <a16:creationId xmlns:a16="http://schemas.microsoft.com/office/drawing/2014/main" id="{D6A01658-2D20-F928-EFC1-E601A70B826F}"/>
              </a:ext>
            </a:extLst>
          </p:cNvPr>
          <p:cNvSpPr/>
          <p:nvPr/>
        </p:nvSpPr>
        <p:spPr>
          <a:xfrm>
            <a:off x="10358925" y="349202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39" name="Oval 38">
            <a:extLst>
              <a:ext uri="{FF2B5EF4-FFF2-40B4-BE49-F238E27FC236}">
                <a16:creationId xmlns:a16="http://schemas.microsoft.com/office/drawing/2014/main" id="{7379816D-9053-FDF5-C714-85F1F20F6C2D}"/>
              </a:ext>
            </a:extLst>
          </p:cNvPr>
          <p:cNvSpPr/>
          <p:nvPr/>
        </p:nvSpPr>
        <p:spPr>
          <a:xfrm>
            <a:off x="1008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0" name="Oval 39">
            <a:extLst>
              <a:ext uri="{FF2B5EF4-FFF2-40B4-BE49-F238E27FC236}">
                <a16:creationId xmlns:a16="http://schemas.microsoft.com/office/drawing/2014/main" id="{54F41FB3-1D58-5E5A-6FA7-BD6F2006D040}"/>
              </a:ext>
            </a:extLst>
          </p:cNvPr>
          <p:cNvSpPr/>
          <p:nvPr/>
        </p:nvSpPr>
        <p:spPr>
          <a:xfrm>
            <a:off x="1062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41" name="Straight Arrow Connector 40">
            <a:extLst>
              <a:ext uri="{FF2B5EF4-FFF2-40B4-BE49-F238E27FC236}">
                <a16:creationId xmlns:a16="http://schemas.microsoft.com/office/drawing/2014/main" id="{FFC69DF3-B2BD-1D89-5A62-E2668C7226EA}"/>
              </a:ext>
            </a:extLst>
          </p:cNvPr>
          <p:cNvCxnSpPr>
            <a:cxnSpLocks/>
            <a:stCxn id="40" idx="0"/>
            <a:endCxn id="38" idx="5"/>
          </p:cNvCxnSpPr>
          <p:nvPr/>
        </p:nvCxnSpPr>
        <p:spPr>
          <a:xfrm flipH="1" flipV="1">
            <a:off x="10819844"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AEE719A8-150E-6D5E-9A53-323B7EEF0A96}"/>
              </a:ext>
            </a:extLst>
          </p:cNvPr>
          <p:cNvCxnSpPr>
            <a:cxnSpLocks/>
            <a:stCxn id="39" idx="0"/>
            <a:endCxn id="38" idx="3"/>
          </p:cNvCxnSpPr>
          <p:nvPr/>
        </p:nvCxnSpPr>
        <p:spPr>
          <a:xfrm flipV="1">
            <a:off x="10358925"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903A3C23-D060-56CD-E729-2443DE6989C6}"/>
              </a:ext>
            </a:extLst>
          </p:cNvPr>
          <p:cNvSpPr/>
          <p:nvPr/>
        </p:nvSpPr>
        <p:spPr>
          <a:xfrm>
            <a:off x="8468385" y="4972510"/>
            <a:ext cx="540000" cy="534920"/>
          </a:xfrm>
          <a:prstGeom prst="ellipse">
            <a:avLst/>
          </a:prstGeom>
          <a:solidFill>
            <a:srgbClr val="FF000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4" name="Oval 43">
            <a:extLst>
              <a:ext uri="{FF2B5EF4-FFF2-40B4-BE49-F238E27FC236}">
                <a16:creationId xmlns:a16="http://schemas.microsoft.com/office/drawing/2014/main" id="{D251421E-ED5B-3D22-3AEF-3B31AECE1A8C}"/>
              </a:ext>
            </a:extLst>
          </p:cNvPr>
          <p:cNvSpPr/>
          <p:nvPr/>
        </p:nvSpPr>
        <p:spPr>
          <a:xfrm>
            <a:off x="9029213" y="497251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45" name="Oval 44">
            <a:extLst>
              <a:ext uri="{FF2B5EF4-FFF2-40B4-BE49-F238E27FC236}">
                <a16:creationId xmlns:a16="http://schemas.microsoft.com/office/drawing/2014/main" id="{474ADC97-2110-8EB6-7C6F-8AF8080CBA41}"/>
              </a:ext>
            </a:extLst>
          </p:cNvPr>
          <p:cNvSpPr/>
          <p:nvPr/>
        </p:nvSpPr>
        <p:spPr>
          <a:xfrm>
            <a:off x="9008655" y="354997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46" name="Oval 45">
            <a:extLst>
              <a:ext uri="{FF2B5EF4-FFF2-40B4-BE49-F238E27FC236}">
                <a16:creationId xmlns:a16="http://schemas.microsoft.com/office/drawing/2014/main" id="{5856BECA-D61C-9E62-4B4B-4C4BEEF5030D}"/>
              </a:ext>
            </a:extLst>
          </p:cNvPr>
          <p:cNvSpPr/>
          <p:nvPr/>
        </p:nvSpPr>
        <p:spPr>
          <a:xfrm>
            <a:off x="8738385" y="427662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47" name="Oval 46">
            <a:extLst>
              <a:ext uri="{FF2B5EF4-FFF2-40B4-BE49-F238E27FC236}">
                <a16:creationId xmlns:a16="http://schemas.microsoft.com/office/drawing/2014/main" id="{83C3D0C5-DF3F-BC7B-BF90-CFCC364F23FA}"/>
              </a:ext>
            </a:extLst>
          </p:cNvPr>
          <p:cNvSpPr/>
          <p:nvPr/>
        </p:nvSpPr>
        <p:spPr>
          <a:xfrm>
            <a:off x="9413655" y="427662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48" name="Straight Arrow Connector 47">
            <a:extLst>
              <a:ext uri="{FF2B5EF4-FFF2-40B4-BE49-F238E27FC236}">
                <a16:creationId xmlns:a16="http://schemas.microsoft.com/office/drawing/2014/main" id="{DB273770-86DF-1B47-5327-CE633143A3EB}"/>
              </a:ext>
            </a:extLst>
          </p:cNvPr>
          <p:cNvCxnSpPr>
            <a:cxnSpLocks/>
            <a:stCxn id="46" idx="0"/>
            <a:endCxn id="45" idx="3"/>
          </p:cNvCxnSpPr>
          <p:nvPr/>
        </p:nvCxnSpPr>
        <p:spPr>
          <a:xfrm flipV="1">
            <a:off x="9008385" y="4006554"/>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CADB54A7-0CBC-71F9-C93D-8C5D4BA0670D}"/>
              </a:ext>
            </a:extLst>
          </p:cNvPr>
          <p:cNvCxnSpPr>
            <a:cxnSpLocks/>
            <a:stCxn id="47" idx="0"/>
            <a:endCxn id="45" idx="5"/>
          </p:cNvCxnSpPr>
          <p:nvPr/>
        </p:nvCxnSpPr>
        <p:spPr>
          <a:xfrm flipH="1" flipV="1">
            <a:off x="9469574" y="4006554"/>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F9EBCFE5-8394-9396-2501-CC5692CA5F5B}"/>
              </a:ext>
            </a:extLst>
          </p:cNvPr>
          <p:cNvCxnSpPr>
            <a:cxnSpLocks/>
            <a:stCxn id="44" idx="0"/>
            <a:endCxn id="46" idx="5"/>
          </p:cNvCxnSpPr>
          <p:nvPr/>
        </p:nvCxnSpPr>
        <p:spPr>
          <a:xfrm flipH="1" flipV="1">
            <a:off x="9199304" y="4733203"/>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5E19239F-6F48-0DC7-2960-85260C8F7943}"/>
              </a:ext>
            </a:extLst>
          </p:cNvPr>
          <p:cNvCxnSpPr>
            <a:cxnSpLocks/>
            <a:stCxn id="43" idx="0"/>
            <a:endCxn id="46" idx="3"/>
          </p:cNvCxnSpPr>
          <p:nvPr/>
        </p:nvCxnSpPr>
        <p:spPr>
          <a:xfrm flipV="1">
            <a:off x="8738385" y="4733203"/>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607AC69D-D4A4-3845-B803-DF1CC376A146}"/>
              </a:ext>
            </a:extLst>
          </p:cNvPr>
          <p:cNvCxnSpPr>
            <a:cxnSpLocks/>
            <a:stCxn id="45" idx="0"/>
            <a:endCxn id="37" idx="3"/>
          </p:cNvCxnSpPr>
          <p:nvPr/>
        </p:nvCxnSpPr>
        <p:spPr>
          <a:xfrm flipV="1">
            <a:off x="9278655" y="3211372"/>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992956EE-8E82-2CFC-8ADE-5B312BF544E4}"/>
              </a:ext>
            </a:extLst>
          </p:cNvPr>
          <p:cNvCxnSpPr>
            <a:cxnSpLocks/>
            <a:stCxn id="38" idx="0"/>
            <a:endCxn id="37" idx="5"/>
          </p:cNvCxnSpPr>
          <p:nvPr/>
        </p:nvCxnSpPr>
        <p:spPr>
          <a:xfrm flipH="1" flipV="1">
            <a:off x="10161510" y="3211372"/>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EC82DA19-5737-03C0-C468-E9BDF8CEF2CA}"/>
                  </a:ext>
                </a:extLst>
              </p:cNvPr>
              <p:cNvSpPr txBox="1"/>
              <p:nvPr/>
            </p:nvSpPr>
            <p:spPr>
              <a:xfrm>
                <a:off x="7188410" y="5001443"/>
                <a:ext cx="115191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i="1" smtClean="0">
                          <a:latin typeface="Cambria Math" panose="02040503050406030204" pitchFamily="18" charset="0"/>
                        </a:rPr>
                        <m:t>𝑓</m:t>
                      </m:r>
                      <m:r>
                        <a:rPr lang="en-GB" sz="2500" b="0" i="1" smtClean="0">
                          <a:latin typeface="Cambria Math" panose="02040503050406030204" pitchFamily="18" charset="0"/>
                        </a:rPr>
                        <m:t>𝑖𝑏</m:t>
                      </m:r>
                      <m:r>
                        <a:rPr lang="en-GB" sz="2500" b="0" i="1" smtClean="0">
                          <a:latin typeface="Cambria Math" panose="02040503050406030204" pitchFamily="18" charset="0"/>
                        </a:rPr>
                        <m:t>(2)</m:t>
                      </m:r>
                    </m:oMath>
                  </m:oMathPara>
                </a14:m>
                <a:endParaRPr lang="en-US" sz="2500" dirty="0"/>
              </a:p>
            </p:txBody>
          </p:sp>
        </mc:Choice>
        <mc:Fallback xmlns="">
          <p:sp>
            <p:nvSpPr>
              <p:cNvPr id="57" name="TextBox 56">
                <a:extLst>
                  <a:ext uri="{FF2B5EF4-FFF2-40B4-BE49-F238E27FC236}">
                    <a16:creationId xmlns:a16="http://schemas.microsoft.com/office/drawing/2014/main" id="{EC82DA19-5737-03C0-C468-E9BDF8CEF2CA}"/>
                  </a:ext>
                </a:extLst>
              </p:cNvPr>
              <p:cNvSpPr txBox="1">
                <a:spLocks noRot="1" noChangeAspect="1" noMove="1" noResize="1" noEditPoints="1" noAdjustHandles="1" noChangeArrowheads="1" noChangeShapeType="1" noTextEdit="1"/>
              </p:cNvSpPr>
              <p:nvPr/>
            </p:nvSpPr>
            <p:spPr>
              <a:xfrm>
                <a:off x="7188410" y="5001443"/>
                <a:ext cx="1151918" cy="477054"/>
              </a:xfrm>
              <a:prstGeom prst="rect">
                <a:avLst/>
              </a:prstGeom>
              <a:blipFill>
                <a:blip r:embed="rId2"/>
                <a:stretch>
                  <a:fillRect b="-14634"/>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58" name="Table 57">
                <a:extLst>
                  <a:ext uri="{FF2B5EF4-FFF2-40B4-BE49-F238E27FC236}">
                    <a16:creationId xmlns:a16="http://schemas.microsoft.com/office/drawing/2014/main" id="{5956EDE5-E839-D111-1F17-5FC9B4B2B6BE}"/>
                  </a:ext>
                </a:extLst>
              </p:cNvPr>
              <p:cNvGraphicFramePr>
                <a:graphicFrameLocks noGrp="1"/>
              </p:cNvGraphicFramePr>
              <p:nvPr>
                <p:extLst>
                  <p:ext uri="{D42A27DB-BD31-4B8C-83A1-F6EECF244321}">
                    <p14:modId xmlns:p14="http://schemas.microsoft.com/office/powerpoint/2010/main" val="432148032"/>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𝟎</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𝟒</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𝟓</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Choice>
        <mc:Fallback xmlns="">
          <p:graphicFrame>
            <p:nvGraphicFramePr>
              <p:cNvPr id="58" name="Table 57">
                <a:extLst>
                  <a:ext uri="{FF2B5EF4-FFF2-40B4-BE49-F238E27FC236}">
                    <a16:creationId xmlns:a16="http://schemas.microsoft.com/office/drawing/2014/main" id="{5956EDE5-E839-D111-1F17-5FC9B4B2B6BE}"/>
                  </a:ext>
                </a:extLst>
              </p:cNvPr>
              <p:cNvGraphicFramePr>
                <a:graphicFrameLocks noGrp="1"/>
              </p:cNvGraphicFramePr>
              <p:nvPr>
                <p:extLst>
                  <p:ext uri="{D42A27DB-BD31-4B8C-83A1-F6EECF244321}">
                    <p14:modId xmlns:p14="http://schemas.microsoft.com/office/powerpoint/2010/main" val="432148032"/>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667" t="-2273" r="-5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1667" t="-2273" r="-4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98361" t="-2273" r="-298361"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3333" t="-2273" r="-2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03333" t="-2273" r="-1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503333" t="-2273" r="-3333"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Fallback>
      </mc:AlternateContent>
    </p:spTree>
    <p:extLst>
      <p:ext uri="{BB962C8B-B14F-4D97-AF65-F5344CB8AC3E}">
        <p14:creationId xmlns:p14="http://schemas.microsoft.com/office/powerpoint/2010/main" val="14721371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DC33FB6-A16A-B33A-4AD1-9AB1B50A0AC6}"/>
            </a:ext>
          </a:extLst>
        </p:cNvPr>
        <p:cNvGrpSpPr/>
        <p:nvPr/>
      </p:nvGrpSpPr>
      <p:grpSpPr>
        <a:xfrm>
          <a:off x="0" y="0"/>
          <a:ext cx="0" cy="0"/>
          <a:chOff x="0" y="0"/>
          <a:chExt cx="0" cy="0"/>
        </a:xfrm>
      </p:grpSpPr>
      <p:sp>
        <p:nvSpPr>
          <p:cNvPr id="52" name="TextBox 51">
            <a:extLst>
              <a:ext uri="{FF2B5EF4-FFF2-40B4-BE49-F238E27FC236}">
                <a16:creationId xmlns:a16="http://schemas.microsoft.com/office/drawing/2014/main" id="{1BA765E9-675F-49AB-508F-76F6653AC99D}"/>
              </a:ext>
            </a:extLst>
          </p:cNvPr>
          <p:cNvSpPr txBox="1"/>
          <p:nvPr/>
        </p:nvSpPr>
        <p:spPr>
          <a:xfrm>
            <a:off x="827256" y="801930"/>
            <a:ext cx="5252720" cy="4615046"/>
          </a:xfrm>
          <a:prstGeom prst="rect">
            <a:avLst/>
          </a:prstGeom>
          <a:solidFill>
            <a:schemeClr val="tx1"/>
          </a:solidFill>
        </p:spPr>
        <p:txBody>
          <a:bodyPr wrap="square">
            <a:spAutoFit/>
          </a:bodyPr>
          <a:lstStyle/>
          <a:p>
            <a:pPr>
              <a:lnSpc>
                <a:spcPct val="150000"/>
              </a:lnSpc>
              <a:buNone/>
            </a:pPr>
            <a:endParaRPr lang="en-PH" b="0" dirty="0">
              <a:solidFill>
                <a:srgbClr val="9CDCFE"/>
              </a:solidFill>
              <a:effectLst/>
              <a:latin typeface="Menlo" panose="020B0609030804020204" pitchFamily="49" charset="0"/>
            </a:endParaRPr>
          </a:p>
          <a:p>
            <a:pPr>
              <a:lnSpc>
                <a:spcPct val="150000"/>
              </a:lnSpc>
              <a:buNone/>
            </a:pP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569CD6"/>
                </a:solidFill>
                <a:effectLst/>
                <a:latin typeface="Menlo" panose="020B0609030804020204" pitchFamily="49" charset="0"/>
              </a:rPr>
              <a:t>in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p>
          <a:p>
            <a:pPr>
              <a:lnSpc>
                <a:spcPct val="150000"/>
              </a:lnSpc>
              <a:buNone/>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2">
              <a:lnSpc>
                <a:spcPct val="150000"/>
              </a:lnSpc>
            </a:pPr>
            <a:r>
              <a:rPr lang="en-PH" b="0" dirty="0">
                <a:solidFill>
                  <a:srgbClr val="9CDCFE"/>
                </a:solidFill>
                <a:effectLst/>
                <a:latin typeface="Menlo" panose="020B0609030804020204" pitchFamily="49" charset="0"/>
              </a:rPr>
              <a:t>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lvl="1">
              <a:lnSpc>
                <a:spcPct val="150000"/>
              </a:lnSpc>
            </a:pPr>
            <a:endParaRPr lang="en-PH" b="0" dirty="0">
              <a:solidFill>
                <a:srgbClr val="CCCCCC"/>
              </a:solidFill>
              <a:effectLst/>
              <a:latin typeface="Menlo" panose="020B0609030804020204" pitchFamily="49" charset="0"/>
            </a:endParaRPr>
          </a:p>
        </p:txBody>
      </p:sp>
      <p:sp>
        <p:nvSpPr>
          <p:cNvPr id="37" name="Oval 36">
            <a:extLst>
              <a:ext uri="{FF2B5EF4-FFF2-40B4-BE49-F238E27FC236}">
                <a16:creationId xmlns:a16="http://schemas.microsoft.com/office/drawing/2014/main" id="{90CDE94A-179D-6C8A-DCA8-9F66AA80CC45}"/>
              </a:ext>
            </a:extLst>
          </p:cNvPr>
          <p:cNvSpPr/>
          <p:nvPr/>
        </p:nvSpPr>
        <p:spPr>
          <a:xfrm>
            <a:off x="9700591" y="2754789"/>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38" name="Oval 37">
            <a:extLst>
              <a:ext uri="{FF2B5EF4-FFF2-40B4-BE49-F238E27FC236}">
                <a16:creationId xmlns:a16="http://schemas.microsoft.com/office/drawing/2014/main" id="{3B2031B4-3FA7-AFE4-373D-19F948E8C81B}"/>
              </a:ext>
            </a:extLst>
          </p:cNvPr>
          <p:cNvSpPr/>
          <p:nvPr/>
        </p:nvSpPr>
        <p:spPr>
          <a:xfrm>
            <a:off x="10358925" y="349202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39" name="Oval 38">
            <a:extLst>
              <a:ext uri="{FF2B5EF4-FFF2-40B4-BE49-F238E27FC236}">
                <a16:creationId xmlns:a16="http://schemas.microsoft.com/office/drawing/2014/main" id="{0B190CBA-3458-5EF5-700B-3FCF256A7A0B}"/>
              </a:ext>
            </a:extLst>
          </p:cNvPr>
          <p:cNvSpPr/>
          <p:nvPr/>
        </p:nvSpPr>
        <p:spPr>
          <a:xfrm>
            <a:off x="1008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0" name="Oval 39">
            <a:extLst>
              <a:ext uri="{FF2B5EF4-FFF2-40B4-BE49-F238E27FC236}">
                <a16:creationId xmlns:a16="http://schemas.microsoft.com/office/drawing/2014/main" id="{D251DCBC-0E48-6A44-CAE3-E951B0E118CB}"/>
              </a:ext>
            </a:extLst>
          </p:cNvPr>
          <p:cNvSpPr/>
          <p:nvPr/>
        </p:nvSpPr>
        <p:spPr>
          <a:xfrm>
            <a:off x="1062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41" name="Straight Arrow Connector 40">
            <a:extLst>
              <a:ext uri="{FF2B5EF4-FFF2-40B4-BE49-F238E27FC236}">
                <a16:creationId xmlns:a16="http://schemas.microsoft.com/office/drawing/2014/main" id="{0E20D98E-59B0-1CAF-DFAA-8B786B0E42DF}"/>
              </a:ext>
            </a:extLst>
          </p:cNvPr>
          <p:cNvCxnSpPr>
            <a:cxnSpLocks/>
            <a:stCxn id="40" idx="0"/>
            <a:endCxn id="38" idx="5"/>
          </p:cNvCxnSpPr>
          <p:nvPr/>
        </p:nvCxnSpPr>
        <p:spPr>
          <a:xfrm flipH="1" flipV="1">
            <a:off x="10819844"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142D3B3C-D084-A96E-B301-15602AF3D90D}"/>
              </a:ext>
            </a:extLst>
          </p:cNvPr>
          <p:cNvCxnSpPr>
            <a:cxnSpLocks/>
            <a:stCxn id="39" idx="0"/>
            <a:endCxn id="38" idx="3"/>
          </p:cNvCxnSpPr>
          <p:nvPr/>
        </p:nvCxnSpPr>
        <p:spPr>
          <a:xfrm flipV="1">
            <a:off x="10358925"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1213CC09-A622-3C6E-1060-2E351EECB44F}"/>
              </a:ext>
            </a:extLst>
          </p:cNvPr>
          <p:cNvSpPr/>
          <p:nvPr/>
        </p:nvSpPr>
        <p:spPr>
          <a:xfrm>
            <a:off x="8468385"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4" name="Oval 43">
            <a:extLst>
              <a:ext uri="{FF2B5EF4-FFF2-40B4-BE49-F238E27FC236}">
                <a16:creationId xmlns:a16="http://schemas.microsoft.com/office/drawing/2014/main" id="{459AB489-1ED3-B68C-DCB8-0D1C30D3A1F9}"/>
              </a:ext>
            </a:extLst>
          </p:cNvPr>
          <p:cNvSpPr/>
          <p:nvPr/>
        </p:nvSpPr>
        <p:spPr>
          <a:xfrm>
            <a:off x="9029213" y="497251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45" name="Oval 44">
            <a:extLst>
              <a:ext uri="{FF2B5EF4-FFF2-40B4-BE49-F238E27FC236}">
                <a16:creationId xmlns:a16="http://schemas.microsoft.com/office/drawing/2014/main" id="{634B4868-FF49-135B-9266-D34C30499995}"/>
              </a:ext>
            </a:extLst>
          </p:cNvPr>
          <p:cNvSpPr/>
          <p:nvPr/>
        </p:nvSpPr>
        <p:spPr>
          <a:xfrm>
            <a:off x="9008655" y="354997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46" name="Oval 45">
            <a:extLst>
              <a:ext uri="{FF2B5EF4-FFF2-40B4-BE49-F238E27FC236}">
                <a16:creationId xmlns:a16="http://schemas.microsoft.com/office/drawing/2014/main" id="{C16A4439-C2CA-E9DD-6C10-487E72B1DDD1}"/>
              </a:ext>
            </a:extLst>
          </p:cNvPr>
          <p:cNvSpPr/>
          <p:nvPr/>
        </p:nvSpPr>
        <p:spPr>
          <a:xfrm>
            <a:off x="8738385" y="427662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47" name="Oval 46">
            <a:extLst>
              <a:ext uri="{FF2B5EF4-FFF2-40B4-BE49-F238E27FC236}">
                <a16:creationId xmlns:a16="http://schemas.microsoft.com/office/drawing/2014/main" id="{27B72514-05CA-A035-F7B5-A038C92B33C7}"/>
              </a:ext>
            </a:extLst>
          </p:cNvPr>
          <p:cNvSpPr/>
          <p:nvPr/>
        </p:nvSpPr>
        <p:spPr>
          <a:xfrm>
            <a:off x="9413655" y="427662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48" name="Straight Arrow Connector 47">
            <a:extLst>
              <a:ext uri="{FF2B5EF4-FFF2-40B4-BE49-F238E27FC236}">
                <a16:creationId xmlns:a16="http://schemas.microsoft.com/office/drawing/2014/main" id="{411CE501-8906-C3AA-845C-D8CB52A6A5CE}"/>
              </a:ext>
            </a:extLst>
          </p:cNvPr>
          <p:cNvCxnSpPr>
            <a:cxnSpLocks/>
            <a:stCxn id="46" idx="0"/>
            <a:endCxn id="45" idx="3"/>
          </p:cNvCxnSpPr>
          <p:nvPr/>
        </p:nvCxnSpPr>
        <p:spPr>
          <a:xfrm flipV="1">
            <a:off x="9008385" y="4006554"/>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C8724F97-176C-A4D5-22D8-09340C9D6A77}"/>
              </a:ext>
            </a:extLst>
          </p:cNvPr>
          <p:cNvCxnSpPr>
            <a:cxnSpLocks/>
            <a:stCxn id="47" idx="0"/>
            <a:endCxn id="45" idx="5"/>
          </p:cNvCxnSpPr>
          <p:nvPr/>
        </p:nvCxnSpPr>
        <p:spPr>
          <a:xfrm flipH="1" flipV="1">
            <a:off x="9469574" y="4006554"/>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1C87167A-6D26-16F0-CC96-6C368737F836}"/>
              </a:ext>
            </a:extLst>
          </p:cNvPr>
          <p:cNvCxnSpPr>
            <a:cxnSpLocks/>
            <a:stCxn id="44" idx="0"/>
            <a:endCxn id="46" idx="5"/>
          </p:cNvCxnSpPr>
          <p:nvPr/>
        </p:nvCxnSpPr>
        <p:spPr>
          <a:xfrm flipH="1" flipV="1">
            <a:off x="9199304" y="4733203"/>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BD97CFDF-ACB2-DAF6-55EB-8C8EB51C546C}"/>
              </a:ext>
            </a:extLst>
          </p:cNvPr>
          <p:cNvCxnSpPr>
            <a:cxnSpLocks/>
            <a:stCxn id="43" idx="0"/>
            <a:endCxn id="46" idx="3"/>
          </p:cNvCxnSpPr>
          <p:nvPr/>
        </p:nvCxnSpPr>
        <p:spPr>
          <a:xfrm flipV="1">
            <a:off x="8738385" y="4733203"/>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71650EE4-5D6D-8CD4-3214-C71F09762E5D}"/>
              </a:ext>
            </a:extLst>
          </p:cNvPr>
          <p:cNvCxnSpPr>
            <a:cxnSpLocks/>
            <a:stCxn id="45" idx="0"/>
            <a:endCxn id="37" idx="3"/>
          </p:cNvCxnSpPr>
          <p:nvPr/>
        </p:nvCxnSpPr>
        <p:spPr>
          <a:xfrm flipV="1">
            <a:off x="9278655" y="3211372"/>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63203000-763D-9E9D-3AAC-F3BA5DE10A2B}"/>
              </a:ext>
            </a:extLst>
          </p:cNvPr>
          <p:cNvCxnSpPr>
            <a:cxnSpLocks/>
            <a:stCxn id="38" idx="0"/>
            <a:endCxn id="37" idx="5"/>
          </p:cNvCxnSpPr>
          <p:nvPr/>
        </p:nvCxnSpPr>
        <p:spPr>
          <a:xfrm flipH="1" flipV="1">
            <a:off x="10161510" y="3211372"/>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3ABD811A-46AA-A8F1-86B3-446FC5C57C83}"/>
                  </a:ext>
                </a:extLst>
              </p:cNvPr>
              <p:cNvSpPr txBox="1"/>
              <p:nvPr/>
            </p:nvSpPr>
            <p:spPr>
              <a:xfrm>
                <a:off x="7188410" y="5001443"/>
                <a:ext cx="115191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i="1" smtClean="0">
                          <a:latin typeface="Cambria Math" panose="02040503050406030204" pitchFamily="18" charset="0"/>
                        </a:rPr>
                        <m:t>𝑓</m:t>
                      </m:r>
                      <m:r>
                        <a:rPr lang="en-GB" sz="2500" b="0" i="1" smtClean="0">
                          <a:latin typeface="Cambria Math" panose="02040503050406030204" pitchFamily="18" charset="0"/>
                        </a:rPr>
                        <m:t>𝑖𝑏</m:t>
                      </m:r>
                      <m:r>
                        <a:rPr lang="en-GB" sz="2500" b="0" i="1" smtClean="0">
                          <a:latin typeface="Cambria Math" panose="02040503050406030204" pitchFamily="18" charset="0"/>
                        </a:rPr>
                        <m:t>(2)</m:t>
                      </m:r>
                    </m:oMath>
                  </m:oMathPara>
                </a14:m>
                <a:endParaRPr lang="en-US" sz="2500" dirty="0"/>
              </a:p>
            </p:txBody>
          </p:sp>
        </mc:Choice>
        <mc:Fallback xmlns="">
          <p:sp>
            <p:nvSpPr>
              <p:cNvPr id="57" name="TextBox 56">
                <a:extLst>
                  <a:ext uri="{FF2B5EF4-FFF2-40B4-BE49-F238E27FC236}">
                    <a16:creationId xmlns:a16="http://schemas.microsoft.com/office/drawing/2014/main" id="{3ABD811A-46AA-A8F1-86B3-446FC5C57C83}"/>
                  </a:ext>
                </a:extLst>
              </p:cNvPr>
              <p:cNvSpPr txBox="1">
                <a:spLocks noRot="1" noChangeAspect="1" noMove="1" noResize="1" noEditPoints="1" noAdjustHandles="1" noChangeArrowheads="1" noChangeShapeType="1" noTextEdit="1"/>
              </p:cNvSpPr>
              <p:nvPr/>
            </p:nvSpPr>
            <p:spPr>
              <a:xfrm>
                <a:off x="7188410" y="5001443"/>
                <a:ext cx="1151918" cy="477054"/>
              </a:xfrm>
              <a:prstGeom prst="rect">
                <a:avLst/>
              </a:prstGeom>
              <a:blipFill>
                <a:blip r:embed="rId2"/>
                <a:stretch>
                  <a:fillRect b="-14634"/>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58" name="Table 57">
                <a:extLst>
                  <a:ext uri="{FF2B5EF4-FFF2-40B4-BE49-F238E27FC236}">
                    <a16:creationId xmlns:a16="http://schemas.microsoft.com/office/drawing/2014/main" id="{CB861ED1-A2CF-B833-FE14-12D8CC3A6FB9}"/>
                  </a:ext>
                </a:extLst>
              </p:cNvPr>
              <p:cNvGraphicFramePr>
                <a:graphicFrameLocks noGrp="1"/>
              </p:cNvGraphicFramePr>
              <p:nvPr>
                <p:extLst>
                  <p:ext uri="{D42A27DB-BD31-4B8C-83A1-F6EECF244321}">
                    <p14:modId xmlns:p14="http://schemas.microsoft.com/office/powerpoint/2010/main" val="1368372247"/>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𝟎</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𝟒</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𝟓</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Choice>
        <mc:Fallback xmlns="">
          <p:graphicFrame>
            <p:nvGraphicFramePr>
              <p:cNvPr id="58" name="Table 57">
                <a:extLst>
                  <a:ext uri="{FF2B5EF4-FFF2-40B4-BE49-F238E27FC236}">
                    <a16:creationId xmlns:a16="http://schemas.microsoft.com/office/drawing/2014/main" id="{CB861ED1-A2CF-B833-FE14-12D8CC3A6FB9}"/>
                  </a:ext>
                </a:extLst>
              </p:cNvPr>
              <p:cNvGraphicFramePr>
                <a:graphicFrameLocks noGrp="1"/>
              </p:cNvGraphicFramePr>
              <p:nvPr>
                <p:extLst>
                  <p:ext uri="{D42A27DB-BD31-4B8C-83A1-F6EECF244321}">
                    <p14:modId xmlns:p14="http://schemas.microsoft.com/office/powerpoint/2010/main" val="1368372247"/>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667" t="-2273" r="-5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1667" t="-2273" r="-4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98361" t="-2273" r="-298361"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3333" t="-2273" r="-2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03333" t="-2273" r="-1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503333" t="-2273" r="-3333"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Fallback>
      </mc:AlternateContent>
    </p:spTree>
    <p:extLst>
      <p:ext uri="{BB962C8B-B14F-4D97-AF65-F5344CB8AC3E}">
        <p14:creationId xmlns:p14="http://schemas.microsoft.com/office/powerpoint/2010/main" val="12167441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7F15EA84-C5DB-4117-0D53-ED0F39BAC1C7}"/>
            </a:ext>
          </a:extLst>
        </p:cNvPr>
        <p:cNvGrpSpPr/>
        <p:nvPr/>
      </p:nvGrpSpPr>
      <p:grpSpPr>
        <a:xfrm>
          <a:off x="0" y="0"/>
          <a:ext cx="0" cy="0"/>
          <a:chOff x="0" y="0"/>
          <a:chExt cx="0" cy="0"/>
        </a:xfrm>
      </p:grpSpPr>
      <p:sp>
        <p:nvSpPr>
          <p:cNvPr id="52" name="TextBox 51">
            <a:extLst>
              <a:ext uri="{FF2B5EF4-FFF2-40B4-BE49-F238E27FC236}">
                <a16:creationId xmlns:a16="http://schemas.microsoft.com/office/drawing/2014/main" id="{484220BE-9EE1-2A9F-46BC-1AE3D351E5C1}"/>
              </a:ext>
            </a:extLst>
          </p:cNvPr>
          <p:cNvSpPr txBox="1"/>
          <p:nvPr/>
        </p:nvSpPr>
        <p:spPr>
          <a:xfrm>
            <a:off x="827256" y="801930"/>
            <a:ext cx="5252720" cy="4615046"/>
          </a:xfrm>
          <a:prstGeom prst="rect">
            <a:avLst/>
          </a:prstGeom>
          <a:solidFill>
            <a:schemeClr val="tx1"/>
          </a:solidFill>
        </p:spPr>
        <p:txBody>
          <a:bodyPr wrap="square">
            <a:spAutoFit/>
          </a:bodyPr>
          <a:lstStyle/>
          <a:p>
            <a:pPr>
              <a:lnSpc>
                <a:spcPct val="150000"/>
              </a:lnSpc>
              <a:buNone/>
            </a:pPr>
            <a:endParaRPr lang="en-PH" b="0" dirty="0">
              <a:solidFill>
                <a:srgbClr val="9CDCFE"/>
              </a:solidFill>
              <a:effectLst/>
              <a:latin typeface="Menlo" panose="020B0609030804020204" pitchFamily="49" charset="0"/>
            </a:endParaRPr>
          </a:p>
          <a:p>
            <a:pPr>
              <a:lnSpc>
                <a:spcPct val="150000"/>
              </a:lnSpc>
              <a:buNone/>
            </a:pP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569CD6"/>
                </a:solidFill>
                <a:effectLst/>
                <a:latin typeface="Menlo" panose="020B0609030804020204" pitchFamily="49" charset="0"/>
              </a:rPr>
              <a:t>in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p>
          <a:p>
            <a:pPr>
              <a:lnSpc>
                <a:spcPct val="150000"/>
              </a:lnSpc>
              <a:buNone/>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2">
              <a:lnSpc>
                <a:spcPct val="150000"/>
              </a:lnSpc>
            </a:pPr>
            <a:r>
              <a:rPr lang="en-PH" b="0" dirty="0">
                <a:solidFill>
                  <a:srgbClr val="9CDCFE"/>
                </a:solidFill>
                <a:effectLst/>
                <a:latin typeface="Menlo" panose="020B0609030804020204" pitchFamily="49" charset="0"/>
              </a:rPr>
              <a:t>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lvl="1">
              <a:lnSpc>
                <a:spcPct val="150000"/>
              </a:lnSpc>
            </a:pPr>
            <a:endParaRPr lang="en-PH" b="0" dirty="0">
              <a:solidFill>
                <a:srgbClr val="CCCCCC"/>
              </a:solidFill>
              <a:effectLst/>
              <a:latin typeface="Menlo" panose="020B0609030804020204" pitchFamily="49" charset="0"/>
            </a:endParaRPr>
          </a:p>
        </p:txBody>
      </p:sp>
      <p:sp>
        <p:nvSpPr>
          <p:cNvPr id="37" name="Oval 36">
            <a:extLst>
              <a:ext uri="{FF2B5EF4-FFF2-40B4-BE49-F238E27FC236}">
                <a16:creationId xmlns:a16="http://schemas.microsoft.com/office/drawing/2014/main" id="{C13AA864-4282-40A7-7553-37DC79A60944}"/>
              </a:ext>
            </a:extLst>
          </p:cNvPr>
          <p:cNvSpPr/>
          <p:nvPr/>
        </p:nvSpPr>
        <p:spPr>
          <a:xfrm>
            <a:off x="9700591" y="2754789"/>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38" name="Oval 37">
            <a:extLst>
              <a:ext uri="{FF2B5EF4-FFF2-40B4-BE49-F238E27FC236}">
                <a16:creationId xmlns:a16="http://schemas.microsoft.com/office/drawing/2014/main" id="{85663A7E-E315-F692-2774-F67406759CB9}"/>
              </a:ext>
            </a:extLst>
          </p:cNvPr>
          <p:cNvSpPr/>
          <p:nvPr/>
        </p:nvSpPr>
        <p:spPr>
          <a:xfrm>
            <a:off x="10358925" y="349202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39" name="Oval 38">
            <a:extLst>
              <a:ext uri="{FF2B5EF4-FFF2-40B4-BE49-F238E27FC236}">
                <a16:creationId xmlns:a16="http://schemas.microsoft.com/office/drawing/2014/main" id="{2C9B8950-808A-3FE5-90A3-90660BA3EDB9}"/>
              </a:ext>
            </a:extLst>
          </p:cNvPr>
          <p:cNvSpPr/>
          <p:nvPr/>
        </p:nvSpPr>
        <p:spPr>
          <a:xfrm>
            <a:off x="1008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0" name="Oval 39">
            <a:extLst>
              <a:ext uri="{FF2B5EF4-FFF2-40B4-BE49-F238E27FC236}">
                <a16:creationId xmlns:a16="http://schemas.microsoft.com/office/drawing/2014/main" id="{949F2B43-000D-1C0D-CBBD-05E7FBCABF4D}"/>
              </a:ext>
            </a:extLst>
          </p:cNvPr>
          <p:cNvSpPr/>
          <p:nvPr/>
        </p:nvSpPr>
        <p:spPr>
          <a:xfrm>
            <a:off x="1062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41" name="Straight Arrow Connector 40">
            <a:extLst>
              <a:ext uri="{FF2B5EF4-FFF2-40B4-BE49-F238E27FC236}">
                <a16:creationId xmlns:a16="http://schemas.microsoft.com/office/drawing/2014/main" id="{A5AAF281-4466-812B-6BC9-841C7325E072}"/>
              </a:ext>
            </a:extLst>
          </p:cNvPr>
          <p:cNvCxnSpPr>
            <a:cxnSpLocks/>
            <a:stCxn id="40" idx="0"/>
            <a:endCxn id="38" idx="5"/>
          </p:cNvCxnSpPr>
          <p:nvPr/>
        </p:nvCxnSpPr>
        <p:spPr>
          <a:xfrm flipH="1" flipV="1">
            <a:off x="10819844"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ABA43C78-08F2-229D-737B-53F6F070A99A}"/>
              </a:ext>
            </a:extLst>
          </p:cNvPr>
          <p:cNvCxnSpPr>
            <a:cxnSpLocks/>
            <a:stCxn id="39" idx="0"/>
            <a:endCxn id="38" idx="3"/>
          </p:cNvCxnSpPr>
          <p:nvPr/>
        </p:nvCxnSpPr>
        <p:spPr>
          <a:xfrm flipV="1">
            <a:off x="10358925"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D0AE8D90-F96F-3CF1-E791-300DE4AE6FCC}"/>
              </a:ext>
            </a:extLst>
          </p:cNvPr>
          <p:cNvSpPr/>
          <p:nvPr/>
        </p:nvSpPr>
        <p:spPr>
          <a:xfrm>
            <a:off x="8468385"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4" name="Oval 43">
            <a:extLst>
              <a:ext uri="{FF2B5EF4-FFF2-40B4-BE49-F238E27FC236}">
                <a16:creationId xmlns:a16="http://schemas.microsoft.com/office/drawing/2014/main" id="{085579AF-1449-B4AC-6D91-C677284825A8}"/>
              </a:ext>
            </a:extLst>
          </p:cNvPr>
          <p:cNvSpPr/>
          <p:nvPr/>
        </p:nvSpPr>
        <p:spPr>
          <a:xfrm>
            <a:off x="9029213" y="4972510"/>
            <a:ext cx="540000" cy="534920"/>
          </a:xfrm>
          <a:prstGeom prst="ellipse">
            <a:avLst/>
          </a:prstGeom>
          <a:solidFill>
            <a:srgbClr val="FF000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45" name="Oval 44">
            <a:extLst>
              <a:ext uri="{FF2B5EF4-FFF2-40B4-BE49-F238E27FC236}">
                <a16:creationId xmlns:a16="http://schemas.microsoft.com/office/drawing/2014/main" id="{BD59C6AD-C44A-9748-2436-48EAC489DE18}"/>
              </a:ext>
            </a:extLst>
          </p:cNvPr>
          <p:cNvSpPr/>
          <p:nvPr/>
        </p:nvSpPr>
        <p:spPr>
          <a:xfrm>
            <a:off x="9008655" y="354997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46" name="Oval 45">
            <a:extLst>
              <a:ext uri="{FF2B5EF4-FFF2-40B4-BE49-F238E27FC236}">
                <a16:creationId xmlns:a16="http://schemas.microsoft.com/office/drawing/2014/main" id="{B6FC1DF9-B033-6B02-10F2-90EDDA89A0FC}"/>
              </a:ext>
            </a:extLst>
          </p:cNvPr>
          <p:cNvSpPr/>
          <p:nvPr/>
        </p:nvSpPr>
        <p:spPr>
          <a:xfrm>
            <a:off x="8738385" y="427662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47" name="Oval 46">
            <a:extLst>
              <a:ext uri="{FF2B5EF4-FFF2-40B4-BE49-F238E27FC236}">
                <a16:creationId xmlns:a16="http://schemas.microsoft.com/office/drawing/2014/main" id="{41077350-F84C-6EAB-AB21-453D35FF959A}"/>
              </a:ext>
            </a:extLst>
          </p:cNvPr>
          <p:cNvSpPr/>
          <p:nvPr/>
        </p:nvSpPr>
        <p:spPr>
          <a:xfrm>
            <a:off x="9413655" y="427662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48" name="Straight Arrow Connector 47">
            <a:extLst>
              <a:ext uri="{FF2B5EF4-FFF2-40B4-BE49-F238E27FC236}">
                <a16:creationId xmlns:a16="http://schemas.microsoft.com/office/drawing/2014/main" id="{8BA67ECF-3396-2F4D-1BA7-0BBF036E08C0}"/>
              </a:ext>
            </a:extLst>
          </p:cNvPr>
          <p:cNvCxnSpPr>
            <a:cxnSpLocks/>
            <a:stCxn id="46" idx="0"/>
            <a:endCxn id="45" idx="3"/>
          </p:cNvCxnSpPr>
          <p:nvPr/>
        </p:nvCxnSpPr>
        <p:spPr>
          <a:xfrm flipV="1">
            <a:off x="9008385" y="4006554"/>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3732FBB6-C845-D188-5D03-A3D5F2792C52}"/>
              </a:ext>
            </a:extLst>
          </p:cNvPr>
          <p:cNvCxnSpPr>
            <a:cxnSpLocks/>
            <a:stCxn id="47" idx="0"/>
            <a:endCxn id="45" idx="5"/>
          </p:cNvCxnSpPr>
          <p:nvPr/>
        </p:nvCxnSpPr>
        <p:spPr>
          <a:xfrm flipH="1" flipV="1">
            <a:off x="9469574" y="4006554"/>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C2E0A4FD-EAD6-59E3-971E-21DAE64E4353}"/>
              </a:ext>
            </a:extLst>
          </p:cNvPr>
          <p:cNvCxnSpPr>
            <a:cxnSpLocks/>
            <a:stCxn id="44" idx="0"/>
            <a:endCxn id="46" idx="5"/>
          </p:cNvCxnSpPr>
          <p:nvPr/>
        </p:nvCxnSpPr>
        <p:spPr>
          <a:xfrm flipH="1" flipV="1">
            <a:off x="9199304" y="4733203"/>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0F99F839-D1A5-C64C-272F-32923CE7447A}"/>
              </a:ext>
            </a:extLst>
          </p:cNvPr>
          <p:cNvCxnSpPr>
            <a:cxnSpLocks/>
            <a:stCxn id="43" idx="0"/>
            <a:endCxn id="46" idx="3"/>
          </p:cNvCxnSpPr>
          <p:nvPr/>
        </p:nvCxnSpPr>
        <p:spPr>
          <a:xfrm flipV="1">
            <a:off x="8738385" y="4733203"/>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739E66F5-E74B-1C2C-EC8B-55E1FF172CAF}"/>
              </a:ext>
            </a:extLst>
          </p:cNvPr>
          <p:cNvCxnSpPr>
            <a:cxnSpLocks/>
            <a:stCxn id="45" idx="0"/>
            <a:endCxn id="37" idx="3"/>
          </p:cNvCxnSpPr>
          <p:nvPr/>
        </p:nvCxnSpPr>
        <p:spPr>
          <a:xfrm flipV="1">
            <a:off x="9278655" y="3211372"/>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63071469-EC42-6B2B-2EA6-36CEA83F72E4}"/>
              </a:ext>
            </a:extLst>
          </p:cNvPr>
          <p:cNvCxnSpPr>
            <a:cxnSpLocks/>
            <a:stCxn id="38" idx="0"/>
            <a:endCxn id="37" idx="5"/>
          </p:cNvCxnSpPr>
          <p:nvPr/>
        </p:nvCxnSpPr>
        <p:spPr>
          <a:xfrm flipH="1" flipV="1">
            <a:off x="10161510" y="3211372"/>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C9A36F37-72FE-EDE3-91BF-35C278E64650}"/>
                  </a:ext>
                </a:extLst>
              </p:cNvPr>
              <p:cNvSpPr txBox="1"/>
              <p:nvPr/>
            </p:nvSpPr>
            <p:spPr>
              <a:xfrm>
                <a:off x="9683655" y="5001443"/>
                <a:ext cx="115191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i="1" smtClean="0">
                          <a:latin typeface="Cambria Math" panose="02040503050406030204" pitchFamily="18" charset="0"/>
                        </a:rPr>
                        <m:t>𝑓</m:t>
                      </m:r>
                      <m:r>
                        <a:rPr lang="en-GB" sz="2500" b="0" i="1" smtClean="0">
                          <a:latin typeface="Cambria Math" panose="02040503050406030204" pitchFamily="18" charset="0"/>
                        </a:rPr>
                        <m:t>𝑖𝑏</m:t>
                      </m:r>
                      <m:r>
                        <a:rPr lang="en-GB" sz="2500" b="0" i="1" smtClean="0">
                          <a:latin typeface="Cambria Math" panose="02040503050406030204" pitchFamily="18" charset="0"/>
                        </a:rPr>
                        <m:t>(1)</m:t>
                      </m:r>
                    </m:oMath>
                  </m:oMathPara>
                </a14:m>
                <a:endParaRPr lang="en-US" sz="2500" dirty="0"/>
              </a:p>
            </p:txBody>
          </p:sp>
        </mc:Choice>
        <mc:Fallback xmlns="">
          <p:sp>
            <p:nvSpPr>
              <p:cNvPr id="57" name="TextBox 56">
                <a:extLst>
                  <a:ext uri="{FF2B5EF4-FFF2-40B4-BE49-F238E27FC236}">
                    <a16:creationId xmlns:a16="http://schemas.microsoft.com/office/drawing/2014/main" id="{C9A36F37-72FE-EDE3-91BF-35C278E64650}"/>
                  </a:ext>
                </a:extLst>
              </p:cNvPr>
              <p:cNvSpPr txBox="1">
                <a:spLocks noRot="1" noChangeAspect="1" noMove="1" noResize="1" noEditPoints="1" noAdjustHandles="1" noChangeArrowheads="1" noChangeShapeType="1" noTextEdit="1"/>
              </p:cNvSpPr>
              <p:nvPr/>
            </p:nvSpPr>
            <p:spPr>
              <a:xfrm>
                <a:off x="9683655" y="5001443"/>
                <a:ext cx="1151918" cy="477054"/>
              </a:xfrm>
              <a:prstGeom prst="rect">
                <a:avLst/>
              </a:prstGeom>
              <a:blipFill>
                <a:blip r:embed="rId2"/>
                <a:stretch>
                  <a:fillRect l="-1064" r="-1064" b="-14634"/>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58" name="Table 57">
                <a:extLst>
                  <a:ext uri="{FF2B5EF4-FFF2-40B4-BE49-F238E27FC236}">
                    <a16:creationId xmlns:a16="http://schemas.microsoft.com/office/drawing/2014/main" id="{F1E8267A-2A4F-E5FC-6533-5F6363997128}"/>
                  </a:ext>
                </a:extLst>
              </p:cNvPr>
              <p:cNvGraphicFramePr>
                <a:graphicFrameLocks noGrp="1"/>
              </p:cNvGraphicFramePr>
              <p:nvPr>
                <p:extLst>
                  <p:ext uri="{D42A27DB-BD31-4B8C-83A1-F6EECF244321}">
                    <p14:modId xmlns:p14="http://schemas.microsoft.com/office/powerpoint/2010/main" val="1947118398"/>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𝟎</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𝟒</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𝟓</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Choice>
        <mc:Fallback xmlns="">
          <p:graphicFrame>
            <p:nvGraphicFramePr>
              <p:cNvPr id="58" name="Table 57">
                <a:extLst>
                  <a:ext uri="{FF2B5EF4-FFF2-40B4-BE49-F238E27FC236}">
                    <a16:creationId xmlns:a16="http://schemas.microsoft.com/office/drawing/2014/main" id="{F1E8267A-2A4F-E5FC-6533-5F6363997128}"/>
                  </a:ext>
                </a:extLst>
              </p:cNvPr>
              <p:cNvGraphicFramePr>
                <a:graphicFrameLocks noGrp="1"/>
              </p:cNvGraphicFramePr>
              <p:nvPr>
                <p:extLst>
                  <p:ext uri="{D42A27DB-BD31-4B8C-83A1-F6EECF244321}">
                    <p14:modId xmlns:p14="http://schemas.microsoft.com/office/powerpoint/2010/main" val="1947118398"/>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667" t="-2273" r="-5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1667" t="-2273" r="-4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98361" t="-2273" r="-298361"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3333" t="-2273" r="-2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03333" t="-2273" r="-1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503333" t="-2273" r="-3333"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Fallback>
      </mc:AlternateContent>
    </p:spTree>
    <p:extLst>
      <p:ext uri="{BB962C8B-B14F-4D97-AF65-F5344CB8AC3E}">
        <p14:creationId xmlns:p14="http://schemas.microsoft.com/office/powerpoint/2010/main" val="13482568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6193609A-C19A-2E62-2B5F-30CDA09675CF}"/>
            </a:ext>
          </a:extLst>
        </p:cNvPr>
        <p:cNvGrpSpPr/>
        <p:nvPr/>
      </p:nvGrpSpPr>
      <p:grpSpPr>
        <a:xfrm>
          <a:off x="0" y="0"/>
          <a:ext cx="0" cy="0"/>
          <a:chOff x="0" y="0"/>
          <a:chExt cx="0" cy="0"/>
        </a:xfrm>
      </p:grpSpPr>
      <p:sp>
        <p:nvSpPr>
          <p:cNvPr id="52" name="TextBox 51">
            <a:extLst>
              <a:ext uri="{FF2B5EF4-FFF2-40B4-BE49-F238E27FC236}">
                <a16:creationId xmlns:a16="http://schemas.microsoft.com/office/drawing/2014/main" id="{6B1D9D6D-9652-8639-0EFF-1C2EE6121EE6}"/>
              </a:ext>
            </a:extLst>
          </p:cNvPr>
          <p:cNvSpPr txBox="1"/>
          <p:nvPr/>
        </p:nvSpPr>
        <p:spPr>
          <a:xfrm>
            <a:off x="827256" y="801930"/>
            <a:ext cx="5252720" cy="4615046"/>
          </a:xfrm>
          <a:prstGeom prst="rect">
            <a:avLst/>
          </a:prstGeom>
          <a:solidFill>
            <a:schemeClr val="tx1"/>
          </a:solidFill>
        </p:spPr>
        <p:txBody>
          <a:bodyPr wrap="square">
            <a:spAutoFit/>
          </a:bodyPr>
          <a:lstStyle/>
          <a:p>
            <a:pPr>
              <a:lnSpc>
                <a:spcPct val="150000"/>
              </a:lnSpc>
              <a:buNone/>
            </a:pPr>
            <a:endParaRPr lang="en-PH" b="0" dirty="0">
              <a:solidFill>
                <a:srgbClr val="9CDCFE"/>
              </a:solidFill>
              <a:effectLst/>
              <a:latin typeface="Menlo" panose="020B0609030804020204" pitchFamily="49" charset="0"/>
            </a:endParaRPr>
          </a:p>
          <a:p>
            <a:pPr>
              <a:lnSpc>
                <a:spcPct val="150000"/>
              </a:lnSpc>
              <a:buNone/>
            </a:pP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569CD6"/>
                </a:solidFill>
                <a:effectLst/>
                <a:latin typeface="Menlo" panose="020B0609030804020204" pitchFamily="49" charset="0"/>
              </a:rPr>
              <a:t>in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p>
          <a:p>
            <a:pPr>
              <a:lnSpc>
                <a:spcPct val="150000"/>
              </a:lnSpc>
              <a:buNone/>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2">
              <a:lnSpc>
                <a:spcPct val="150000"/>
              </a:lnSpc>
            </a:pPr>
            <a:r>
              <a:rPr lang="en-PH" b="0" dirty="0">
                <a:solidFill>
                  <a:srgbClr val="9CDCFE"/>
                </a:solidFill>
                <a:effectLst/>
                <a:latin typeface="Menlo" panose="020B0609030804020204" pitchFamily="49" charset="0"/>
              </a:rPr>
              <a:t>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lvl="1">
              <a:lnSpc>
                <a:spcPct val="150000"/>
              </a:lnSpc>
            </a:pPr>
            <a:endParaRPr lang="en-PH" b="0" dirty="0">
              <a:solidFill>
                <a:srgbClr val="CCCCCC"/>
              </a:solidFill>
              <a:effectLst/>
              <a:latin typeface="Menlo" panose="020B0609030804020204" pitchFamily="49" charset="0"/>
            </a:endParaRPr>
          </a:p>
        </p:txBody>
      </p:sp>
      <p:sp>
        <p:nvSpPr>
          <p:cNvPr id="37" name="Oval 36">
            <a:extLst>
              <a:ext uri="{FF2B5EF4-FFF2-40B4-BE49-F238E27FC236}">
                <a16:creationId xmlns:a16="http://schemas.microsoft.com/office/drawing/2014/main" id="{33E0497D-95CF-11F0-967D-B39C4CD1B3F0}"/>
              </a:ext>
            </a:extLst>
          </p:cNvPr>
          <p:cNvSpPr/>
          <p:nvPr/>
        </p:nvSpPr>
        <p:spPr>
          <a:xfrm>
            <a:off x="9700591" y="2754789"/>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38" name="Oval 37">
            <a:extLst>
              <a:ext uri="{FF2B5EF4-FFF2-40B4-BE49-F238E27FC236}">
                <a16:creationId xmlns:a16="http://schemas.microsoft.com/office/drawing/2014/main" id="{97FEF1FD-3B67-79EE-BDA4-054C9F62EA69}"/>
              </a:ext>
            </a:extLst>
          </p:cNvPr>
          <p:cNvSpPr/>
          <p:nvPr/>
        </p:nvSpPr>
        <p:spPr>
          <a:xfrm>
            <a:off x="10358925" y="349202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39" name="Oval 38">
            <a:extLst>
              <a:ext uri="{FF2B5EF4-FFF2-40B4-BE49-F238E27FC236}">
                <a16:creationId xmlns:a16="http://schemas.microsoft.com/office/drawing/2014/main" id="{10FF189B-368B-FAC5-8124-71E9FB858EC5}"/>
              </a:ext>
            </a:extLst>
          </p:cNvPr>
          <p:cNvSpPr/>
          <p:nvPr/>
        </p:nvSpPr>
        <p:spPr>
          <a:xfrm>
            <a:off x="1008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0" name="Oval 39">
            <a:extLst>
              <a:ext uri="{FF2B5EF4-FFF2-40B4-BE49-F238E27FC236}">
                <a16:creationId xmlns:a16="http://schemas.microsoft.com/office/drawing/2014/main" id="{C0090BD9-DEC3-619D-BC35-EC6083A53DD5}"/>
              </a:ext>
            </a:extLst>
          </p:cNvPr>
          <p:cNvSpPr/>
          <p:nvPr/>
        </p:nvSpPr>
        <p:spPr>
          <a:xfrm>
            <a:off x="1062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41" name="Straight Arrow Connector 40">
            <a:extLst>
              <a:ext uri="{FF2B5EF4-FFF2-40B4-BE49-F238E27FC236}">
                <a16:creationId xmlns:a16="http://schemas.microsoft.com/office/drawing/2014/main" id="{4E1AACD6-C97F-4BDF-A9AF-8BED57DFD726}"/>
              </a:ext>
            </a:extLst>
          </p:cNvPr>
          <p:cNvCxnSpPr>
            <a:cxnSpLocks/>
            <a:stCxn id="40" idx="0"/>
            <a:endCxn id="38" idx="5"/>
          </p:cNvCxnSpPr>
          <p:nvPr/>
        </p:nvCxnSpPr>
        <p:spPr>
          <a:xfrm flipH="1" flipV="1">
            <a:off x="10819844"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CDE25C32-F4BC-E2E6-E013-E59BCBEC97B0}"/>
              </a:ext>
            </a:extLst>
          </p:cNvPr>
          <p:cNvCxnSpPr>
            <a:cxnSpLocks/>
            <a:stCxn id="39" idx="0"/>
            <a:endCxn id="38" idx="3"/>
          </p:cNvCxnSpPr>
          <p:nvPr/>
        </p:nvCxnSpPr>
        <p:spPr>
          <a:xfrm flipV="1">
            <a:off x="10358925"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82C5F6C5-352A-C564-6A2A-4B3B4F2EFCBD}"/>
              </a:ext>
            </a:extLst>
          </p:cNvPr>
          <p:cNvSpPr/>
          <p:nvPr/>
        </p:nvSpPr>
        <p:spPr>
          <a:xfrm>
            <a:off x="8468385"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4" name="Oval 43">
            <a:extLst>
              <a:ext uri="{FF2B5EF4-FFF2-40B4-BE49-F238E27FC236}">
                <a16:creationId xmlns:a16="http://schemas.microsoft.com/office/drawing/2014/main" id="{9D1585C0-18A8-3382-F881-143E2B7C6615}"/>
              </a:ext>
            </a:extLst>
          </p:cNvPr>
          <p:cNvSpPr/>
          <p:nvPr/>
        </p:nvSpPr>
        <p:spPr>
          <a:xfrm>
            <a:off x="9029213"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45" name="Oval 44">
            <a:extLst>
              <a:ext uri="{FF2B5EF4-FFF2-40B4-BE49-F238E27FC236}">
                <a16:creationId xmlns:a16="http://schemas.microsoft.com/office/drawing/2014/main" id="{C9B9A699-3FC9-6D45-0F25-FA54667CFF33}"/>
              </a:ext>
            </a:extLst>
          </p:cNvPr>
          <p:cNvSpPr/>
          <p:nvPr/>
        </p:nvSpPr>
        <p:spPr>
          <a:xfrm>
            <a:off x="9008655" y="354997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46" name="Oval 45">
            <a:extLst>
              <a:ext uri="{FF2B5EF4-FFF2-40B4-BE49-F238E27FC236}">
                <a16:creationId xmlns:a16="http://schemas.microsoft.com/office/drawing/2014/main" id="{14376746-63E0-55AC-54A5-1439D9B880D8}"/>
              </a:ext>
            </a:extLst>
          </p:cNvPr>
          <p:cNvSpPr/>
          <p:nvPr/>
        </p:nvSpPr>
        <p:spPr>
          <a:xfrm>
            <a:off x="8738385" y="427662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47" name="Oval 46">
            <a:extLst>
              <a:ext uri="{FF2B5EF4-FFF2-40B4-BE49-F238E27FC236}">
                <a16:creationId xmlns:a16="http://schemas.microsoft.com/office/drawing/2014/main" id="{F12E02BB-89DF-A01A-8DD6-A245EDAA547A}"/>
              </a:ext>
            </a:extLst>
          </p:cNvPr>
          <p:cNvSpPr/>
          <p:nvPr/>
        </p:nvSpPr>
        <p:spPr>
          <a:xfrm>
            <a:off x="9413655" y="427662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48" name="Straight Arrow Connector 47">
            <a:extLst>
              <a:ext uri="{FF2B5EF4-FFF2-40B4-BE49-F238E27FC236}">
                <a16:creationId xmlns:a16="http://schemas.microsoft.com/office/drawing/2014/main" id="{65EC570A-E4CD-A7D9-AC53-C4B4B402B24B}"/>
              </a:ext>
            </a:extLst>
          </p:cNvPr>
          <p:cNvCxnSpPr>
            <a:cxnSpLocks/>
            <a:stCxn id="46" idx="0"/>
            <a:endCxn id="45" idx="3"/>
          </p:cNvCxnSpPr>
          <p:nvPr/>
        </p:nvCxnSpPr>
        <p:spPr>
          <a:xfrm flipV="1">
            <a:off x="9008385" y="4006554"/>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634753BA-B5B1-7CFD-E19B-38D24EE08FEC}"/>
              </a:ext>
            </a:extLst>
          </p:cNvPr>
          <p:cNvCxnSpPr>
            <a:cxnSpLocks/>
            <a:stCxn id="47" idx="0"/>
            <a:endCxn id="45" idx="5"/>
          </p:cNvCxnSpPr>
          <p:nvPr/>
        </p:nvCxnSpPr>
        <p:spPr>
          <a:xfrm flipH="1" flipV="1">
            <a:off x="9469574" y="4006554"/>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31B71D37-CD9D-C649-F333-D811279BF0BC}"/>
              </a:ext>
            </a:extLst>
          </p:cNvPr>
          <p:cNvCxnSpPr>
            <a:cxnSpLocks/>
            <a:stCxn id="44" idx="0"/>
            <a:endCxn id="46" idx="5"/>
          </p:cNvCxnSpPr>
          <p:nvPr/>
        </p:nvCxnSpPr>
        <p:spPr>
          <a:xfrm flipH="1" flipV="1">
            <a:off x="9199304" y="4733203"/>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92CD8E9F-123D-97B6-FC76-BF1F08CCFA66}"/>
              </a:ext>
            </a:extLst>
          </p:cNvPr>
          <p:cNvCxnSpPr>
            <a:cxnSpLocks/>
            <a:stCxn id="43" idx="0"/>
            <a:endCxn id="46" idx="3"/>
          </p:cNvCxnSpPr>
          <p:nvPr/>
        </p:nvCxnSpPr>
        <p:spPr>
          <a:xfrm flipV="1">
            <a:off x="8738385" y="4733203"/>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9B6F8BA4-0CAD-97AD-5229-7F66CE28A7EB}"/>
              </a:ext>
            </a:extLst>
          </p:cNvPr>
          <p:cNvCxnSpPr>
            <a:cxnSpLocks/>
            <a:stCxn id="45" idx="0"/>
            <a:endCxn id="37" idx="3"/>
          </p:cNvCxnSpPr>
          <p:nvPr/>
        </p:nvCxnSpPr>
        <p:spPr>
          <a:xfrm flipV="1">
            <a:off x="9278655" y="3211372"/>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92D5A9D1-239C-1BDB-9FDE-4ECE2D2128A7}"/>
              </a:ext>
            </a:extLst>
          </p:cNvPr>
          <p:cNvCxnSpPr>
            <a:cxnSpLocks/>
            <a:stCxn id="38" idx="0"/>
            <a:endCxn id="37" idx="5"/>
          </p:cNvCxnSpPr>
          <p:nvPr/>
        </p:nvCxnSpPr>
        <p:spPr>
          <a:xfrm flipH="1" flipV="1">
            <a:off x="10161510" y="3211372"/>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DFC2FE45-9E76-96DC-E462-8541521E7B44}"/>
                  </a:ext>
                </a:extLst>
              </p:cNvPr>
              <p:cNvSpPr txBox="1"/>
              <p:nvPr/>
            </p:nvSpPr>
            <p:spPr>
              <a:xfrm>
                <a:off x="9683655" y="5001443"/>
                <a:ext cx="115191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i="1" smtClean="0">
                          <a:latin typeface="Cambria Math" panose="02040503050406030204" pitchFamily="18" charset="0"/>
                        </a:rPr>
                        <m:t>𝑓</m:t>
                      </m:r>
                      <m:r>
                        <a:rPr lang="en-GB" sz="2500" b="0" i="1" smtClean="0">
                          <a:latin typeface="Cambria Math" panose="02040503050406030204" pitchFamily="18" charset="0"/>
                        </a:rPr>
                        <m:t>𝑖𝑏</m:t>
                      </m:r>
                      <m:r>
                        <a:rPr lang="en-GB" sz="2500" b="0" i="1" smtClean="0">
                          <a:latin typeface="Cambria Math" panose="02040503050406030204" pitchFamily="18" charset="0"/>
                        </a:rPr>
                        <m:t>(1)</m:t>
                      </m:r>
                    </m:oMath>
                  </m:oMathPara>
                </a14:m>
                <a:endParaRPr lang="en-US" sz="2500" dirty="0"/>
              </a:p>
            </p:txBody>
          </p:sp>
        </mc:Choice>
        <mc:Fallback xmlns="">
          <p:sp>
            <p:nvSpPr>
              <p:cNvPr id="57" name="TextBox 56">
                <a:extLst>
                  <a:ext uri="{FF2B5EF4-FFF2-40B4-BE49-F238E27FC236}">
                    <a16:creationId xmlns:a16="http://schemas.microsoft.com/office/drawing/2014/main" id="{DFC2FE45-9E76-96DC-E462-8541521E7B44}"/>
                  </a:ext>
                </a:extLst>
              </p:cNvPr>
              <p:cNvSpPr txBox="1">
                <a:spLocks noRot="1" noChangeAspect="1" noMove="1" noResize="1" noEditPoints="1" noAdjustHandles="1" noChangeArrowheads="1" noChangeShapeType="1" noTextEdit="1"/>
              </p:cNvSpPr>
              <p:nvPr/>
            </p:nvSpPr>
            <p:spPr>
              <a:xfrm>
                <a:off x="9683655" y="5001443"/>
                <a:ext cx="1151918" cy="477054"/>
              </a:xfrm>
              <a:prstGeom prst="rect">
                <a:avLst/>
              </a:prstGeom>
              <a:blipFill>
                <a:blip r:embed="rId2"/>
                <a:stretch>
                  <a:fillRect l="-1064" r="-1064" b="-14634"/>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58" name="Table 57">
                <a:extLst>
                  <a:ext uri="{FF2B5EF4-FFF2-40B4-BE49-F238E27FC236}">
                    <a16:creationId xmlns:a16="http://schemas.microsoft.com/office/drawing/2014/main" id="{8C70116D-1E2F-DD16-84F2-22E9BD70C9CC}"/>
                  </a:ext>
                </a:extLst>
              </p:cNvPr>
              <p:cNvGraphicFramePr>
                <a:graphicFrameLocks noGrp="1"/>
              </p:cNvGraphicFramePr>
              <p:nvPr>
                <p:extLst>
                  <p:ext uri="{D42A27DB-BD31-4B8C-83A1-F6EECF244321}">
                    <p14:modId xmlns:p14="http://schemas.microsoft.com/office/powerpoint/2010/main" val="1671019888"/>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𝟎</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𝟒</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𝟓</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Choice>
        <mc:Fallback xmlns="">
          <p:graphicFrame>
            <p:nvGraphicFramePr>
              <p:cNvPr id="58" name="Table 57">
                <a:extLst>
                  <a:ext uri="{FF2B5EF4-FFF2-40B4-BE49-F238E27FC236}">
                    <a16:creationId xmlns:a16="http://schemas.microsoft.com/office/drawing/2014/main" id="{8C70116D-1E2F-DD16-84F2-22E9BD70C9CC}"/>
                  </a:ext>
                </a:extLst>
              </p:cNvPr>
              <p:cNvGraphicFramePr>
                <a:graphicFrameLocks noGrp="1"/>
              </p:cNvGraphicFramePr>
              <p:nvPr>
                <p:extLst>
                  <p:ext uri="{D42A27DB-BD31-4B8C-83A1-F6EECF244321}">
                    <p14:modId xmlns:p14="http://schemas.microsoft.com/office/powerpoint/2010/main" val="1671019888"/>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667" t="-2273" r="-5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1667" t="-2273" r="-4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98361" t="-2273" r="-298361"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3333" t="-2273" r="-2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03333" t="-2273" r="-1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503333" t="-2273" r="-3333"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Fallback>
      </mc:AlternateContent>
    </p:spTree>
    <p:extLst>
      <p:ext uri="{BB962C8B-B14F-4D97-AF65-F5344CB8AC3E}">
        <p14:creationId xmlns:p14="http://schemas.microsoft.com/office/powerpoint/2010/main" val="323795360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4682C72-FDE7-1CF7-FEC3-F35AB665C663}"/>
            </a:ext>
          </a:extLst>
        </p:cNvPr>
        <p:cNvGrpSpPr/>
        <p:nvPr/>
      </p:nvGrpSpPr>
      <p:grpSpPr>
        <a:xfrm>
          <a:off x="0" y="0"/>
          <a:ext cx="0" cy="0"/>
          <a:chOff x="0" y="0"/>
          <a:chExt cx="0" cy="0"/>
        </a:xfrm>
      </p:grpSpPr>
      <p:sp>
        <p:nvSpPr>
          <p:cNvPr id="52" name="TextBox 51">
            <a:extLst>
              <a:ext uri="{FF2B5EF4-FFF2-40B4-BE49-F238E27FC236}">
                <a16:creationId xmlns:a16="http://schemas.microsoft.com/office/drawing/2014/main" id="{C8E4D99A-BEF8-7AF6-079D-0F38FE23E977}"/>
              </a:ext>
            </a:extLst>
          </p:cNvPr>
          <p:cNvSpPr txBox="1"/>
          <p:nvPr/>
        </p:nvSpPr>
        <p:spPr>
          <a:xfrm>
            <a:off x="827256" y="801930"/>
            <a:ext cx="5252720" cy="4615046"/>
          </a:xfrm>
          <a:prstGeom prst="rect">
            <a:avLst/>
          </a:prstGeom>
          <a:solidFill>
            <a:schemeClr val="tx1"/>
          </a:solidFill>
        </p:spPr>
        <p:txBody>
          <a:bodyPr wrap="square">
            <a:spAutoFit/>
          </a:bodyPr>
          <a:lstStyle/>
          <a:p>
            <a:pPr>
              <a:lnSpc>
                <a:spcPct val="150000"/>
              </a:lnSpc>
              <a:buNone/>
            </a:pPr>
            <a:endParaRPr lang="en-PH" b="0" dirty="0">
              <a:solidFill>
                <a:srgbClr val="9CDCFE"/>
              </a:solidFill>
              <a:effectLst/>
              <a:latin typeface="Menlo" panose="020B0609030804020204" pitchFamily="49" charset="0"/>
            </a:endParaRPr>
          </a:p>
          <a:p>
            <a:pPr>
              <a:lnSpc>
                <a:spcPct val="150000"/>
              </a:lnSpc>
              <a:buNone/>
            </a:pP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569CD6"/>
                </a:solidFill>
                <a:effectLst/>
                <a:latin typeface="Menlo" panose="020B0609030804020204" pitchFamily="49" charset="0"/>
              </a:rPr>
              <a:t>in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p>
          <a:p>
            <a:pPr>
              <a:lnSpc>
                <a:spcPct val="150000"/>
              </a:lnSpc>
              <a:buNone/>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2">
              <a:lnSpc>
                <a:spcPct val="150000"/>
              </a:lnSpc>
            </a:pPr>
            <a:r>
              <a:rPr lang="en-PH" b="0" dirty="0">
                <a:solidFill>
                  <a:srgbClr val="9CDCFE"/>
                </a:solidFill>
                <a:effectLst/>
                <a:latin typeface="Menlo" panose="020B0609030804020204" pitchFamily="49" charset="0"/>
              </a:rPr>
              <a:t>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lvl="1">
              <a:lnSpc>
                <a:spcPct val="150000"/>
              </a:lnSpc>
            </a:pPr>
            <a:endParaRPr lang="en-PH" b="0" dirty="0">
              <a:solidFill>
                <a:srgbClr val="CCCCCC"/>
              </a:solidFill>
              <a:effectLst/>
              <a:latin typeface="Menlo" panose="020B0609030804020204" pitchFamily="49" charset="0"/>
            </a:endParaRPr>
          </a:p>
        </p:txBody>
      </p:sp>
      <p:sp>
        <p:nvSpPr>
          <p:cNvPr id="37" name="Oval 36">
            <a:extLst>
              <a:ext uri="{FF2B5EF4-FFF2-40B4-BE49-F238E27FC236}">
                <a16:creationId xmlns:a16="http://schemas.microsoft.com/office/drawing/2014/main" id="{A5B8531D-D832-FBCB-D3DB-50354E3B045F}"/>
              </a:ext>
            </a:extLst>
          </p:cNvPr>
          <p:cNvSpPr/>
          <p:nvPr/>
        </p:nvSpPr>
        <p:spPr>
          <a:xfrm>
            <a:off x="9700591" y="2754789"/>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38" name="Oval 37">
            <a:extLst>
              <a:ext uri="{FF2B5EF4-FFF2-40B4-BE49-F238E27FC236}">
                <a16:creationId xmlns:a16="http://schemas.microsoft.com/office/drawing/2014/main" id="{B7704CE8-D7A3-0758-03F3-243E8A64E22A}"/>
              </a:ext>
            </a:extLst>
          </p:cNvPr>
          <p:cNvSpPr/>
          <p:nvPr/>
        </p:nvSpPr>
        <p:spPr>
          <a:xfrm>
            <a:off x="10358925" y="349202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39" name="Oval 38">
            <a:extLst>
              <a:ext uri="{FF2B5EF4-FFF2-40B4-BE49-F238E27FC236}">
                <a16:creationId xmlns:a16="http://schemas.microsoft.com/office/drawing/2014/main" id="{44E98B1B-07FF-E312-8CA2-5A9576B78446}"/>
              </a:ext>
            </a:extLst>
          </p:cNvPr>
          <p:cNvSpPr/>
          <p:nvPr/>
        </p:nvSpPr>
        <p:spPr>
          <a:xfrm>
            <a:off x="1008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0" name="Oval 39">
            <a:extLst>
              <a:ext uri="{FF2B5EF4-FFF2-40B4-BE49-F238E27FC236}">
                <a16:creationId xmlns:a16="http://schemas.microsoft.com/office/drawing/2014/main" id="{5BDF4F55-F008-3A2E-A8CF-BF3513201D8C}"/>
              </a:ext>
            </a:extLst>
          </p:cNvPr>
          <p:cNvSpPr/>
          <p:nvPr/>
        </p:nvSpPr>
        <p:spPr>
          <a:xfrm>
            <a:off x="1062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41" name="Straight Arrow Connector 40">
            <a:extLst>
              <a:ext uri="{FF2B5EF4-FFF2-40B4-BE49-F238E27FC236}">
                <a16:creationId xmlns:a16="http://schemas.microsoft.com/office/drawing/2014/main" id="{14BABB52-1930-27D4-E736-6DD0A83D3363}"/>
              </a:ext>
            </a:extLst>
          </p:cNvPr>
          <p:cNvCxnSpPr>
            <a:cxnSpLocks/>
            <a:stCxn id="40" idx="0"/>
            <a:endCxn id="38" idx="5"/>
          </p:cNvCxnSpPr>
          <p:nvPr/>
        </p:nvCxnSpPr>
        <p:spPr>
          <a:xfrm flipH="1" flipV="1">
            <a:off x="10819844"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34908238-EEDB-E8C2-8288-69CF2008B679}"/>
              </a:ext>
            </a:extLst>
          </p:cNvPr>
          <p:cNvCxnSpPr>
            <a:cxnSpLocks/>
            <a:stCxn id="39" idx="0"/>
            <a:endCxn id="38" idx="3"/>
          </p:cNvCxnSpPr>
          <p:nvPr/>
        </p:nvCxnSpPr>
        <p:spPr>
          <a:xfrm flipV="1">
            <a:off x="10358925"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017FEC92-0FF6-2F1D-C469-2261D631F22C}"/>
              </a:ext>
            </a:extLst>
          </p:cNvPr>
          <p:cNvSpPr/>
          <p:nvPr/>
        </p:nvSpPr>
        <p:spPr>
          <a:xfrm>
            <a:off x="8468385"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4" name="Oval 43">
            <a:extLst>
              <a:ext uri="{FF2B5EF4-FFF2-40B4-BE49-F238E27FC236}">
                <a16:creationId xmlns:a16="http://schemas.microsoft.com/office/drawing/2014/main" id="{05E2771B-2AB4-A51C-66A6-5D76BDC22419}"/>
              </a:ext>
            </a:extLst>
          </p:cNvPr>
          <p:cNvSpPr/>
          <p:nvPr/>
        </p:nvSpPr>
        <p:spPr>
          <a:xfrm>
            <a:off x="9029213"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45" name="Oval 44">
            <a:extLst>
              <a:ext uri="{FF2B5EF4-FFF2-40B4-BE49-F238E27FC236}">
                <a16:creationId xmlns:a16="http://schemas.microsoft.com/office/drawing/2014/main" id="{26231A59-AFAF-9613-D987-DA96AD529E53}"/>
              </a:ext>
            </a:extLst>
          </p:cNvPr>
          <p:cNvSpPr/>
          <p:nvPr/>
        </p:nvSpPr>
        <p:spPr>
          <a:xfrm>
            <a:off x="9008655" y="354997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46" name="Oval 45">
            <a:extLst>
              <a:ext uri="{FF2B5EF4-FFF2-40B4-BE49-F238E27FC236}">
                <a16:creationId xmlns:a16="http://schemas.microsoft.com/office/drawing/2014/main" id="{7A4D7164-36CA-0E6F-0995-FD623B30E972}"/>
              </a:ext>
            </a:extLst>
          </p:cNvPr>
          <p:cNvSpPr/>
          <p:nvPr/>
        </p:nvSpPr>
        <p:spPr>
          <a:xfrm>
            <a:off x="8738385" y="4276620"/>
            <a:ext cx="540000" cy="534920"/>
          </a:xfrm>
          <a:prstGeom prst="ellipse">
            <a:avLst/>
          </a:prstGeom>
          <a:solidFill>
            <a:srgbClr val="FF000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47" name="Oval 46">
            <a:extLst>
              <a:ext uri="{FF2B5EF4-FFF2-40B4-BE49-F238E27FC236}">
                <a16:creationId xmlns:a16="http://schemas.microsoft.com/office/drawing/2014/main" id="{177EF420-F130-17EE-701B-2E3C965AD544}"/>
              </a:ext>
            </a:extLst>
          </p:cNvPr>
          <p:cNvSpPr/>
          <p:nvPr/>
        </p:nvSpPr>
        <p:spPr>
          <a:xfrm>
            <a:off x="9413655" y="427662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48" name="Straight Arrow Connector 47">
            <a:extLst>
              <a:ext uri="{FF2B5EF4-FFF2-40B4-BE49-F238E27FC236}">
                <a16:creationId xmlns:a16="http://schemas.microsoft.com/office/drawing/2014/main" id="{A0026AF5-2429-B4D3-1DD7-4111885E69A9}"/>
              </a:ext>
            </a:extLst>
          </p:cNvPr>
          <p:cNvCxnSpPr>
            <a:cxnSpLocks/>
            <a:stCxn id="46" idx="0"/>
            <a:endCxn id="45" idx="3"/>
          </p:cNvCxnSpPr>
          <p:nvPr/>
        </p:nvCxnSpPr>
        <p:spPr>
          <a:xfrm flipV="1">
            <a:off x="9008385" y="4006554"/>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583DE582-4677-52F6-B440-651C8D70DDF2}"/>
              </a:ext>
            </a:extLst>
          </p:cNvPr>
          <p:cNvCxnSpPr>
            <a:cxnSpLocks/>
            <a:stCxn id="47" idx="0"/>
            <a:endCxn id="45" idx="5"/>
          </p:cNvCxnSpPr>
          <p:nvPr/>
        </p:nvCxnSpPr>
        <p:spPr>
          <a:xfrm flipH="1" flipV="1">
            <a:off x="9469574" y="4006554"/>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705EE601-59A7-C5B9-DAFD-889FBA2AAE2D}"/>
              </a:ext>
            </a:extLst>
          </p:cNvPr>
          <p:cNvCxnSpPr>
            <a:cxnSpLocks/>
            <a:stCxn id="44" idx="0"/>
            <a:endCxn id="46" idx="5"/>
          </p:cNvCxnSpPr>
          <p:nvPr/>
        </p:nvCxnSpPr>
        <p:spPr>
          <a:xfrm flipH="1" flipV="1">
            <a:off x="9199304" y="4733203"/>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639340AD-3FAA-6277-A032-A897501CCE36}"/>
              </a:ext>
            </a:extLst>
          </p:cNvPr>
          <p:cNvCxnSpPr>
            <a:cxnSpLocks/>
            <a:stCxn id="43" idx="0"/>
            <a:endCxn id="46" idx="3"/>
          </p:cNvCxnSpPr>
          <p:nvPr/>
        </p:nvCxnSpPr>
        <p:spPr>
          <a:xfrm flipV="1">
            <a:off x="8738385" y="4733203"/>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98A4BA1D-61FE-237C-E8B2-5A76C9E80140}"/>
              </a:ext>
            </a:extLst>
          </p:cNvPr>
          <p:cNvCxnSpPr>
            <a:cxnSpLocks/>
            <a:stCxn id="45" idx="0"/>
            <a:endCxn id="37" idx="3"/>
          </p:cNvCxnSpPr>
          <p:nvPr/>
        </p:nvCxnSpPr>
        <p:spPr>
          <a:xfrm flipV="1">
            <a:off x="9278655" y="3211372"/>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5B441277-299A-46F5-B6EA-CFC5D6E7538A}"/>
              </a:ext>
            </a:extLst>
          </p:cNvPr>
          <p:cNvCxnSpPr>
            <a:cxnSpLocks/>
            <a:stCxn id="38" idx="0"/>
            <a:endCxn id="37" idx="5"/>
          </p:cNvCxnSpPr>
          <p:nvPr/>
        </p:nvCxnSpPr>
        <p:spPr>
          <a:xfrm flipH="1" flipV="1">
            <a:off x="10161510" y="3211372"/>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92CB3E10-72D3-DA9C-CF5F-AA5563D46130}"/>
                  </a:ext>
                </a:extLst>
              </p:cNvPr>
              <p:cNvSpPr txBox="1"/>
              <p:nvPr/>
            </p:nvSpPr>
            <p:spPr>
              <a:xfrm>
                <a:off x="7316467" y="4298116"/>
                <a:ext cx="115191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i="1" smtClean="0">
                          <a:latin typeface="Cambria Math" panose="02040503050406030204" pitchFamily="18" charset="0"/>
                        </a:rPr>
                        <m:t>𝑓</m:t>
                      </m:r>
                      <m:r>
                        <a:rPr lang="en-GB" sz="2500" b="0" i="1" smtClean="0">
                          <a:latin typeface="Cambria Math" panose="02040503050406030204" pitchFamily="18" charset="0"/>
                        </a:rPr>
                        <m:t>𝑖𝑏</m:t>
                      </m:r>
                      <m:r>
                        <a:rPr lang="en-GB" sz="2500" b="0" i="1" smtClean="0">
                          <a:latin typeface="Cambria Math" panose="02040503050406030204" pitchFamily="18" charset="0"/>
                        </a:rPr>
                        <m:t>(3)</m:t>
                      </m:r>
                    </m:oMath>
                  </m:oMathPara>
                </a14:m>
                <a:endParaRPr lang="en-US" sz="2500" dirty="0"/>
              </a:p>
            </p:txBody>
          </p:sp>
        </mc:Choice>
        <mc:Fallback xmlns="">
          <p:sp>
            <p:nvSpPr>
              <p:cNvPr id="57" name="TextBox 56">
                <a:extLst>
                  <a:ext uri="{FF2B5EF4-FFF2-40B4-BE49-F238E27FC236}">
                    <a16:creationId xmlns:a16="http://schemas.microsoft.com/office/drawing/2014/main" id="{92CB3E10-72D3-DA9C-CF5F-AA5563D46130}"/>
                  </a:ext>
                </a:extLst>
              </p:cNvPr>
              <p:cNvSpPr txBox="1">
                <a:spLocks noRot="1" noChangeAspect="1" noMove="1" noResize="1" noEditPoints="1" noAdjustHandles="1" noChangeArrowheads="1" noChangeShapeType="1" noTextEdit="1"/>
              </p:cNvSpPr>
              <p:nvPr/>
            </p:nvSpPr>
            <p:spPr>
              <a:xfrm>
                <a:off x="7316467" y="4298116"/>
                <a:ext cx="1151918" cy="477054"/>
              </a:xfrm>
              <a:prstGeom prst="rect">
                <a:avLst/>
              </a:prstGeom>
              <a:blipFill>
                <a:blip r:embed="rId2"/>
                <a:stretch>
                  <a:fillRect b="-14286"/>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58" name="Table 57">
                <a:extLst>
                  <a:ext uri="{FF2B5EF4-FFF2-40B4-BE49-F238E27FC236}">
                    <a16:creationId xmlns:a16="http://schemas.microsoft.com/office/drawing/2014/main" id="{72B7865A-048A-349F-8351-1887806AF8D6}"/>
                  </a:ext>
                </a:extLst>
              </p:cNvPr>
              <p:cNvGraphicFramePr>
                <a:graphicFrameLocks noGrp="1"/>
              </p:cNvGraphicFramePr>
              <p:nvPr>
                <p:extLst>
                  <p:ext uri="{D42A27DB-BD31-4B8C-83A1-F6EECF244321}">
                    <p14:modId xmlns:p14="http://schemas.microsoft.com/office/powerpoint/2010/main" val="2538311800"/>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𝟎</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𝟒</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𝟓</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Choice>
        <mc:Fallback xmlns="">
          <p:graphicFrame>
            <p:nvGraphicFramePr>
              <p:cNvPr id="58" name="Table 57">
                <a:extLst>
                  <a:ext uri="{FF2B5EF4-FFF2-40B4-BE49-F238E27FC236}">
                    <a16:creationId xmlns:a16="http://schemas.microsoft.com/office/drawing/2014/main" id="{72B7865A-048A-349F-8351-1887806AF8D6}"/>
                  </a:ext>
                </a:extLst>
              </p:cNvPr>
              <p:cNvGraphicFramePr>
                <a:graphicFrameLocks noGrp="1"/>
              </p:cNvGraphicFramePr>
              <p:nvPr>
                <p:extLst>
                  <p:ext uri="{D42A27DB-BD31-4B8C-83A1-F6EECF244321}">
                    <p14:modId xmlns:p14="http://schemas.microsoft.com/office/powerpoint/2010/main" val="2538311800"/>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667" t="-2273" r="-5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1667" t="-2273" r="-4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98361" t="-2273" r="-298361"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3333" t="-2273" r="-2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03333" t="-2273" r="-1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503333" t="-2273" r="-3333"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Fallback>
      </mc:AlternateContent>
    </p:spTree>
    <p:extLst>
      <p:ext uri="{BB962C8B-B14F-4D97-AF65-F5344CB8AC3E}">
        <p14:creationId xmlns:p14="http://schemas.microsoft.com/office/powerpoint/2010/main" val="12959339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3D6AD077-C39A-7DC6-99C9-6DAB7B408ABC}"/>
            </a:ext>
          </a:extLst>
        </p:cNvPr>
        <p:cNvGrpSpPr/>
        <p:nvPr/>
      </p:nvGrpSpPr>
      <p:grpSpPr>
        <a:xfrm>
          <a:off x="0" y="0"/>
          <a:ext cx="0" cy="0"/>
          <a:chOff x="0" y="0"/>
          <a:chExt cx="0" cy="0"/>
        </a:xfrm>
      </p:grpSpPr>
      <p:sp>
        <p:nvSpPr>
          <p:cNvPr id="52" name="TextBox 51">
            <a:extLst>
              <a:ext uri="{FF2B5EF4-FFF2-40B4-BE49-F238E27FC236}">
                <a16:creationId xmlns:a16="http://schemas.microsoft.com/office/drawing/2014/main" id="{79C3A05D-D595-1554-CE1E-F3F372E4C7C8}"/>
              </a:ext>
            </a:extLst>
          </p:cNvPr>
          <p:cNvSpPr txBox="1"/>
          <p:nvPr/>
        </p:nvSpPr>
        <p:spPr>
          <a:xfrm>
            <a:off x="827256" y="801930"/>
            <a:ext cx="5252720" cy="4615046"/>
          </a:xfrm>
          <a:prstGeom prst="rect">
            <a:avLst/>
          </a:prstGeom>
          <a:solidFill>
            <a:schemeClr val="tx1"/>
          </a:solidFill>
        </p:spPr>
        <p:txBody>
          <a:bodyPr wrap="square">
            <a:spAutoFit/>
          </a:bodyPr>
          <a:lstStyle/>
          <a:p>
            <a:pPr>
              <a:lnSpc>
                <a:spcPct val="150000"/>
              </a:lnSpc>
              <a:buNone/>
            </a:pPr>
            <a:endParaRPr lang="en-PH" b="0" dirty="0">
              <a:solidFill>
                <a:srgbClr val="9CDCFE"/>
              </a:solidFill>
              <a:effectLst/>
              <a:latin typeface="Menlo" panose="020B0609030804020204" pitchFamily="49" charset="0"/>
            </a:endParaRPr>
          </a:p>
          <a:p>
            <a:pPr>
              <a:lnSpc>
                <a:spcPct val="150000"/>
              </a:lnSpc>
              <a:buNone/>
            </a:pP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569CD6"/>
                </a:solidFill>
                <a:effectLst/>
                <a:latin typeface="Menlo" panose="020B0609030804020204" pitchFamily="49" charset="0"/>
              </a:rPr>
              <a:t>in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p>
          <a:p>
            <a:pPr>
              <a:lnSpc>
                <a:spcPct val="150000"/>
              </a:lnSpc>
              <a:buNone/>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2">
              <a:lnSpc>
                <a:spcPct val="150000"/>
              </a:lnSpc>
            </a:pPr>
            <a:r>
              <a:rPr lang="en-PH" b="0" dirty="0">
                <a:solidFill>
                  <a:srgbClr val="9CDCFE"/>
                </a:solidFill>
                <a:effectLst/>
                <a:latin typeface="Menlo" panose="020B0609030804020204" pitchFamily="49" charset="0"/>
              </a:rPr>
              <a:t>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lvl="1">
              <a:lnSpc>
                <a:spcPct val="150000"/>
              </a:lnSpc>
            </a:pPr>
            <a:endParaRPr lang="en-PH" b="0" dirty="0">
              <a:solidFill>
                <a:srgbClr val="CCCCCC"/>
              </a:solidFill>
              <a:effectLst/>
              <a:latin typeface="Menlo" panose="020B0609030804020204" pitchFamily="49" charset="0"/>
            </a:endParaRPr>
          </a:p>
        </p:txBody>
      </p:sp>
      <p:sp>
        <p:nvSpPr>
          <p:cNvPr id="37" name="Oval 36">
            <a:extLst>
              <a:ext uri="{FF2B5EF4-FFF2-40B4-BE49-F238E27FC236}">
                <a16:creationId xmlns:a16="http://schemas.microsoft.com/office/drawing/2014/main" id="{E2E5F2A5-030B-200A-C441-4B39F096E540}"/>
              </a:ext>
            </a:extLst>
          </p:cNvPr>
          <p:cNvSpPr/>
          <p:nvPr/>
        </p:nvSpPr>
        <p:spPr>
          <a:xfrm>
            <a:off x="9700591" y="2754789"/>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38" name="Oval 37">
            <a:extLst>
              <a:ext uri="{FF2B5EF4-FFF2-40B4-BE49-F238E27FC236}">
                <a16:creationId xmlns:a16="http://schemas.microsoft.com/office/drawing/2014/main" id="{BB289CF8-90B5-736A-220E-27CCBBD40E0A}"/>
              </a:ext>
            </a:extLst>
          </p:cNvPr>
          <p:cNvSpPr/>
          <p:nvPr/>
        </p:nvSpPr>
        <p:spPr>
          <a:xfrm>
            <a:off x="10358925" y="349202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39" name="Oval 38">
            <a:extLst>
              <a:ext uri="{FF2B5EF4-FFF2-40B4-BE49-F238E27FC236}">
                <a16:creationId xmlns:a16="http://schemas.microsoft.com/office/drawing/2014/main" id="{CEF96FDB-123C-18E0-4E91-F6F1DF52E65F}"/>
              </a:ext>
            </a:extLst>
          </p:cNvPr>
          <p:cNvSpPr/>
          <p:nvPr/>
        </p:nvSpPr>
        <p:spPr>
          <a:xfrm>
            <a:off x="1008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0" name="Oval 39">
            <a:extLst>
              <a:ext uri="{FF2B5EF4-FFF2-40B4-BE49-F238E27FC236}">
                <a16:creationId xmlns:a16="http://schemas.microsoft.com/office/drawing/2014/main" id="{4DD7E4E9-A3B5-8EEA-9ACF-20EE89206EDC}"/>
              </a:ext>
            </a:extLst>
          </p:cNvPr>
          <p:cNvSpPr/>
          <p:nvPr/>
        </p:nvSpPr>
        <p:spPr>
          <a:xfrm>
            <a:off x="1062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41" name="Straight Arrow Connector 40">
            <a:extLst>
              <a:ext uri="{FF2B5EF4-FFF2-40B4-BE49-F238E27FC236}">
                <a16:creationId xmlns:a16="http://schemas.microsoft.com/office/drawing/2014/main" id="{394E0C06-D99F-C0DC-1E79-D69D366A0819}"/>
              </a:ext>
            </a:extLst>
          </p:cNvPr>
          <p:cNvCxnSpPr>
            <a:cxnSpLocks/>
            <a:stCxn id="40" idx="0"/>
            <a:endCxn id="38" idx="5"/>
          </p:cNvCxnSpPr>
          <p:nvPr/>
        </p:nvCxnSpPr>
        <p:spPr>
          <a:xfrm flipH="1" flipV="1">
            <a:off x="10819844"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357B159A-452C-235F-38AE-A3E3F1C796EA}"/>
              </a:ext>
            </a:extLst>
          </p:cNvPr>
          <p:cNvCxnSpPr>
            <a:cxnSpLocks/>
            <a:stCxn id="39" idx="0"/>
            <a:endCxn id="38" idx="3"/>
          </p:cNvCxnSpPr>
          <p:nvPr/>
        </p:nvCxnSpPr>
        <p:spPr>
          <a:xfrm flipV="1">
            <a:off x="10358925"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EC3EC908-6843-B316-1A80-6B880DC3DAF9}"/>
              </a:ext>
            </a:extLst>
          </p:cNvPr>
          <p:cNvSpPr/>
          <p:nvPr/>
        </p:nvSpPr>
        <p:spPr>
          <a:xfrm>
            <a:off x="8468385"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4" name="Oval 43">
            <a:extLst>
              <a:ext uri="{FF2B5EF4-FFF2-40B4-BE49-F238E27FC236}">
                <a16:creationId xmlns:a16="http://schemas.microsoft.com/office/drawing/2014/main" id="{1063F3D7-4615-AEB3-E4D1-54AFCC80558C}"/>
              </a:ext>
            </a:extLst>
          </p:cNvPr>
          <p:cNvSpPr/>
          <p:nvPr/>
        </p:nvSpPr>
        <p:spPr>
          <a:xfrm>
            <a:off x="9029213"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45" name="Oval 44">
            <a:extLst>
              <a:ext uri="{FF2B5EF4-FFF2-40B4-BE49-F238E27FC236}">
                <a16:creationId xmlns:a16="http://schemas.microsoft.com/office/drawing/2014/main" id="{E678B7C5-2D12-8BDA-88E3-51E21E997BAC}"/>
              </a:ext>
            </a:extLst>
          </p:cNvPr>
          <p:cNvSpPr/>
          <p:nvPr/>
        </p:nvSpPr>
        <p:spPr>
          <a:xfrm>
            <a:off x="9008655" y="354997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46" name="Oval 45">
            <a:extLst>
              <a:ext uri="{FF2B5EF4-FFF2-40B4-BE49-F238E27FC236}">
                <a16:creationId xmlns:a16="http://schemas.microsoft.com/office/drawing/2014/main" id="{D9EAD9EC-B33B-DC3D-5155-75B8BE53A8B7}"/>
              </a:ext>
            </a:extLst>
          </p:cNvPr>
          <p:cNvSpPr/>
          <p:nvPr/>
        </p:nvSpPr>
        <p:spPr>
          <a:xfrm>
            <a:off x="8738385" y="427662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47" name="Oval 46">
            <a:extLst>
              <a:ext uri="{FF2B5EF4-FFF2-40B4-BE49-F238E27FC236}">
                <a16:creationId xmlns:a16="http://schemas.microsoft.com/office/drawing/2014/main" id="{CD261075-3A51-D9CE-9BAC-FA5538F7FDCA}"/>
              </a:ext>
            </a:extLst>
          </p:cNvPr>
          <p:cNvSpPr/>
          <p:nvPr/>
        </p:nvSpPr>
        <p:spPr>
          <a:xfrm>
            <a:off x="9413655" y="427662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48" name="Straight Arrow Connector 47">
            <a:extLst>
              <a:ext uri="{FF2B5EF4-FFF2-40B4-BE49-F238E27FC236}">
                <a16:creationId xmlns:a16="http://schemas.microsoft.com/office/drawing/2014/main" id="{E97DA7F6-4DAD-EB2C-3195-774AA2054A4F}"/>
              </a:ext>
            </a:extLst>
          </p:cNvPr>
          <p:cNvCxnSpPr>
            <a:cxnSpLocks/>
            <a:stCxn id="46" idx="0"/>
            <a:endCxn id="45" idx="3"/>
          </p:cNvCxnSpPr>
          <p:nvPr/>
        </p:nvCxnSpPr>
        <p:spPr>
          <a:xfrm flipV="1">
            <a:off x="9008385" y="4006554"/>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6329AF6F-2FC9-F87F-DFED-93DBC7B4D726}"/>
              </a:ext>
            </a:extLst>
          </p:cNvPr>
          <p:cNvCxnSpPr>
            <a:cxnSpLocks/>
            <a:stCxn id="47" idx="0"/>
            <a:endCxn id="45" idx="5"/>
          </p:cNvCxnSpPr>
          <p:nvPr/>
        </p:nvCxnSpPr>
        <p:spPr>
          <a:xfrm flipH="1" flipV="1">
            <a:off x="9469574" y="4006554"/>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8283ABC2-EDE1-730D-C001-C0BEC373E014}"/>
              </a:ext>
            </a:extLst>
          </p:cNvPr>
          <p:cNvCxnSpPr>
            <a:cxnSpLocks/>
            <a:stCxn id="44" idx="0"/>
            <a:endCxn id="46" idx="5"/>
          </p:cNvCxnSpPr>
          <p:nvPr/>
        </p:nvCxnSpPr>
        <p:spPr>
          <a:xfrm flipH="1" flipV="1">
            <a:off x="9199304" y="4733203"/>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7DE7AB7F-80C9-672A-669F-8CA474F74FD5}"/>
              </a:ext>
            </a:extLst>
          </p:cNvPr>
          <p:cNvCxnSpPr>
            <a:cxnSpLocks/>
            <a:stCxn id="43" idx="0"/>
            <a:endCxn id="46" idx="3"/>
          </p:cNvCxnSpPr>
          <p:nvPr/>
        </p:nvCxnSpPr>
        <p:spPr>
          <a:xfrm flipV="1">
            <a:off x="8738385" y="4733203"/>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3AC5AE60-DCD5-25EE-3892-BEDD26449C31}"/>
              </a:ext>
            </a:extLst>
          </p:cNvPr>
          <p:cNvCxnSpPr>
            <a:cxnSpLocks/>
            <a:stCxn id="45" idx="0"/>
            <a:endCxn id="37" idx="3"/>
          </p:cNvCxnSpPr>
          <p:nvPr/>
        </p:nvCxnSpPr>
        <p:spPr>
          <a:xfrm flipV="1">
            <a:off x="9278655" y="3211372"/>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D8605525-4DE5-92F6-568B-13430CD1CCB2}"/>
              </a:ext>
            </a:extLst>
          </p:cNvPr>
          <p:cNvCxnSpPr>
            <a:cxnSpLocks/>
            <a:stCxn id="38" idx="0"/>
            <a:endCxn id="37" idx="5"/>
          </p:cNvCxnSpPr>
          <p:nvPr/>
        </p:nvCxnSpPr>
        <p:spPr>
          <a:xfrm flipH="1" flipV="1">
            <a:off x="10161510" y="3211372"/>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F62FCAC7-E3BF-7760-CD92-2FD861477E25}"/>
                  </a:ext>
                </a:extLst>
              </p:cNvPr>
              <p:cNvSpPr txBox="1"/>
              <p:nvPr/>
            </p:nvSpPr>
            <p:spPr>
              <a:xfrm>
                <a:off x="7316467" y="4298116"/>
                <a:ext cx="115191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i="1" smtClean="0">
                          <a:latin typeface="Cambria Math" panose="02040503050406030204" pitchFamily="18" charset="0"/>
                        </a:rPr>
                        <m:t>𝑓</m:t>
                      </m:r>
                      <m:r>
                        <a:rPr lang="en-GB" sz="2500" b="0" i="1" smtClean="0">
                          <a:latin typeface="Cambria Math" panose="02040503050406030204" pitchFamily="18" charset="0"/>
                        </a:rPr>
                        <m:t>𝑖𝑏</m:t>
                      </m:r>
                      <m:r>
                        <a:rPr lang="en-GB" sz="2500" b="0" i="1" smtClean="0">
                          <a:latin typeface="Cambria Math" panose="02040503050406030204" pitchFamily="18" charset="0"/>
                        </a:rPr>
                        <m:t>(3)</m:t>
                      </m:r>
                    </m:oMath>
                  </m:oMathPara>
                </a14:m>
                <a:endParaRPr lang="en-US" sz="2500" dirty="0"/>
              </a:p>
            </p:txBody>
          </p:sp>
        </mc:Choice>
        <mc:Fallback xmlns="">
          <p:sp>
            <p:nvSpPr>
              <p:cNvPr id="57" name="TextBox 56">
                <a:extLst>
                  <a:ext uri="{FF2B5EF4-FFF2-40B4-BE49-F238E27FC236}">
                    <a16:creationId xmlns:a16="http://schemas.microsoft.com/office/drawing/2014/main" id="{F62FCAC7-E3BF-7760-CD92-2FD861477E25}"/>
                  </a:ext>
                </a:extLst>
              </p:cNvPr>
              <p:cNvSpPr txBox="1">
                <a:spLocks noRot="1" noChangeAspect="1" noMove="1" noResize="1" noEditPoints="1" noAdjustHandles="1" noChangeArrowheads="1" noChangeShapeType="1" noTextEdit="1"/>
              </p:cNvSpPr>
              <p:nvPr/>
            </p:nvSpPr>
            <p:spPr>
              <a:xfrm>
                <a:off x="7316467" y="4298116"/>
                <a:ext cx="1151918" cy="477054"/>
              </a:xfrm>
              <a:prstGeom prst="rect">
                <a:avLst/>
              </a:prstGeom>
              <a:blipFill>
                <a:blip r:embed="rId2"/>
                <a:stretch>
                  <a:fillRect b="-14286"/>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58" name="Table 57">
                <a:extLst>
                  <a:ext uri="{FF2B5EF4-FFF2-40B4-BE49-F238E27FC236}">
                    <a16:creationId xmlns:a16="http://schemas.microsoft.com/office/drawing/2014/main" id="{15B04189-B922-D80D-E7FC-A54BDE866370}"/>
                  </a:ext>
                </a:extLst>
              </p:cNvPr>
              <p:cNvGraphicFramePr>
                <a:graphicFrameLocks noGrp="1"/>
              </p:cNvGraphicFramePr>
              <p:nvPr>
                <p:extLst>
                  <p:ext uri="{D42A27DB-BD31-4B8C-83A1-F6EECF244321}">
                    <p14:modId xmlns:p14="http://schemas.microsoft.com/office/powerpoint/2010/main" val="2351057425"/>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𝟎</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𝟒</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𝟓</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Choice>
        <mc:Fallback xmlns="">
          <p:graphicFrame>
            <p:nvGraphicFramePr>
              <p:cNvPr id="58" name="Table 57">
                <a:extLst>
                  <a:ext uri="{FF2B5EF4-FFF2-40B4-BE49-F238E27FC236}">
                    <a16:creationId xmlns:a16="http://schemas.microsoft.com/office/drawing/2014/main" id="{15B04189-B922-D80D-E7FC-A54BDE866370}"/>
                  </a:ext>
                </a:extLst>
              </p:cNvPr>
              <p:cNvGraphicFramePr>
                <a:graphicFrameLocks noGrp="1"/>
              </p:cNvGraphicFramePr>
              <p:nvPr>
                <p:extLst>
                  <p:ext uri="{D42A27DB-BD31-4B8C-83A1-F6EECF244321}">
                    <p14:modId xmlns:p14="http://schemas.microsoft.com/office/powerpoint/2010/main" val="2351057425"/>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667" t="-2273" r="-5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1667" t="-2273" r="-4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98361" t="-2273" r="-298361"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3333" t="-2273" r="-2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03333" t="-2273" r="-1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503333" t="-2273" r="-3333"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Fallback>
      </mc:AlternateContent>
    </p:spTree>
    <p:extLst>
      <p:ext uri="{BB962C8B-B14F-4D97-AF65-F5344CB8AC3E}">
        <p14:creationId xmlns:p14="http://schemas.microsoft.com/office/powerpoint/2010/main" val="1924812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EA276EAE-80F5-9C8B-3BE5-542F027BDF08}"/>
            </a:ext>
          </a:extLst>
        </p:cNvPr>
        <p:cNvGrpSpPr/>
        <p:nvPr/>
      </p:nvGrpSpPr>
      <p:grpSpPr>
        <a:xfrm>
          <a:off x="0" y="0"/>
          <a:ext cx="0" cy="0"/>
          <a:chOff x="0" y="0"/>
          <a:chExt cx="0" cy="0"/>
        </a:xfrm>
      </p:grpSpPr>
      <p:sp>
        <p:nvSpPr>
          <p:cNvPr id="52" name="TextBox 51">
            <a:extLst>
              <a:ext uri="{FF2B5EF4-FFF2-40B4-BE49-F238E27FC236}">
                <a16:creationId xmlns:a16="http://schemas.microsoft.com/office/drawing/2014/main" id="{155F493F-38EC-C93D-4B19-C57272C9391F}"/>
              </a:ext>
            </a:extLst>
          </p:cNvPr>
          <p:cNvSpPr txBox="1"/>
          <p:nvPr/>
        </p:nvSpPr>
        <p:spPr>
          <a:xfrm>
            <a:off x="827256" y="801930"/>
            <a:ext cx="5252720" cy="4615046"/>
          </a:xfrm>
          <a:prstGeom prst="rect">
            <a:avLst/>
          </a:prstGeom>
          <a:solidFill>
            <a:schemeClr val="tx1"/>
          </a:solidFill>
        </p:spPr>
        <p:txBody>
          <a:bodyPr wrap="square">
            <a:spAutoFit/>
          </a:bodyPr>
          <a:lstStyle/>
          <a:p>
            <a:pPr>
              <a:lnSpc>
                <a:spcPct val="150000"/>
              </a:lnSpc>
              <a:buNone/>
            </a:pPr>
            <a:endParaRPr lang="en-PH" b="0" dirty="0">
              <a:solidFill>
                <a:srgbClr val="9CDCFE"/>
              </a:solidFill>
              <a:effectLst/>
              <a:latin typeface="Menlo" panose="020B0609030804020204" pitchFamily="49" charset="0"/>
            </a:endParaRPr>
          </a:p>
          <a:p>
            <a:pPr>
              <a:lnSpc>
                <a:spcPct val="150000"/>
              </a:lnSpc>
              <a:buNone/>
            </a:pP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569CD6"/>
                </a:solidFill>
                <a:effectLst/>
                <a:latin typeface="Menlo" panose="020B0609030804020204" pitchFamily="49" charset="0"/>
              </a:rPr>
              <a:t>in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p>
          <a:p>
            <a:pPr>
              <a:lnSpc>
                <a:spcPct val="150000"/>
              </a:lnSpc>
              <a:buNone/>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2">
              <a:lnSpc>
                <a:spcPct val="150000"/>
              </a:lnSpc>
            </a:pPr>
            <a:r>
              <a:rPr lang="en-PH" b="0" dirty="0">
                <a:solidFill>
                  <a:srgbClr val="9CDCFE"/>
                </a:solidFill>
                <a:effectLst/>
                <a:latin typeface="Menlo" panose="020B0609030804020204" pitchFamily="49" charset="0"/>
              </a:rPr>
              <a:t>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lvl="1">
              <a:lnSpc>
                <a:spcPct val="150000"/>
              </a:lnSpc>
            </a:pPr>
            <a:endParaRPr lang="en-PH" b="0" dirty="0">
              <a:solidFill>
                <a:srgbClr val="CCCCCC"/>
              </a:solidFill>
              <a:effectLst/>
              <a:latin typeface="Menlo" panose="020B0609030804020204" pitchFamily="49" charset="0"/>
            </a:endParaRPr>
          </a:p>
        </p:txBody>
      </p:sp>
      <p:sp>
        <p:nvSpPr>
          <p:cNvPr id="37" name="Oval 36">
            <a:extLst>
              <a:ext uri="{FF2B5EF4-FFF2-40B4-BE49-F238E27FC236}">
                <a16:creationId xmlns:a16="http://schemas.microsoft.com/office/drawing/2014/main" id="{1F55B2FD-0D05-1A31-5624-AF51D9C0C746}"/>
              </a:ext>
            </a:extLst>
          </p:cNvPr>
          <p:cNvSpPr/>
          <p:nvPr/>
        </p:nvSpPr>
        <p:spPr>
          <a:xfrm>
            <a:off x="9700591" y="2754789"/>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38" name="Oval 37">
            <a:extLst>
              <a:ext uri="{FF2B5EF4-FFF2-40B4-BE49-F238E27FC236}">
                <a16:creationId xmlns:a16="http://schemas.microsoft.com/office/drawing/2014/main" id="{1EE1DC2E-7D56-CD55-8299-0D4E360B5BD5}"/>
              </a:ext>
            </a:extLst>
          </p:cNvPr>
          <p:cNvSpPr/>
          <p:nvPr/>
        </p:nvSpPr>
        <p:spPr>
          <a:xfrm>
            <a:off x="10358925" y="349202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39" name="Oval 38">
            <a:extLst>
              <a:ext uri="{FF2B5EF4-FFF2-40B4-BE49-F238E27FC236}">
                <a16:creationId xmlns:a16="http://schemas.microsoft.com/office/drawing/2014/main" id="{82A758AA-2FEE-640C-2EAB-B14A5F268AC3}"/>
              </a:ext>
            </a:extLst>
          </p:cNvPr>
          <p:cNvSpPr/>
          <p:nvPr/>
        </p:nvSpPr>
        <p:spPr>
          <a:xfrm>
            <a:off x="1008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0" name="Oval 39">
            <a:extLst>
              <a:ext uri="{FF2B5EF4-FFF2-40B4-BE49-F238E27FC236}">
                <a16:creationId xmlns:a16="http://schemas.microsoft.com/office/drawing/2014/main" id="{88E98C4D-AE24-B91F-958F-F59E0C61EEC7}"/>
              </a:ext>
            </a:extLst>
          </p:cNvPr>
          <p:cNvSpPr/>
          <p:nvPr/>
        </p:nvSpPr>
        <p:spPr>
          <a:xfrm>
            <a:off x="1062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41" name="Straight Arrow Connector 40">
            <a:extLst>
              <a:ext uri="{FF2B5EF4-FFF2-40B4-BE49-F238E27FC236}">
                <a16:creationId xmlns:a16="http://schemas.microsoft.com/office/drawing/2014/main" id="{29A42F2C-03B3-DCCE-3775-E598779970C3}"/>
              </a:ext>
            </a:extLst>
          </p:cNvPr>
          <p:cNvCxnSpPr>
            <a:cxnSpLocks/>
            <a:stCxn id="40" idx="0"/>
            <a:endCxn id="38" idx="5"/>
          </p:cNvCxnSpPr>
          <p:nvPr/>
        </p:nvCxnSpPr>
        <p:spPr>
          <a:xfrm flipH="1" flipV="1">
            <a:off x="10819844"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A37F07CA-8977-4156-558F-9EC8A96A62AE}"/>
              </a:ext>
            </a:extLst>
          </p:cNvPr>
          <p:cNvCxnSpPr>
            <a:cxnSpLocks/>
            <a:stCxn id="39" idx="0"/>
            <a:endCxn id="38" idx="3"/>
          </p:cNvCxnSpPr>
          <p:nvPr/>
        </p:nvCxnSpPr>
        <p:spPr>
          <a:xfrm flipV="1">
            <a:off x="10358925"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EADC7DD1-2B6D-8673-6B95-ADCDF2FEC288}"/>
              </a:ext>
            </a:extLst>
          </p:cNvPr>
          <p:cNvSpPr/>
          <p:nvPr/>
        </p:nvSpPr>
        <p:spPr>
          <a:xfrm>
            <a:off x="8468385"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4" name="Oval 43">
            <a:extLst>
              <a:ext uri="{FF2B5EF4-FFF2-40B4-BE49-F238E27FC236}">
                <a16:creationId xmlns:a16="http://schemas.microsoft.com/office/drawing/2014/main" id="{76F52331-3A94-10A0-78FF-75082F1C1CB0}"/>
              </a:ext>
            </a:extLst>
          </p:cNvPr>
          <p:cNvSpPr/>
          <p:nvPr/>
        </p:nvSpPr>
        <p:spPr>
          <a:xfrm>
            <a:off x="9029213"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45" name="Oval 44">
            <a:extLst>
              <a:ext uri="{FF2B5EF4-FFF2-40B4-BE49-F238E27FC236}">
                <a16:creationId xmlns:a16="http://schemas.microsoft.com/office/drawing/2014/main" id="{090D51BB-E274-B5C0-9E33-4344700D43F4}"/>
              </a:ext>
            </a:extLst>
          </p:cNvPr>
          <p:cNvSpPr/>
          <p:nvPr/>
        </p:nvSpPr>
        <p:spPr>
          <a:xfrm>
            <a:off x="9008655" y="354997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46" name="Oval 45">
            <a:extLst>
              <a:ext uri="{FF2B5EF4-FFF2-40B4-BE49-F238E27FC236}">
                <a16:creationId xmlns:a16="http://schemas.microsoft.com/office/drawing/2014/main" id="{CC1932E6-869A-A542-AF64-E67312C25CDC}"/>
              </a:ext>
            </a:extLst>
          </p:cNvPr>
          <p:cNvSpPr/>
          <p:nvPr/>
        </p:nvSpPr>
        <p:spPr>
          <a:xfrm>
            <a:off x="8738385" y="427662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47" name="Oval 46">
            <a:extLst>
              <a:ext uri="{FF2B5EF4-FFF2-40B4-BE49-F238E27FC236}">
                <a16:creationId xmlns:a16="http://schemas.microsoft.com/office/drawing/2014/main" id="{E179638C-E6D3-A1D2-581F-384F88AE85BC}"/>
              </a:ext>
            </a:extLst>
          </p:cNvPr>
          <p:cNvSpPr/>
          <p:nvPr/>
        </p:nvSpPr>
        <p:spPr>
          <a:xfrm>
            <a:off x="9413655" y="427662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48" name="Straight Arrow Connector 47">
            <a:extLst>
              <a:ext uri="{FF2B5EF4-FFF2-40B4-BE49-F238E27FC236}">
                <a16:creationId xmlns:a16="http://schemas.microsoft.com/office/drawing/2014/main" id="{B4962638-426E-6CD4-209A-634847DBE540}"/>
              </a:ext>
            </a:extLst>
          </p:cNvPr>
          <p:cNvCxnSpPr>
            <a:cxnSpLocks/>
            <a:stCxn id="46" idx="0"/>
            <a:endCxn id="45" idx="3"/>
          </p:cNvCxnSpPr>
          <p:nvPr/>
        </p:nvCxnSpPr>
        <p:spPr>
          <a:xfrm flipV="1">
            <a:off x="9008385" y="4006554"/>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22A2AA37-A60A-04E9-0820-28FC06E24AB5}"/>
              </a:ext>
            </a:extLst>
          </p:cNvPr>
          <p:cNvCxnSpPr>
            <a:cxnSpLocks/>
            <a:stCxn id="47" idx="0"/>
            <a:endCxn id="45" idx="5"/>
          </p:cNvCxnSpPr>
          <p:nvPr/>
        </p:nvCxnSpPr>
        <p:spPr>
          <a:xfrm flipH="1" flipV="1">
            <a:off x="9469574" y="4006554"/>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641EB19F-9C2C-4CEF-A73B-B65514980180}"/>
              </a:ext>
            </a:extLst>
          </p:cNvPr>
          <p:cNvCxnSpPr>
            <a:cxnSpLocks/>
            <a:stCxn id="44" idx="0"/>
            <a:endCxn id="46" idx="5"/>
          </p:cNvCxnSpPr>
          <p:nvPr/>
        </p:nvCxnSpPr>
        <p:spPr>
          <a:xfrm flipH="1" flipV="1">
            <a:off x="9199304" y="4733203"/>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07523191-1CE9-6A11-CD6E-9FF1074D8F4B}"/>
              </a:ext>
            </a:extLst>
          </p:cNvPr>
          <p:cNvCxnSpPr>
            <a:cxnSpLocks/>
            <a:stCxn id="43" idx="0"/>
            <a:endCxn id="46" idx="3"/>
          </p:cNvCxnSpPr>
          <p:nvPr/>
        </p:nvCxnSpPr>
        <p:spPr>
          <a:xfrm flipV="1">
            <a:off x="8738385" y="4733203"/>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3BB3B2AC-2D0E-DD25-28DB-A5B7BF341F12}"/>
              </a:ext>
            </a:extLst>
          </p:cNvPr>
          <p:cNvCxnSpPr>
            <a:cxnSpLocks/>
            <a:stCxn id="45" idx="0"/>
            <a:endCxn id="37" idx="3"/>
          </p:cNvCxnSpPr>
          <p:nvPr/>
        </p:nvCxnSpPr>
        <p:spPr>
          <a:xfrm flipV="1">
            <a:off x="9278655" y="3211372"/>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391E95A0-78CF-ECE9-1AD9-84410AA7E00A}"/>
              </a:ext>
            </a:extLst>
          </p:cNvPr>
          <p:cNvCxnSpPr>
            <a:cxnSpLocks/>
            <a:stCxn id="38" idx="0"/>
            <a:endCxn id="37" idx="5"/>
          </p:cNvCxnSpPr>
          <p:nvPr/>
        </p:nvCxnSpPr>
        <p:spPr>
          <a:xfrm flipH="1" flipV="1">
            <a:off x="10161510" y="3211372"/>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B11A01FB-D6A8-292A-E50A-B223AD87125E}"/>
                  </a:ext>
                </a:extLst>
              </p:cNvPr>
              <p:cNvSpPr txBox="1"/>
              <p:nvPr/>
            </p:nvSpPr>
            <p:spPr>
              <a:xfrm>
                <a:off x="7316467" y="4298116"/>
                <a:ext cx="115191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i="1" smtClean="0">
                          <a:latin typeface="Cambria Math" panose="02040503050406030204" pitchFamily="18" charset="0"/>
                        </a:rPr>
                        <m:t>𝑓</m:t>
                      </m:r>
                      <m:r>
                        <a:rPr lang="en-GB" sz="2500" b="0" i="1" smtClean="0">
                          <a:latin typeface="Cambria Math" panose="02040503050406030204" pitchFamily="18" charset="0"/>
                        </a:rPr>
                        <m:t>𝑖𝑏</m:t>
                      </m:r>
                      <m:r>
                        <a:rPr lang="en-GB" sz="2500" b="0" i="1" smtClean="0">
                          <a:latin typeface="Cambria Math" panose="02040503050406030204" pitchFamily="18" charset="0"/>
                        </a:rPr>
                        <m:t>(2)</m:t>
                      </m:r>
                    </m:oMath>
                  </m:oMathPara>
                </a14:m>
                <a:endParaRPr lang="en-US" sz="2500" dirty="0"/>
              </a:p>
            </p:txBody>
          </p:sp>
        </mc:Choice>
        <mc:Fallback xmlns="">
          <p:sp>
            <p:nvSpPr>
              <p:cNvPr id="57" name="TextBox 56">
                <a:extLst>
                  <a:ext uri="{FF2B5EF4-FFF2-40B4-BE49-F238E27FC236}">
                    <a16:creationId xmlns:a16="http://schemas.microsoft.com/office/drawing/2014/main" id="{B11A01FB-D6A8-292A-E50A-B223AD87125E}"/>
                  </a:ext>
                </a:extLst>
              </p:cNvPr>
              <p:cNvSpPr txBox="1">
                <a:spLocks noRot="1" noChangeAspect="1" noMove="1" noResize="1" noEditPoints="1" noAdjustHandles="1" noChangeArrowheads="1" noChangeShapeType="1" noTextEdit="1"/>
              </p:cNvSpPr>
              <p:nvPr/>
            </p:nvSpPr>
            <p:spPr>
              <a:xfrm>
                <a:off x="7316467" y="4298116"/>
                <a:ext cx="1151918" cy="477054"/>
              </a:xfrm>
              <a:prstGeom prst="rect">
                <a:avLst/>
              </a:prstGeom>
              <a:blipFill>
                <a:blip r:embed="rId2"/>
                <a:stretch>
                  <a:fillRect b="-14286"/>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58" name="Table 57">
                <a:extLst>
                  <a:ext uri="{FF2B5EF4-FFF2-40B4-BE49-F238E27FC236}">
                    <a16:creationId xmlns:a16="http://schemas.microsoft.com/office/drawing/2014/main" id="{0E779363-9491-6FDD-9194-8CDE6CCF2AE1}"/>
                  </a:ext>
                </a:extLst>
              </p:cNvPr>
              <p:cNvGraphicFramePr>
                <a:graphicFrameLocks noGrp="1"/>
              </p:cNvGraphicFramePr>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𝟎</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𝟒</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𝟓</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Choice>
        <mc:Fallback xmlns="">
          <p:graphicFrame>
            <p:nvGraphicFramePr>
              <p:cNvPr id="58" name="Table 57">
                <a:extLst>
                  <a:ext uri="{FF2B5EF4-FFF2-40B4-BE49-F238E27FC236}">
                    <a16:creationId xmlns:a16="http://schemas.microsoft.com/office/drawing/2014/main" id="{0E779363-9491-6FDD-9194-8CDE6CCF2AE1}"/>
                  </a:ext>
                </a:extLst>
              </p:cNvPr>
              <p:cNvGraphicFramePr>
                <a:graphicFrameLocks noGrp="1"/>
              </p:cNvGraphicFramePr>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667" t="-2273" r="-5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1667" t="-2273" r="-4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98361" t="-2273" r="-298361"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3333" t="-2273" r="-2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03333" t="-2273" r="-1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503333" t="-2273" r="-3333"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Fallback>
      </mc:AlternateContent>
    </p:spTree>
    <p:extLst>
      <p:ext uri="{BB962C8B-B14F-4D97-AF65-F5344CB8AC3E}">
        <p14:creationId xmlns:p14="http://schemas.microsoft.com/office/powerpoint/2010/main" val="272018278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ABEE96D0-6563-F421-7A33-8AA0E195661B}"/>
            </a:ext>
          </a:extLst>
        </p:cNvPr>
        <p:cNvGrpSpPr/>
        <p:nvPr/>
      </p:nvGrpSpPr>
      <p:grpSpPr>
        <a:xfrm>
          <a:off x="0" y="0"/>
          <a:ext cx="0" cy="0"/>
          <a:chOff x="0" y="0"/>
          <a:chExt cx="0" cy="0"/>
        </a:xfrm>
      </p:grpSpPr>
      <p:sp>
        <p:nvSpPr>
          <p:cNvPr id="52" name="TextBox 51">
            <a:extLst>
              <a:ext uri="{FF2B5EF4-FFF2-40B4-BE49-F238E27FC236}">
                <a16:creationId xmlns:a16="http://schemas.microsoft.com/office/drawing/2014/main" id="{804C0C2C-BFDA-60BD-AEB8-B26A8CFD7E8A}"/>
              </a:ext>
            </a:extLst>
          </p:cNvPr>
          <p:cNvSpPr txBox="1"/>
          <p:nvPr/>
        </p:nvSpPr>
        <p:spPr>
          <a:xfrm>
            <a:off x="827256" y="801930"/>
            <a:ext cx="5252720" cy="4615046"/>
          </a:xfrm>
          <a:prstGeom prst="rect">
            <a:avLst/>
          </a:prstGeom>
          <a:solidFill>
            <a:schemeClr val="tx1"/>
          </a:solidFill>
        </p:spPr>
        <p:txBody>
          <a:bodyPr wrap="square">
            <a:spAutoFit/>
          </a:bodyPr>
          <a:lstStyle/>
          <a:p>
            <a:pPr>
              <a:lnSpc>
                <a:spcPct val="150000"/>
              </a:lnSpc>
              <a:buNone/>
            </a:pPr>
            <a:endParaRPr lang="en-PH" b="0" dirty="0">
              <a:solidFill>
                <a:srgbClr val="9CDCFE"/>
              </a:solidFill>
              <a:effectLst/>
              <a:latin typeface="Menlo" panose="020B0609030804020204" pitchFamily="49" charset="0"/>
            </a:endParaRPr>
          </a:p>
          <a:p>
            <a:pPr>
              <a:lnSpc>
                <a:spcPct val="150000"/>
              </a:lnSpc>
              <a:buNone/>
            </a:pP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569CD6"/>
                </a:solidFill>
                <a:effectLst/>
                <a:latin typeface="Menlo" panose="020B0609030804020204" pitchFamily="49" charset="0"/>
              </a:rPr>
              <a:t>in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p>
          <a:p>
            <a:pPr>
              <a:lnSpc>
                <a:spcPct val="150000"/>
              </a:lnSpc>
              <a:buNone/>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2">
              <a:lnSpc>
                <a:spcPct val="150000"/>
              </a:lnSpc>
            </a:pPr>
            <a:r>
              <a:rPr lang="en-PH" b="0" dirty="0">
                <a:solidFill>
                  <a:srgbClr val="9CDCFE"/>
                </a:solidFill>
                <a:effectLst/>
                <a:latin typeface="Menlo" panose="020B0609030804020204" pitchFamily="49" charset="0"/>
              </a:rPr>
              <a:t>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lvl="1">
              <a:lnSpc>
                <a:spcPct val="150000"/>
              </a:lnSpc>
            </a:pPr>
            <a:endParaRPr lang="en-PH" b="0" dirty="0">
              <a:solidFill>
                <a:srgbClr val="CCCCCC"/>
              </a:solidFill>
              <a:effectLst/>
              <a:latin typeface="Menlo" panose="020B0609030804020204" pitchFamily="49" charset="0"/>
            </a:endParaRPr>
          </a:p>
        </p:txBody>
      </p:sp>
      <p:sp>
        <p:nvSpPr>
          <p:cNvPr id="37" name="Oval 36">
            <a:extLst>
              <a:ext uri="{FF2B5EF4-FFF2-40B4-BE49-F238E27FC236}">
                <a16:creationId xmlns:a16="http://schemas.microsoft.com/office/drawing/2014/main" id="{889BC84D-B01E-9B17-762E-5230F613A4B9}"/>
              </a:ext>
            </a:extLst>
          </p:cNvPr>
          <p:cNvSpPr/>
          <p:nvPr/>
        </p:nvSpPr>
        <p:spPr>
          <a:xfrm>
            <a:off x="9700591" y="2754789"/>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38" name="Oval 37">
            <a:extLst>
              <a:ext uri="{FF2B5EF4-FFF2-40B4-BE49-F238E27FC236}">
                <a16:creationId xmlns:a16="http://schemas.microsoft.com/office/drawing/2014/main" id="{B1C83A00-0B7A-A6D4-AC3A-5F79361BB40E}"/>
              </a:ext>
            </a:extLst>
          </p:cNvPr>
          <p:cNvSpPr/>
          <p:nvPr/>
        </p:nvSpPr>
        <p:spPr>
          <a:xfrm>
            <a:off x="10358925" y="349202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39" name="Oval 38">
            <a:extLst>
              <a:ext uri="{FF2B5EF4-FFF2-40B4-BE49-F238E27FC236}">
                <a16:creationId xmlns:a16="http://schemas.microsoft.com/office/drawing/2014/main" id="{1C47E78F-9471-F9AA-2FFA-FEC34FC21D6E}"/>
              </a:ext>
            </a:extLst>
          </p:cNvPr>
          <p:cNvSpPr/>
          <p:nvPr/>
        </p:nvSpPr>
        <p:spPr>
          <a:xfrm>
            <a:off x="1008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0" name="Oval 39">
            <a:extLst>
              <a:ext uri="{FF2B5EF4-FFF2-40B4-BE49-F238E27FC236}">
                <a16:creationId xmlns:a16="http://schemas.microsoft.com/office/drawing/2014/main" id="{D87EA6FC-3F67-2C8A-C785-BDD2F8B80444}"/>
              </a:ext>
            </a:extLst>
          </p:cNvPr>
          <p:cNvSpPr/>
          <p:nvPr/>
        </p:nvSpPr>
        <p:spPr>
          <a:xfrm>
            <a:off x="1062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41" name="Straight Arrow Connector 40">
            <a:extLst>
              <a:ext uri="{FF2B5EF4-FFF2-40B4-BE49-F238E27FC236}">
                <a16:creationId xmlns:a16="http://schemas.microsoft.com/office/drawing/2014/main" id="{49A76761-33A0-7440-55E4-DE070444639A}"/>
              </a:ext>
            </a:extLst>
          </p:cNvPr>
          <p:cNvCxnSpPr>
            <a:cxnSpLocks/>
            <a:stCxn id="40" idx="0"/>
            <a:endCxn id="38" idx="5"/>
          </p:cNvCxnSpPr>
          <p:nvPr/>
        </p:nvCxnSpPr>
        <p:spPr>
          <a:xfrm flipH="1" flipV="1">
            <a:off x="10819844"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F6FEABD7-9BDD-DC42-EF82-4D71B6A72816}"/>
              </a:ext>
            </a:extLst>
          </p:cNvPr>
          <p:cNvCxnSpPr>
            <a:cxnSpLocks/>
            <a:stCxn id="39" idx="0"/>
            <a:endCxn id="38" idx="3"/>
          </p:cNvCxnSpPr>
          <p:nvPr/>
        </p:nvCxnSpPr>
        <p:spPr>
          <a:xfrm flipV="1">
            <a:off x="10358925"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41ED9593-14D8-5C6B-C6C2-8141A0D6ECD8}"/>
              </a:ext>
            </a:extLst>
          </p:cNvPr>
          <p:cNvSpPr/>
          <p:nvPr/>
        </p:nvSpPr>
        <p:spPr>
          <a:xfrm>
            <a:off x="8468385"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4" name="Oval 43">
            <a:extLst>
              <a:ext uri="{FF2B5EF4-FFF2-40B4-BE49-F238E27FC236}">
                <a16:creationId xmlns:a16="http://schemas.microsoft.com/office/drawing/2014/main" id="{DE3DBB83-CA68-8102-DA9D-8D120DF2BA47}"/>
              </a:ext>
            </a:extLst>
          </p:cNvPr>
          <p:cNvSpPr/>
          <p:nvPr/>
        </p:nvSpPr>
        <p:spPr>
          <a:xfrm>
            <a:off x="9029213"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45" name="Oval 44">
            <a:extLst>
              <a:ext uri="{FF2B5EF4-FFF2-40B4-BE49-F238E27FC236}">
                <a16:creationId xmlns:a16="http://schemas.microsoft.com/office/drawing/2014/main" id="{D6507FCC-5F98-3384-A644-263EF915D182}"/>
              </a:ext>
            </a:extLst>
          </p:cNvPr>
          <p:cNvSpPr/>
          <p:nvPr/>
        </p:nvSpPr>
        <p:spPr>
          <a:xfrm>
            <a:off x="9008655" y="3549971"/>
            <a:ext cx="540000" cy="534920"/>
          </a:xfrm>
          <a:prstGeom prst="ellipse">
            <a:avLst/>
          </a:prstGeom>
          <a:solidFill>
            <a:srgbClr val="FF000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46" name="Oval 45">
            <a:extLst>
              <a:ext uri="{FF2B5EF4-FFF2-40B4-BE49-F238E27FC236}">
                <a16:creationId xmlns:a16="http://schemas.microsoft.com/office/drawing/2014/main" id="{65464BF0-FAE9-415D-C5C4-B56B8BCF69A6}"/>
              </a:ext>
            </a:extLst>
          </p:cNvPr>
          <p:cNvSpPr/>
          <p:nvPr/>
        </p:nvSpPr>
        <p:spPr>
          <a:xfrm>
            <a:off x="8738385" y="427662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47" name="Oval 46">
            <a:extLst>
              <a:ext uri="{FF2B5EF4-FFF2-40B4-BE49-F238E27FC236}">
                <a16:creationId xmlns:a16="http://schemas.microsoft.com/office/drawing/2014/main" id="{001CEC4C-BFED-7FBD-A9D2-0E42FA1A10B1}"/>
              </a:ext>
            </a:extLst>
          </p:cNvPr>
          <p:cNvSpPr/>
          <p:nvPr/>
        </p:nvSpPr>
        <p:spPr>
          <a:xfrm>
            <a:off x="9413655" y="427662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48" name="Straight Arrow Connector 47">
            <a:extLst>
              <a:ext uri="{FF2B5EF4-FFF2-40B4-BE49-F238E27FC236}">
                <a16:creationId xmlns:a16="http://schemas.microsoft.com/office/drawing/2014/main" id="{64D799A4-964A-1CB6-D99A-1461503C9185}"/>
              </a:ext>
            </a:extLst>
          </p:cNvPr>
          <p:cNvCxnSpPr>
            <a:cxnSpLocks/>
            <a:stCxn id="46" idx="0"/>
            <a:endCxn id="45" idx="3"/>
          </p:cNvCxnSpPr>
          <p:nvPr/>
        </p:nvCxnSpPr>
        <p:spPr>
          <a:xfrm flipV="1">
            <a:off x="9008385" y="4006554"/>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8D2254DC-7137-30F2-B313-901636929FB7}"/>
              </a:ext>
            </a:extLst>
          </p:cNvPr>
          <p:cNvCxnSpPr>
            <a:cxnSpLocks/>
            <a:stCxn id="47" idx="0"/>
            <a:endCxn id="45" idx="5"/>
          </p:cNvCxnSpPr>
          <p:nvPr/>
        </p:nvCxnSpPr>
        <p:spPr>
          <a:xfrm flipH="1" flipV="1">
            <a:off x="9469574" y="4006554"/>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2256EBA2-5ABD-CF76-B0A2-8668BF13B252}"/>
              </a:ext>
            </a:extLst>
          </p:cNvPr>
          <p:cNvCxnSpPr>
            <a:cxnSpLocks/>
            <a:stCxn id="44" idx="0"/>
            <a:endCxn id="46" idx="5"/>
          </p:cNvCxnSpPr>
          <p:nvPr/>
        </p:nvCxnSpPr>
        <p:spPr>
          <a:xfrm flipH="1" flipV="1">
            <a:off x="9199304" y="4733203"/>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5AFE0F75-4FB6-ECCC-06AF-D50708ACDA7B}"/>
              </a:ext>
            </a:extLst>
          </p:cNvPr>
          <p:cNvCxnSpPr>
            <a:cxnSpLocks/>
            <a:stCxn id="43" idx="0"/>
            <a:endCxn id="46" idx="3"/>
          </p:cNvCxnSpPr>
          <p:nvPr/>
        </p:nvCxnSpPr>
        <p:spPr>
          <a:xfrm flipV="1">
            <a:off x="8738385" y="4733203"/>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5B8EFCB9-0E24-6762-ABAD-346B0C86DDEC}"/>
              </a:ext>
            </a:extLst>
          </p:cNvPr>
          <p:cNvCxnSpPr>
            <a:cxnSpLocks/>
            <a:stCxn id="45" idx="0"/>
            <a:endCxn id="37" idx="3"/>
          </p:cNvCxnSpPr>
          <p:nvPr/>
        </p:nvCxnSpPr>
        <p:spPr>
          <a:xfrm flipV="1">
            <a:off x="9278655" y="3211372"/>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05A8E1A7-F16B-EB2D-1DB5-977E081AA7DE}"/>
              </a:ext>
            </a:extLst>
          </p:cNvPr>
          <p:cNvCxnSpPr>
            <a:cxnSpLocks/>
            <a:stCxn id="38" idx="0"/>
            <a:endCxn id="37" idx="5"/>
          </p:cNvCxnSpPr>
          <p:nvPr/>
        </p:nvCxnSpPr>
        <p:spPr>
          <a:xfrm flipH="1" flipV="1">
            <a:off x="10161510" y="3211372"/>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50DBCC72-FDAB-DB30-A002-2F303D9D4E1D}"/>
                  </a:ext>
                </a:extLst>
              </p:cNvPr>
              <p:cNvSpPr txBox="1"/>
              <p:nvPr/>
            </p:nvSpPr>
            <p:spPr>
              <a:xfrm>
                <a:off x="7530548" y="3607837"/>
                <a:ext cx="115191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i="1" smtClean="0">
                          <a:latin typeface="Cambria Math" panose="02040503050406030204" pitchFamily="18" charset="0"/>
                        </a:rPr>
                        <m:t>𝑓</m:t>
                      </m:r>
                      <m:r>
                        <a:rPr lang="en-GB" sz="2500" b="0" i="1" smtClean="0">
                          <a:latin typeface="Cambria Math" panose="02040503050406030204" pitchFamily="18" charset="0"/>
                        </a:rPr>
                        <m:t>𝑖𝑏</m:t>
                      </m:r>
                      <m:r>
                        <a:rPr lang="en-GB" sz="2500" b="0" i="1" smtClean="0">
                          <a:latin typeface="Cambria Math" panose="02040503050406030204" pitchFamily="18" charset="0"/>
                        </a:rPr>
                        <m:t>(4)</m:t>
                      </m:r>
                    </m:oMath>
                  </m:oMathPara>
                </a14:m>
                <a:endParaRPr lang="en-US" sz="2500" dirty="0"/>
              </a:p>
            </p:txBody>
          </p:sp>
        </mc:Choice>
        <mc:Fallback xmlns="">
          <p:sp>
            <p:nvSpPr>
              <p:cNvPr id="57" name="TextBox 56">
                <a:extLst>
                  <a:ext uri="{FF2B5EF4-FFF2-40B4-BE49-F238E27FC236}">
                    <a16:creationId xmlns:a16="http://schemas.microsoft.com/office/drawing/2014/main" id="{50DBCC72-FDAB-DB30-A002-2F303D9D4E1D}"/>
                  </a:ext>
                </a:extLst>
              </p:cNvPr>
              <p:cNvSpPr txBox="1">
                <a:spLocks noRot="1" noChangeAspect="1" noMove="1" noResize="1" noEditPoints="1" noAdjustHandles="1" noChangeArrowheads="1" noChangeShapeType="1" noTextEdit="1"/>
              </p:cNvSpPr>
              <p:nvPr/>
            </p:nvSpPr>
            <p:spPr>
              <a:xfrm>
                <a:off x="7530548" y="3607837"/>
                <a:ext cx="1151918" cy="477054"/>
              </a:xfrm>
              <a:prstGeom prst="rect">
                <a:avLst/>
              </a:prstGeom>
              <a:blipFill>
                <a:blip r:embed="rId2"/>
                <a:stretch>
                  <a:fillRect r="-1064" b="-11905"/>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58" name="Table 57">
                <a:extLst>
                  <a:ext uri="{FF2B5EF4-FFF2-40B4-BE49-F238E27FC236}">
                    <a16:creationId xmlns:a16="http://schemas.microsoft.com/office/drawing/2014/main" id="{88FE9EDF-81E2-CF3C-5476-342277525F5A}"/>
                  </a:ext>
                </a:extLst>
              </p:cNvPr>
              <p:cNvGraphicFramePr>
                <a:graphicFrameLocks noGrp="1"/>
              </p:cNvGraphicFramePr>
              <p:nvPr>
                <p:extLst>
                  <p:ext uri="{D42A27DB-BD31-4B8C-83A1-F6EECF244321}">
                    <p14:modId xmlns:p14="http://schemas.microsoft.com/office/powerpoint/2010/main" val="2648225736"/>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𝟎</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𝟒</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𝟓</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Choice>
        <mc:Fallback xmlns="">
          <p:graphicFrame>
            <p:nvGraphicFramePr>
              <p:cNvPr id="58" name="Table 57">
                <a:extLst>
                  <a:ext uri="{FF2B5EF4-FFF2-40B4-BE49-F238E27FC236}">
                    <a16:creationId xmlns:a16="http://schemas.microsoft.com/office/drawing/2014/main" id="{88FE9EDF-81E2-CF3C-5476-342277525F5A}"/>
                  </a:ext>
                </a:extLst>
              </p:cNvPr>
              <p:cNvGraphicFramePr>
                <a:graphicFrameLocks noGrp="1"/>
              </p:cNvGraphicFramePr>
              <p:nvPr>
                <p:extLst>
                  <p:ext uri="{D42A27DB-BD31-4B8C-83A1-F6EECF244321}">
                    <p14:modId xmlns:p14="http://schemas.microsoft.com/office/powerpoint/2010/main" val="2648225736"/>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667" t="-2273" r="-5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1667" t="-2273" r="-4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98361" t="-2273" r="-298361"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3333" t="-2273" r="-2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03333" t="-2273" r="-1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503333" t="-2273" r="-3333"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Fallback>
      </mc:AlternateContent>
    </p:spTree>
    <p:extLst>
      <p:ext uri="{BB962C8B-B14F-4D97-AF65-F5344CB8AC3E}">
        <p14:creationId xmlns:p14="http://schemas.microsoft.com/office/powerpoint/2010/main" val="27655632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C721CDCF-7CCA-B973-5493-C3B61CAA4C88}"/>
            </a:ext>
          </a:extLst>
        </p:cNvPr>
        <p:cNvGrpSpPr/>
        <p:nvPr/>
      </p:nvGrpSpPr>
      <p:grpSpPr>
        <a:xfrm>
          <a:off x="0" y="0"/>
          <a:ext cx="0" cy="0"/>
          <a:chOff x="0" y="0"/>
          <a:chExt cx="0" cy="0"/>
        </a:xfrm>
      </p:grpSpPr>
      <p:sp>
        <p:nvSpPr>
          <p:cNvPr id="52" name="TextBox 51">
            <a:extLst>
              <a:ext uri="{FF2B5EF4-FFF2-40B4-BE49-F238E27FC236}">
                <a16:creationId xmlns:a16="http://schemas.microsoft.com/office/drawing/2014/main" id="{5128398C-7C1C-15E5-1B98-5C64BCB04DEF}"/>
              </a:ext>
            </a:extLst>
          </p:cNvPr>
          <p:cNvSpPr txBox="1"/>
          <p:nvPr/>
        </p:nvSpPr>
        <p:spPr>
          <a:xfrm>
            <a:off x="827256" y="801930"/>
            <a:ext cx="5252720" cy="4615046"/>
          </a:xfrm>
          <a:prstGeom prst="rect">
            <a:avLst/>
          </a:prstGeom>
          <a:solidFill>
            <a:schemeClr val="tx1"/>
          </a:solidFill>
        </p:spPr>
        <p:txBody>
          <a:bodyPr wrap="square">
            <a:spAutoFit/>
          </a:bodyPr>
          <a:lstStyle/>
          <a:p>
            <a:pPr>
              <a:lnSpc>
                <a:spcPct val="150000"/>
              </a:lnSpc>
              <a:buNone/>
            </a:pPr>
            <a:endParaRPr lang="en-PH" b="0" dirty="0">
              <a:solidFill>
                <a:srgbClr val="9CDCFE"/>
              </a:solidFill>
              <a:effectLst/>
              <a:latin typeface="Menlo" panose="020B0609030804020204" pitchFamily="49" charset="0"/>
            </a:endParaRPr>
          </a:p>
          <a:p>
            <a:pPr>
              <a:lnSpc>
                <a:spcPct val="150000"/>
              </a:lnSpc>
              <a:buNone/>
            </a:pP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569CD6"/>
                </a:solidFill>
                <a:effectLst/>
                <a:latin typeface="Menlo" panose="020B0609030804020204" pitchFamily="49" charset="0"/>
              </a:rPr>
              <a:t>in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p>
          <a:p>
            <a:pPr>
              <a:lnSpc>
                <a:spcPct val="150000"/>
              </a:lnSpc>
              <a:buNone/>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2">
              <a:lnSpc>
                <a:spcPct val="150000"/>
              </a:lnSpc>
            </a:pPr>
            <a:r>
              <a:rPr lang="en-PH" b="0" dirty="0">
                <a:solidFill>
                  <a:srgbClr val="9CDCFE"/>
                </a:solidFill>
                <a:effectLst/>
                <a:latin typeface="Menlo" panose="020B0609030804020204" pitchFamily="49" charset="0"/>
              </a:rPr>
              <a:t>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lvl="1">
              <a:lnSpc>
                <a:spcPct val="150000"/>
              </a:lnSpc>
            </a:pPr>
            <a:endParaRPr lang="en-PH" b="0" dirty="0">
              <a:solidFill>
                <a:srgbClr val="CCCCCC"/>
              </a:solidFill>
              <a:effectLst/>
              <a:latin typeface="Menlo" panose="020B0609030804020204" pitchFamily="49" charset="0"/>
            </a:endParaRPr>
          </a:p>
        </p:txBody>
      </p:sp>
      <p:sp>
        <p:nvSpPr>
          <p:cNvPr id="37" name="Oval 36">
            <a:extLst>
              <a:ext uri="{FF2B5EF4-FFF2-40B4-BE49-F238E27FC236}">
                <a16:creationId xmlns:a16="http://schemas.microsoft.com/office/drawing/2014/main" id="{A7D0B691-0F78-E3B9-CAE9-C900246E64A4}"/>
              </a:ext>
            </a:extLst>
          </p:cNvPr>
          <p:cNvSpPr/>
          <p:nvPr/>
        </p:nvSpPr>
        <p:spPr>
          <a:xfrm>
            <a:off x="9700591" y="2754789"/>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38" name="Oval 37">
            <a:extLst>
              <a:ext uri="{FF2B5EF4-FFF2-40B4-BE49-F238E27FC236}">
                <a16:creationId xmlns:a16="http://schemas.microsoft.com/office/drawing/2014/main" id="{3C842AA7-024E-345A-2844-9ECC3B39BB6E}"/>
              </a:ext>
            </a:extLst>
          </p:cNvPr>
          <p:cNvSpPr/>
          <p:nvPr/>
        </p:nvSpPr>
        <p:spPr>
          <a:xfrm>
            <a:off x="10358925" y="349202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39" name="Oval 38">
            <a:extLst>
              <a:ext uri="{FF2B5EF4-FFF2-40B4-BE49-F238E27FC236}">
                <a16:creationId xmlns:a16="http://schemas.microsoft.com/office/drawing/2014/main" id="{7A1998C6-BD4B-1947-8D77-27803B3A78CC}"/>
              </a:ext>
            </a:extLst>
          </p:cNvPr>
          <p:cNvSpPr/>
          <p:nvPr/>
        </p:nvSpPr>
        <p:spPr>
          <a:xfrm>
            <a:off x="1008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0" name="Oval 39">
            <a:extLst>
              <a:ext uri="{FF2B5EF4-FFF2-40B4-BE49-F238E27FC236}">
                <a16:creationId xmlns:a16="http://schemas.microsoft.com/office/drawing/2014/main" id="{FAAD7CC8-DFD4-0E06-D4E6-497C79BCB0B2}"/>
              </a:ext>
            </a:extLst>
          </p:cNvPr>
          <p:cNvSpPr/>
          <p:nvPr/>
        </p:nvSpPr>
        <p:spPr>
          <a:xfrm>
            <a:off x="1062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41" name="Straight Arrow Connector 40">
            <a:extLst>
              <a:ext uri="{FF2B5EF4-FFF2-40B4-BE49-F238E27FC236}">
                <a16:creationId xmlns:a16="http://schemas.microsoft.com/office/drawing/2014/main" id="{2A51D278-58B2-55F5-9168-8719DA7DA2AC}"/>
              </a:ext>
            </a:extLst>
          </p:cNvPr>
          <p:cNvCxnSpPr>
            <a:cxnSpLocks/>
            <a:stCxn id="40" idx="0"/>
            <a:endCxn id="38" idx="5"/>
          </p:cNvCxnSpPr>
          <p:nvPr/>
        </p:nvCxnSpPr>
        <p:spPr>
          <a:xfrm flipH="1" flipV="1">
            <a:off x="10819844"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7AEE6988-B529-F8D6-A89D-AF02E7488438}"/>
              </a:ext>
            </a:extLst>
          </p:cNvPr>
          <p:cNvCxnSpPr>
            <a:cxnSpLocks/>
            <a:stCxn id="39" idx="0"/>
            <a:endCxn id="38" idx="3"/>
          </p:cNvCxnSpPr>
          <p:nvPr/>
        </p:nvCxnSpPr>
        <p:spPr>
          <a:xfrm flipV="1">
            <a:off x="10358925"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72EACEFD-AC65-700E-CA30-4B3DBF3CCE86}"/>
              </a:ext>
            </a:extLst>
          </p:cNvPr>
          <p:cNvSpPr/>
          <p:nvPr/>
        </p:nvSpPr>
        <p:spPr>
          <a:xfrm>
            <a:off x="8468385"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4" name="Oval 43">
            <a:extLst>
              <a:ext uri="{FF2B5EF4-FFF2-40B4-BE49-F238E27FC236}">
                <a16:creationId xmlns:a16="http://schemas.microsoft.com/office/drawing/2014/main" id="{6B5ECD66-D944-4D48-A6E8-5B3915532097}"/>
              </a:ext>
            </a:extLst>
          </p:cNvPr>
          <p:cNvSpPr/>
          <p:nvPr/>
        </p:nvSpPr>
        <p:spPr>
          <a:xfrm>
            <a:off x="9029213"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45" name="Oval 44">
            <a:extLst>
              <a:ext uri="{FF2B5EF4-FFF2-40B4-BE49-F238E27FC236}">
                <a16:creationId xmlns:a16="http://schemas.microsoft.com/office/drawing/2014/main" id="{12996C23-30C5-5D69-F219-89C5778099BB}"/>
              </a:ext>
            </a:extLst>
          </p:cNvPr>
          <p:cNvSpPr/>
          <p:nvPr/>
        </p:nvSpPr>
        <p:spPr>
          <a:xfrm>
            <a:off x="9008655" y="3549971"/>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46" name="Oval 45">
            <a:extLst>
              <a:ext uri="{FF2B5EF4-FFF2-40B4-BE49-F238E27FC236}">
                <a16:creationId xmlns:a16="http://schemas.microsoft.com/office/drawing/2014/main" id="{6BAE0F1B-384B-186E-833B-AD511EEE430A}"/>
              </a:ext>
            </a:extLst>
          </p:cNvPr>
          <p:cNvSpPr/>
          <p:nvPr/>
        </p:nvSpPr>
        <p:spPr>
          <a:xfrm>
            <a:off x="8738385" y="427662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47" name="Oval 46">
            <a:extLst>
              <a:ext uri="{FF2B5EF4-FFF2-40B4-BE49-F238E27FC236}">
                <a16:creationId xmlns:a16="http://schemas.microsoft.com/office/drawing/2014/main" id="{FECF98AA-7DD4-36C5-0EC2-8AACF218151B}"/>
              </a:ext>
            </a:extLst>
          </p:cNvPr>
          <p:cNvSpPr/>
          <p:nvPr/>
        </p:nvSpPr>
        <p:spPr>
          <a:xfrm>
            <a:off x="9413655" y="427662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48" name="Straight Arrow Connector 47">
            <a:extLst>
              <a:ext uri="{FF2B5EF4-FFF2-40B4-BE49-F238E27FC236}">
                <a16:creationId xmlns:a16="http://schemas.microsoft.com/office/drawing/2014/main" id="{A510F476-3F4B-C412-E78D-DD0ABE5CCBB9}"/>
              </a:ext>
            </a:extLst>
          </p:cNvPr>
          <p:cNvCxnSpPr>
            <a:cxnSpLocks/>
            <a:stCxn id="46" idx="0"/>
            <a:endCxn id="45" idx="3"/>
          </p:cNvCxnSpPr>
          <p:nvPr/>
        </p:nvCxnSpPr>
        <p:spPr>
          <a:xfrm flipV="1">
            <a:off x="9008385" y="4006554"/>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A5ED314E-20DF-A9CB-0BC8-C5204B333483}"/>
              </a:ext>
            </a:extLst>
          </p:cNvPr>
          <p:cNvCxnSpPr>
            <a:cxnSpLocks/>
            <a:stCxn id="47" idx="0"/>
            <a:endCxn id="45" idx="5"/>
          </p:cNvCxnSpPr>
          <p:nvPr/>
        </p:nvCxnSpPr>
        <p:spPr>
          <a:xfrm flipH="1" flipV="1">
            <a:off x="9469574" y="4006554"/>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87B33328-CCF1-1417-65E0-26926675E5ED}"/>
              </a:ext>
            </a:extLst>
          </p:cNvPr>
          <p:cNvCxnSpPr>
            <a:cxnSpLocks/>
            <a:stCxn id="44" idx="0"/>
            <a:endCxn id="46" idx="5"/>
          </p:cNvCxnSpPr>
          <p:nvPr/>
        </p:nvCxnSpPr>
        <p:spPr>
          <a:xfrm flipH="1" flipV="1">
            <a:off x="9199304" y="4733203"/>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A9114013-70B4-1646-EDE1-3710D16800CA}"/>
              </a:ext>
            </a:extLst>
          </p:cNvPr>
          <p:cNvCxnSpPr>
            <a:cxnSpLocks/>
            <a:stCxn id="43" idx="0"/>
            <a:endCxn id="46" idx="3"/>
          </p:cNvCxnSpPr>
          <p:nvPr/>
        </p:nvCxnSpPr>
        <p:spPr>
          <a:xfrm flipV="1">
            <a:off x="8738385" y="4733203"/>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B78141FB-18AA-9610-394D-312D823E798E}"/>
              </a:ext>
            </a:extLst>
          </p:cNvPr>
          <p:cNvCxnSpPr>
            <a:cxnSpLocks/>
            <a:stCxn id="45" idx="0"/>
            <a:endCxn id="37" idx="3"/>
          </p:cNvCxnSpPr>
          <p:nvPr/>
        </p:nvCxnSpPr>
        <p:spPr>
          <a:xfrm flipV="1">
            <a:off x="9278655" y="3211372"/>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DBBE7585-FF38-0D89-486B-B713F57739A3}"/>
              </a:ext>
            </a:extLst>
          </p:cNvPr>
          <p:cNvCxnSpPr>
            <a:cxnSpLocks/>
            <a:stCxn id="38" idx="0"/>
            <a:endCxn id="37" idx="5"/>
          </p:cNvCxnSpPr>
          <p:nvPr/>
        </p:nvCxnSpPr>
        <p:spPr>
          <a:xfrm flipH="1" flipV="1">
            <a:off x="10161510" y="3211372"/>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71584184-0464-4A52-0EB8-DE0E5F6B4187}"/>
                  </a:ext>
                </a:extLst>
              </p:cNvPr>
              <p:cNvSpPr txBox="1"/>
              <p:nvPr/>
            </p:nvSpPr>
            <p:spPr>
              <a:xfrm>
                <a:off x="7530548" y="3607837"/>
                <a:ext cx="115191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i="1" smtClean="0">
                          <a:latin typeface="Cambria Math" panose="02040503050406030204" pitchFamily="18" charset="0"/>
                        </a:rPr>
                        <m:t>𝑓</m:t>
                      </m:r>
                      <m:r>
                        <a:rPr lang="en-GB" sz="2500" b="0" i="1" smtClean="0">
                          <a:latin typeface="Cambria Math" panose="02040503050406030204" pitchFamily="18" charset="0"/>
                        </a:rPr>
                        <m:t>𝑖𝑏</m:t>
                      </m:r>
                      <m:r>
                        <a:rPr lang="en-GB" sz="2500" b="0" i="1" smtClean="0">
                          <a:latin typeface="Cambria Math" panose="02040503050406030204" pitchFamily="18" charset="0"/>
                        </a:rPr>
                        <m:t>(4)</m:t>
                      </m:r>
                    </m:oMath>
                  </m:oMathPara>
                </a14:m>
                <a:endParaRPr lang="en-US" sz="2500" dirty="0"/>
              </a:p>
            </p:txBody>
          </p:sp>
        </mc:Choice>
        <mc:Fallback xmlns="">
          <p:sp>
            <p:nvSpPr>
              <p:cNvPr id="57" name="TextBox 56">
                <a:extLst>
                  <a:ext uri="{FF2B5EF4-FFF2-40B4-BE49-F238E27FC236}">
                    <a16:creationId xmlns:a16="http://schemas.microsoft.com/office/drawing/2014/main" id="{71584184-0464-4A52-0EB8-DE0E5F6B4187}"/>
                  </a:ext>
                </a:extLst>
              </p:cNvPr>
              <p:cNvSpPr txBox="1">
                <a:spLocks noRot="1" noChangeAspect="1" noMove="1" noResize="1" noEditPoints="1" noAdjustHandles="1" noChangeArrowheads="1" noChangeShapeType="1" noTextEdit="1"/>
              </p:cNvSpPr>
              <p:nvPr/>
            </p:nvSpPr>
            <p:spPr>
              <a:xfrm>
                <a:off x="7530548" y="3607837"/>
                <a:ext cx="1151918" cy="477054"/>
              </a:xfrm>
              <a:prstGeom prst="rect">
                <a:avLst/>
              </a:prstGeom>
              <a:blipFill>
                <a:blip r:embed="rId2"/>
                <a:stretch>
                  <a:fillRect r="-1064" b="-11905"/>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58" name="Table 57">
                <a:extLst>
                  <a:ext uri="{FF2B5EF4-FFF2-40B4-BE49-F238E27FC236}">
                    <a16:creationId xmlns:a16="http://schemas.microsoft.com/office/drawing/2014/main" id="{E69418A0-DDD7-0A72-EC92-2A2D1FAFB364}"/>
                  </a:ext>
                </a:extLst>
              </p:cNvPr>
              <p:cNvGraphicFramePr>
                <a:graphicFrameLocks noGrp="1"/>
              </p:cNvGraphicFramePr>
              <p:nvPr>
                <p:extLst>
                  <p:ext uri="{D42A27DB-BD31-4B8C-83A1-F6EECF244321}">
                    <p14:modId xmlns:p14="http://schemas.microsoft.com/office/powerpoint/2010/main" val="1732517920"/>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𝟎</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𝟒</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𝟓</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Choice>
        <mc:Fallback xmlns="">
          <p:graphicFrame>
            <p:nvGraphicFramePr>
              <p:cNvPr id="58" name="Table 57">
                <a:extLst>
                  <a:ext uri="{FF2B5EF4-FFF2-40B4-BE49-F238E27FC236}">
                    <a16:creationId xmlns:a16="http://schemas.microsoft.com/office/drawing/2014/main" id="{E69418A0-DDD7-0A72-EC92-2A2D1FAFB364}"/>
                  </a:ext>
                </a:extLst>
              </p:cNvPr>
              <p:cNvGraphicFramePr>
                <a:graphicFrameLocks noGrp="1"/>
              </p:cNvGraphicFramePr>
              <p:nvPr>
                <p:extLst>
                  <p:ext uri="{D42A27DB-BD31-4B8C-83A1-F6EECF244321}">
                    <p14:modId xmlns:p14="http://schemas.microsoft.com/office/powerpoint/2010/main" val="1732517920"/>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667" t="-2273" r="-5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1667" t="-2273" r="-4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98361" t="-2273" r="-298361"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3333" t="-2273" r="-2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03333" t="-2273" r="-1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503333" t="-2273" r="-3333"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Fallback>
      </mc:AlternateContent>
    </p:spTree>
    <p:extLst>
      <p:ext uri="{BB962C8B-B14F-4D97-AF65-F5344CB8AC3E}">
        <p14:creationId xmlns:p14="http://schemas.microsoft.com/office/powerpoint/2010/main" val="310723491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BFFC6375-5714-B14E-61EB-BC175773FAD3}"/>
            </a:ext>
          </a:extLst>
        </p:cNvPr>
        <p:cNvGrpSpPr/>
        <p:nvPr/>
      </p:nvGrpSpPr>
      <p:grpSpPr>
        <a:xfrm>
          <a:off x="0" y="0"/>
          <a:ext cx="0" cy="0"/>
          <a:chOff x="0" y="0"/>
          <a:chExt cx="0" cy="0"/>
        </a:xfrm>
      </p:grpSpPr>
      <p:sp>
        <p:nvSpPr>
          <p:cNvPr id="52" name="TextBox 51">
            <a:extLst>
              <a:ext uri="{FF2B5EF4-FFF2-40B4-BE49-F238E27FC236}">
                <a16:creationId xmlns:a16="http://schemas.microsoft.com/office/drawing/2014/main" id="{9B8924D4-1B98-56B2-3D7D-AB7510AFB5F4}"/>
              </a:ext>
            </a:extLst>
          </p:cNvPr>
          <p:cNvSpPr txBox="1"/>
          <p:nvPr/>
        </p:nvSpPr>
        <p:spPr>
          <a:xfrm>
            <a:off x="827256" y="801930"/>
            <a:ext cx="5252720" cy="4615046"/>
          </a:xfrm>
          <a:prstGeom prst="rect">
            <a:avLst/>
          </a:prstGeom>
          <a:solidFill>
            <a:schemeClr val="tx1"/>
          </a:solidFill>
        </p:spPr>
        <p:txBody>
          <a:bodyPr wrap="square">
            <a:spAutoFit/>
          </a:bodyPr>
          <a:lstStyle/>
          <a:p>
            <a:pPr>
              <a:lnSpc>
                <a:spcPct val="150000"/>
              </a:lnSpc>
              <a:buNone/>
            </a:pPr>
            <a:endParaRPr lang="en-PH" b="0" dirty="0">
              <a:solidFill>
                <a:srgbClr val="9CDCFE"/>
              </a:solidFill>
              <a:effectLst/>
              <a:latin typeface="Menlo" panose="020B0609030804020204" pitchFamily="49" charset="0"/>
            </a:endParaRPr>
          </a:p>
          <a:p>
            <a:pPr>
              <a:lnSpc>
                <a:spcPct val="150000"/>
              </a:lnSpc>
              <a:buNone/>
            </a:pP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569CD6"/>
                </a:solidFill>
                <a:effectLst/>
                <a:latin typeface="Menlo" panose="020B0609030804020204" pitchFamily="49" charset="0"/>
              </a:rPr>
              <a:t>in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p>
          <a:p>
            <a:pPr>
              <a:lnSpc>
                <a:spcPct val="150000"/>
              </a:lnSpc>
              <a:buNone/>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2">
              <a:lnSpc>
                <a:spcPct val="150000"/>
              </a:lnSpc>
            </a:pPr>
            <a:r>
              <a:rPr lang="en-PH" b="0" dirty="0">
                <a:solidFill>
                  <a:srgbClr val="9CDCFE"/>
                </a:solidFill>
                <a:effectLst/>
                <a:latin typeface="Menlo" panose="020B0609030804020204" pitchFamily="49" charset="0"/>
              </a:rPr>
              <a:t>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lvl="1">
              <a:lnSpc>
                <a:spcPct val="150000"/>
              </a:lnSpc>
            </a:pPr>
            <a:endParaRPr lang="en-PH" b="0" dirty="0">
              <a:solidFill>
                <a:srgbClr val="CCCCCC"/>
              </a:solidFill>
              <a:effectLst/>
              <a:latin typeface="Menlo" panose="020B0609030804020204" pitchFamily="49" charset="0"/>
            </a:endParaRPr>
          </a:p>
        </p:txBody>
      </p:sp>
      <p:sp>
        <p:nvSpPr>
          <p:cNvPr id="37" name="Oval 36">
            <a:extLst>
              <a:ext uri="{FF2B5EF4-FFF2-40B4-BE49-F238E27FC236}">
                <a16:creationId xmlns:a16="http://schemas.microsoft.com/office/drawing/2014/main" id="{A2193B73-BED5-9B4D-D41E-510B2F86ED83}"/>
              </a:ext>
            </a:extLst>
          </p:cNvPr>
          <p:cNvSpPr/>
          <p:nvPr/>
        </p:nvSpPr>
        <p:spPr>
          <a:xfrm>
            <a:off x="9700591" y="2754789"/>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38" name="Oval 37">
            <a:extLst>
              <a:ext uri="{FF2B5EF4-FFF2-40B4-BE49-F238E27FC236}">
                <a16:creationId xmlns:a16="http://schemas.microsoft.com/office/drawing/2014/main" id="{DA7A3FAD-58F3-4A3A-E339-4415CEFEB1CF}"/>
              </a:ext>
            </a:extLst>
          </p:cNvPr>
          <p:cNvSpPr/>
          <p:nvPr/>
        </p:nvSpPr>
        <p:spPr>
          <a:xfrm>
            <a:off x="10358925" y="349202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39" name="Oval 38">
            <a:extLst>
              <a:ext uri="{FF2B5EF4-FFF2-40B4-BE49-F238E27FC236}">
                <a16:creationId xmlns:a16="http://schemas.microsoft.com/office/drawing/2014/main" id="{AE92D79C-2836-8C35-C16D-13305CFF56C4}"/>
              </a:ext>
            </a:extLst>
          </p:cNvPr>
          <p:cNvSpPr/>
          <p:nvPr/>
        </p:nvSpPr>
        <p:spPr>
          <a:xfrm>
            <a:off x="1008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0" name="Oval 39">
            <a:extLst>
              <a:ext uri="{FF2B5EF4-FFF2-40B4-BE49-F238E27FC236}">
                <a16:creationId xmlns:a16="http://schemas.microsoft.com/office/drawing/2014/main" id="{F469BD5D-E5D5-41D8-AFB4-9DBDA2284ECC}"/>
              </a:ext>
            </a:extLst>
          </p:cNvPr>
          <p:cNvSpPr/>
          <p:nvPr/>
        </p:nvSpPr>
        <p:spPr>
          <a:xfrm>
            <a:off x="1062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41" name="Straight Arrow Connector 40">
            <a:extLst>
              <a:ext uri="{FF2B5EF4-FFF2-40B4-BE49-F238E27FC236}">
                <a16:creationId xmlns:a16="http://schemas.microsoft.com/office/drawing/2014/main" id="{18BC9DD4-223B-E626-2889-D2D082818C07}"/>
              </a:ext>
            </a:extLst>
          </p:cNvPr>
          <p:cNvCxnSpPr>
            <a:cxnSpLocks/>
            <a:stCxn id="40" idx="0"/>
            <a:endCxn id="38" idx="5"/>
          </p:cNvCxnSpPr>
          <p:nvPr/>
        </p:nvCxnSpPr>
        <p:spPr>
          <a:xfrm flipH="1" flipV="1">
            <a:off x="10819844"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CAD01C58-172F-C135-0BE7-4E1784AAC282}"/>
              </a:ext>
            </a:extLst>
          </p:cNvPr>
          <p:cNvCxnSpPr>
            <a:cxnSpLocks/>
            <a:stCxn id="39" idx="0"/>
            <a:endCxn id="38" idx="3"/>
          </p:cNvCxnSpPr>
          <p:nvPr/>
        </p:nvCxnSpPr>
        <p:spPr>
          <a:xfrm flipV="1">
            <a:off x="10358925"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BECA61FD-2BC3-38A8-CAE2-53533ADC1896}"/>
              </a:ext>
            </a:extLst>
          </p:cNvPr>
          <p:cNvSpPr/>
          <p:nvPr/>
        </p:nvSpPr>
        <p:spPr>
          <a:xfrm>
            <a:off x="8468385"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4" name="Oval 43">
            <a:extLst>
              <a:ext uri="{FF2B5EF4-FFF2-40B4-BE49-F238E27FC236}">
                <a16:creationId xmlns:a16="http://schemas.microsoft.com/office/drawing/2014/main" id="{6CBB447D-3711-1E24-5C7B-FE08E6881B88}"/>
              </a:ext>
            </a:extLst>
          </p:cNvPr>
          <p:cNvSpPr/>
          <p:nvPr/>
        </p:nvSpPr>
        <p:spPr>
          <a:xfrm>
            <a:off x="9029213"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45" name="Oval 44">
            <a:extLst>
              <a:ext uri="{FF2B5EF4-FFF2-40B4-BE49-F238E27FC236}">
                <a16:creationId xmlns:a16="http://schemas.microsoft.com/office/drawing/2014/main" id="{76C4E34E-8DDE-A21D-72C7-F5EDDFB619B7}"/>
              </a:ext>
            </a:extLst>
          </p:cNvPr>
          <p:cNvSpPr/>
          <p:nvPr/>
        </p:nvSpPr>
        <p:spPr>
          <a:xfrm>
            <a:off x="9008655" y="3549971"/>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46" name="Oval 45">
            <a:extLst>
              <a:ext uri="{FF2B5EF4-FFF2-40B4-BE49-F238E27FC236}">
                <a16:creationId xmlns:a16="http://schemas.microsoft.com/office/drawing/2014/main" id="{B1A60A83-F5E2-89F5-CCBF-FA38507FF893}"/>
              </a:ext>
            </a:extLst>
          </p:cNvPr>
          <p:cNvSpPr/>
          <p:nvPr/>
        </p:nvSpPr>
        <p:spPr>
          <a:xfrm>
            <a:off x="8738385" y="427662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47" name="Oval 46">
            <a:extLst>
              <a:ext uri="{FF2B5EF4-FFF2-40B4-BE49-F238E27FC236}">
                <a16:creationId xmlns:a16="http://schemas.microsoft.com/office/drawing/2014/main" id="{7C823258-4D9C-D24C-852E-6E714558B2E7}"/>
              </a:ext>
            </a:extLst>
          </p:cNvPr>
          <p:cNvSpPr/>
          <p:nvPr/>
        </p:nvSpPr>
        <p:spPr>
          <a:xfrm>
            <a:off x="9413655" y="427662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48" name="Straight Arrow Connector 47">
            <a:extLst>
              <a:ext uri="{FF2B5EF4-FFF2-40B4-BE49-F238E27FC236}">
                <a16:creationId xmlns:a16="http://schemas.microsoft.com/office/drawing/2014/main" id="{D989F574-2983-6C21-FC0D-D7CF6107D418}"/>
              </a:ext>
            </a:extLst>
          </p:cNvPr>
          <p:cNvCxnSpPr>
            <a:cxnSpLocks/>
            <a:stCxn id="46" idx="0"/>
            <a:endCxn id="45" idx="3"/>
          </p:cNvCxnSpPr>
          <p:nvPr/>
        </p:nvCxnSpPr>
        <p:spPr>
          <a:xfrm flipV="1">
            <a:off x="9008385" y="4006554"/>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C8078B38-ACEA-1A68-9FF7-E4997FE7EF28}"/>
              </a:ext>
            </a:extLst>
          </p:cNvPr>
          <p:cNvCxnSpPr>
            <a:cxnSpLocks/>
            <a:stCxn id="47" idx="0"/>
            <a:endCxn id="45" idx="5"/>
          </p:cNvCxnSpPr>
          <p:nvPr/>
        </p:nvCxnSpPr>
        <p:spPr>
          <a:xfrm flipH="1" flipV="1">
            <a:off x="9469574" y="4006554"/>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C5E396CD-82B0-A044-126E-21218884556D}"/>
              </a:ext>
            </a:extLst>
          </p:cNvPr>
          <p:cNvCxnSpPr>
            <a:cxnSpLocks/>
            <a:stCxn id="44" idx="0"/>
            <a:endCxn id="46" idx="5"/>
          </p:cNvCxnSpPr>
          <p:nvPr/>
        </p:nvCxnSpPr>
        <p:spPr>
          <a:xfrm flipH="1" flipV="1">
            <a:off x="9199304" y="4733203"/>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A0F8C799-7350-E5B4-81AC-C78D02BF6D1A}"/>
              </a:ext>
            </a:extLst>
          </p:cNvPr>
          <p:cNvCxnSpPr>
            <a:cxnSpLocks/>
            <a:stCxn id="43" idx="0"/>
            <a:endCxn id="46" idx="3"/>
          </p:cNvCxnSpPr>
          <p:nvPr/>
        </p:nvCxnSpPr>
        <p:spPr>
          <a:xfrm flipV="1">
            <a:off x="8738385" y="4733203"/>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147F7D9C-6EA3-ACA9-DD18-34A7EB3B87BD}"/>
              </a:ext>
            </a:extLst>
          </p:cNvPr>
          <p:cNvCxnSpPr>
            <a:cxnSpLocks/>
            <a:stCxn id="45" idx="0"/>
            <a:endCxn id="37" idx="3"/>
          </p:cNvCxnSpPr>
          <p:nvPr/>
        </p:nvCxnSpPr>
        <p:spPr>
          <a:xfrm flipV="1">
            <a:off x="9278655" y="3211372"/>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8A96F015-71A4-CDCE-043F-48FBA3249A33}"/>
              </a:ext>
            </a:extLst>
          </p:cNvPr>
          <p:cNvCxnSpPr>
            <a:cxnSpLocks/>
            <a:stCxn id="38" idx="0"/>
            <a:endCxn id="37" idx="5"/>
          </p:cNvCxnSpPr>
          <p:nvPr/>
        </p:nvCxnSpPr>
        <p:spPr>
          <a:xfrm flipH="1" flipV="1">
            <a:off x="10161510" y="3211372"/>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57" name="TextBox 56">
            <a:extLst>
              <a:ext uri="{FF2B5EF4-FFF2-40B4-BE49-F238E27FC236}">
                <a16:creationId xmlns:a16="http://schemas.microsoft.com/office/drawing/2014/main" id="{B1F38504-B3A3-0EFD-A55B-6B6099DE56CD}"/>
              </a:ext>
            </a:extLst>
          </p:cNvPr>
          <p:cNvSpPr txBox="1"/>
          <p:nvPr/>
        </p:nvSpPr>
        <p:spPr>
          <a:xfrm>
            <a:off x="6878727" y="5716609"/>
            <a:ext cx="5069856" cy="861774"/>
          </a:xfrm>
          <a:prstGeom prst="rect">
            <a:avLst/>
          </a:prstGeom>
          <a:noFill/>
          <a:ln w="38100">
            <a:solidFill>
              <a:schemeClr val="tx1"/>
            </a:solidFill>
          </a:ln>
        </p:spPr>
        <p:txBody>
          <a:bodyPr wrap="square" rtlCol="0">
            <a:spAutoFit/>
          </a:bodyPr>
          <a:lstStyle/>
          <a:p>
            <a:r>
              <a:rPr lang="en-GB" sz="2500" b="0" dirty="0"/>
              <a:t>We do not need to recompute the </a:t>
            </a:r>
          </a:p>
          <a:p>
            <a:r>
              <a:rPr lang="en-GB" sz="2500" b="0" dirty="0"/>
              <a:t>right side of the tree </a:t>
            </a:r>
            <a:endParaRPr lang="en-US" sz="2500" dirty="0"/>
          </a:p>
        </p:txBody>
      </p:sp>
      <mc:AlternateContent xmlns:mc="http://schemas.openxmlformats.org/markup-compatibility/2006" xmlns:a14="http://schemas.microsoft.com/office/drawing/2010/main">
        <mc:Choice Requires="a14">
          <p:graphicFrame>
            <p:nvGraphicFramePr>
              <p:cNvPr id="58" name="Table 57">
                <a:extLst>
                  <a:ext uri="{FF2B5EF4-FFF2-40B4-BE49-F238E27FC236}">
                    <a16:creationId xmlns:a16="http://schemas.microsoft.com/office/drawing/2014/main" id="{DEA1048D-2682-F039-33B2-D839463EF88E}"/>
                  </a:ext>
                </a:extLst>
              </p:cNvPr>
              <p:cNvGraphicFramePr>
                <a:graphicFrameLocks noGrp="1"/>
              </p:cNvGraphicFramePr>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𝟎</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𝟒</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𝟓</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Choice>
        <mc:Fallback xmlns="">
          <p:graphicFrame>
            <p:nvGraphicFramePr>
              <p:cNvPr id="58" name="Table 57">
                <a:extLst>
                  <a:ext uri="{FF2B5EF4-FFF2-40B4-BE49-F238E27FC236}">
                    <a16:creationId xmlns:a16="http://schemas.microsoft.com/office/drawing/2014/main" id="{DEA1048D-2682-F039-33B2-D839463EF88E}"/>
                  </a:ext>
                </a:extLst>
              </p:cNvPr>
              <p:cNvGraphicFramePr>
                <a:graphicFrameLocks noGrp="1"/>
              </p:cNvGraphicFramePr>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667" t="-2273" r="-5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01667" t="-2273" r="-4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98361" t="-2273" r="-298361"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03333" t="-2273" r="-2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03333" t="-2273" r="-1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503333" t="-2273" r="-3333"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Fallback>
      </mc:AlternateContent>
      <p:sp>
        <p:nvSpPr>
          <p:cNvPr id="2" name="Rectangle 1">
            <a:extLst>
              <a:ext uri="{FF2B5EF4-FFF2-40B4-BE49-F238E27FC236}">
                <a16:creationId xmlns:a16="http://schemas.microsoft.com/office/drawing/2014/main" id="{C9F62238-1346-95CE-427D-696DF6CC3847}"/>
              </a:ext>
            </a:extLst>
          </p:cNvPr>
          <p:cNvSpPr/>
          <p:nvPr/>
        </p:nvSpPr>
        <p:spPr>
          <a:xfrm>
            <a:off x="10049672" y="3453877"/>
            <a:ext cx="1197448" cy="1504914"/>
          </a:xfrm>
          <a:prstGeom prst="rect">
            <a:avLst/>
          </a:prstGeom>
          <a:solidFill>
            <a:srgbClr val="FF0000">
              <a:alpha val="60000"/>
            </a:srgbClr>
          </a:solidFill>
          <a:ln w="57150">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33795194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animBg="1"/>
      <p:bldP spid="2" grpId="0" animBg="1"/>
    </p:bldLst>
  </p:timing>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5E333D9C-38CD-719F-6612-8FE881E9D55D}"/>
            </a:ext>
          </a:extLst>
        </p:cNvPr>
        <p:cNvGrpSpPr/>
        <p:nvPr/>
      </p:nvGrpSpPr>
      <p:grpSpPr>
        <a:xfrm>
          <a:off x="0" y="0"/>
          <a:ext cx="0" cy="0"/>
          <a:chOff x="0" y="0"/>
          <a:chExt cx="0" cy="0"/>
        </a:xfrm>
      </p:grpSpPr>
      <p:sp>
        <p:nvSpPr>
          <p:cNvPr id="52" name="TextBox 51">
            <a:extLst>
              <a:ext uri="{FF2B5EF4-FFF2-40B4-BE49-F238E27FC236}">
                <a16:creationId xmlns:a16="http://schemas.microsoft.com/office/drawing/2014/main" id="{AD2057A5-C185-B3D2-34E8-90F5F00B402A}"/>
              </a:ext>
            </a:extLst>
          </p:cNvPr>
          <p:cNvSpPr txBox="1"/>
          <p:nvPr/>
        </p:nvSpPr>
        <p:spPr>
          <a:xfrm>
            <a:off x="827256" y="801930"/>
            <a:ext cx="5252720" cy="4615046"/>
          </a:xfrm>
          <a:prstGeom prst="rect">
            <a:avLst/>
          </a:prstGeom>
          <a:solidFill>
            <a:schemeClr val="tx1"/>
          </a:solidFill>
        </p:spPr>
        <p:txBody>
          <a:bodyPr wrap="square">
            <a:spAutoFit/>
          </a:bodyPr>
          <a:lstStyle/>
          <a:p>
            <a:pPr>
              <a:lnSpc>
                <a:spcPct val="150000"/>
              </a:lnSpc>
              <a:buNone/>
            </a:pPr>
            <a:endParaRPr lang="en-PH" b="0" dirty="0">
              <a:solidFill>
                <a:srgbClr val="9CDCFE"/>
              </a:solidFill>
              <a:effectLst/>
              <a:latin typeface="Menlo" panose="020B0609030804020204" pitchFamily="49" charset="0"/>
            </a:endParaRPr>
          </a:p>
          <a:p>
            <a:pPr>
              <a:lnSpc>
                <a:spcPct val="150000"/>
              </a:lnSpc>
              <a:buNone/>
            </a:pP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569CD6"/>
                </a:solidFill>
                <a:effectLst/>
                <a:latin typeface="Menlo" panose="020B0609030804020204" pitchFamily="49" charset="0"/>
              </a:rPr>
              <a:t>in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p>
          <a:p>
            <a:pPr>
              <a:lnSpc>
                <a:spcPct val="150000"/>
              </a:lnSpc>
              <a:buNone/>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2">
              <a:lnSpc>
                <a:spcPct val="150000"/>
              </a:lnSpc>
            </a:pPr>
            <a:r>
              <a:rPr lang="en-PH" b="0" dirty="0">
                <a:solidFill>
                  <a:srgbClr val="9CDCFE"/>
                </a:solidFill>
                <a:effectLst/>
                <a:latin typeface="Menlo" panose="020B0609030804020204" pitchFamily="49" charset="0"/>
              </a:rPr>
              <a:t>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lvl="1">
              <a:lnSpc>
                <a:spcPct val="150000"/>
              </a:lnSpc>
            </a:pPr>
            <a:endParaRPr lang="en-PH" b="0" dirty="0">
              <a:solidFill>
                <a:srgbClr val="CCCCCC"/>
              </a:solidFill>
              <a:effectLst/>
              <a:latin typeface="Menlo" panose="020B0609030804020204" pitchFamily="49" charset="0"/>
            </a:endParaRPr>
          </a:p>
        </p:txBody>
      </p:sp>
      <p:sp>
        <p:nvSpPr>
          <p:cNvPr id="37" name="Oval 36">
            <a:extLst>
              <a:ext uri="{FF2B5EF4-FFF2-40B4-BE49-F238E27FC236}">
                <a16:creationId xmlns:a16="http://schemas.microsoft.com/office/drawing/2014/main" id="{CD032515-DB7D-830F-62A1-55F63D889B58}"/>
              </a:ext>
            </a:extLst>
          </p:cNvPr>
          <p:cNvSpPr/>
          <p:nvPr/>
        </p:nvSpPr>
        <p:spPr>
          <a:xfrm>
            <a:off x="9700591" y="2754789"/>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38" name="Oval 37">
            <a:extLst>
              <a:ext uri="{FF2B5EF4-FFF2-40B4-BE49-F238E27FC236}">
                <a16:creationId xmlns:a16="http://schemas.microsoft.com/office/drawing/2014/main" id="{1D88160E-E36D-DD97-FE1A-CCC8A4838655}"/>
              </a:ext>
            </a:extLst>
          </p:cNvPr>
          <p:cNvSpPr/>
          <p:nvPr/>
        </p:nvSpPr>
        <p:spPr>
          <a:xfrm>
            <a:off x="10358925" y="3492025"/>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39" name="Oval 38">
            <a:extLst>
              <a:ext uri="{FF2B5EF4-FFF2-40B4-BE49-F238E27FC236}">
                <a16:creationId xmlns:a16="http://schemas.microsoft.com/office/drawing/2014/main" id="{09D41AD6-D431-FF7B-9503-DF207A553BAD}"/>
              </a:ext>
            </a:extLst>
          </p:cNvPr>
          <p:cNvSpPr/>
          <p:nvPr/>
        </p:nvSpPr>
        <p:spPr>
          <a:xfrm>
            <a:off x="10088925" y="429407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0" name="Oval 39">
            <a:extLst>
              <a:ext uri="{FF2B5EF4-FFF2-40B4-BE49-F238E27FC236}">
                <a16:creationId xmlns:a16="http://schemas.microsoft.com/office/drawing/2014/main" id="{E750C057-969F-DE41-0286-E0CEE7B937D3}"/>
              </a:ext>
            </a:extLst>
          </p:cNvPr>
          <p:cNvSpPr/>
          <p:nvPr/>
        </p:nvSpPr>
        <p:spPr>
          <a:xfrm>
            <a:off x="10628925" y="429407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41" name="Straight Arrow Connector 40">
            <a:extLst>
              <a:ext uri="{FF2B5EF4-FFF2-40B4-BE49-F238E27FC236}">
                <a16:creationId xmlns:a16="http://schemas.microsoft.com/office/drawing/2014/main" id="{1B71EBAF-AD9E-38A0-2FD7-DBB273C2161A}"/>
              </a:ext>
            </a:extLst>
          </p:cNvPr>
          <p:cNvCxnSpPr>
            <a:cxnSpLocks/>
            <a:stCxn id="40" idx="0"/>
            <a:endCxn id="38" idx="5"/>
          </p:cNvCxnSpPr>
          <p:nvPr/>
        </p:nvCxnSpPr>
        <p:spPr>
          <a:xfrm flipH="1" flipV="1">
            <a:off x="10819844"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AA5E02BB-410D-0BC1-A330-5C36D41CCF87}"/>
              </a:ext>
            </a:extLst>
          </p:cNvPr>
          <p:cNvCxnSpPr>
            <a:cxnSpLocks/>
            <a:stCxn id="39" idx="0"/>
            <a:endCxn id="38" idx="3"/>
          </p:cNvCxnSpPr>
          <p:nvPr/>
        </p:nvCxnSpPr>
        <p:spPr>
          <a:xfrm flipV="1">
            <a:off x="10358925"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52A5F837-979F-7642-0C9A-0B645623EB83}"/>
              </a:ext>
            </a:extLst>
          </p:cNvPr>
          <p:cNvSpPr/>
          <p:nvPr/>
        </p:nvSpPr>
        <p:spPr>
          <a:xfrm>
            <a:off x="8468385"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4" name="Oval 43">
            <a:extLst>
              <a:ext uri="{FF2B5EF4-FFF2-40B4-BE49-F238E27FC236}">
                <a16:creationId xmlns:a16="http://schemas.microsoft.com/office/drawing/2014/main" id="{AA538445-5B07-5809-0CA8-249996F6250D}"/>
              </a:ext>
            </a:extLst>
          </p:cNvPr>
          <p:cNvSpPr/>
          <p:nvPr/>
        </p:nvSpPr>
        <p:spPr>
          <a:xfrm>
            <a:off x="9029213"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45" name="Oval 44">
            <a:extLst>
              <a:ext uri="{FF2B5EF4-FFF2-40B4-BE49-F238E27FC236}">
                <a16:creationId xmlns:a16="http://schemas.microsoft.com/office/drawing/2014/main" id="{527BCF80-052E-509C-FDE5-9F3D7CF363EB}"/>
              </a:ext>
            </a:extLst>
          </p:cNvPr>
          <p:cNvSpPr/>
          <p:nvPr/>
        </p:nvSpPr>
        <p:spPr>
          <a:xfrm>
            <a:off x="9008655" y="3549971"/>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46" name="Oval 45">
            <a:extLst>
              <a:ext uri="{FF2B5EF4-FFF2-40B4-BE49-F238E27FC236}">
                <a16:creationId xmlns:a16="http://schemas.microsoft.com/office/drawing/2014/main" id="{A5883487-F325-CD04-EF06-F1E4F024B49D}"/>
              </a:ext>
            </a:extLst>
          </p:cNvPr>
          <p:cNvSpPr/>
          <p:nvPr/>
        </p:nvSpPr>
        <p:spPr>
          <a:xfrm>
            <a:off x="8738385" y="427662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47" name="Oval 46">
            <a:extLst>
              <a:ext uri="{FF2B5EF4-FFF2-40B4-BE49-F238E27FC236}">
                <a16:creationId xmlns:a16="http://schemas.microsoft.com/office/drawing/2014/main" id="{355EABD3-B660-B26A-8C76-12C4499A46B5}"/>
              </a:ext>
            </a:extLst>
          </p:cNvPr>
          <p:cNvSpPr/>
          <p:nvPr/>
        </p:nvSpPr>
        <p:spPr>
          <a:xfrm>
            <a:off x="9413655" y="427662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48" name="Straight Arrow Connector 47">
            <a:extLst>
              <a:ext uri="{FF2B5EF4-FFF2-40B4-BE49-F238E27FC236}">
                <a16:creationId xmlns:a16="http://schemas.microsoft.com/office/drawing/2014/main" id="{000091CB-D2FB-8939-2D12-91D3E172432F}"/>
              </a:ext>
            </a:extLst>
          </p:cNvPr>
          <p:cNvCxnSpPr>
            <a:cxnSpLocks/>
            <a:stCxn id="46" idx="0"/>
            <a:endCxn id="45" idx="3"/>
          </p:cNvCxnSpPr>
          <p:nvPr/>
        </p:nvCxnSpPr>
        <p:spPr>
          <a:xfrm flipV="1">
            <a:off x="9008385" y="4006554"/>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EC4F02CB-3F77-43AD-0767-2CAA1F55AB29}"/>
              </a:ext>
            </a:extLst>
          </p:cNvPr>
          <p:cNvCxnSpPr>
            <a:cxnSpLocks/>
            <a:stCxn id="47" idx="0"/>
            <a:endCxn id="45" idx="5"/>
          </p:cNvCxnSpPr>
          <p:nvPr/>
        </p:nvCxnSpPr>
        <p:spPr>
          <a:xfrm flipH="1" flipV="1">
            <a:off x="9469574" y="4006554"/>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A4CC10DC-DDD4-94DC-D393-2A7D24B24B25}"/>
              </a:ext>
            </a:extLst>
          </p:cNvPr>
          <p:cNvCxnSpPr>
            <a:cxnSpLocks/>
            <a:stCxn id="44" idx="0"/>
            <a:endCxn id="46" idx="5"/>
          </p:cNvCxnSpPr>
          <p:nvPr/>
        </p:nvCxnSpPr>
        <p:spPr>
          <a:xfrm flipH="1" flipV="1">
            <a:off x="9199304" y="4733203"/>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9BEE55A3-7325-FFDF-3FBB-1C74D428348C}"/>
              </a:ext>
            </a:extLst>
          </p:cNvPr>
          <p:cNvCxnSpPr>
            <a:cxnSpLocks/>
            <a:stCxn id="43" idx="0"/>
            <a:endCxn id="46" idx="3"/>
          </p:cNvCxnSpPr>
          <p:nvPr/>
        </p:nvCxnSpPr>
        <p:spPr>
          <a:xfrm flipV="1">
            <a:off x="8738385" y="4733203"/>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B6DB82BE-68C2-3706-2297-9BBF822A3D9A}"/>
              </a:ext>
            </a:extLst>
          </p:cNvPr>
          <p:cNvCxnSpPr>
            <a:cxnSpLocks/>
            <a:stCxn id="45" idx="0"/>
            <a:endCxn id="37" idx="3"/>
          </p:cNvCxnSpPr>
          <p:nvPr/>
        </p:nvCxnSpPr>
        <p:spPr>
          <a:xfrm flipV="1">
            <a:off x="9278655" y="3211372"/>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4E31881D-9A19-1B47-A1A7-4C216DE43286}"/>
              </a:ext>
            </a:extLst>
          </p:cNvPr>
          <p:cNvCxnSpPr>
            <a:cxnSpLocks/>
            <a:stCxn id="38" idx="0"/>
            <a:endCxn id="37" idx="5"/>
          </p:cNvCxnSpPr>
          <p:nvPr/>
        </p:nvCxnSpPr>
        <p:spPr>
          <a:xfrm flipH="1" flipV="1">
            <a:off x="10161510" y="3211372"/>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graphicFrame>
            <p:nvGraphicFramePr>
              <p:cNvPr id="58" name="Table 57">
                <a:extLst>
                  <a:ext uri="{FF2B5EF4-FFF2-40B4-BE49-F238E27FC236}">
                    <a16:creationId xmlns:a16="http://schemas.microsoft.com/office/drawing/2014/main" id="{D3DE4106-DC50-F4A8-1018-0B9094E937DD}"/>
                  </a:ext>
                </a:extLst>
              </p:cNvPr>
              <p:cNvGraphicFramePr>
                <a:graphicFrameLocks noGrp="1"/>
              </p:cNvGraphicFramePr>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𝟎</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𝟒</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𝟓</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Choice>
        <mc:Fallback xmlns="">
          <p:graphicFrame>
            <p:nvGraphicFramePr>
              <p:cNvPr id="58" name="Table 57">
                <a:extLst>
                  <a:ext uri="{FF2B5EF4-FFF2-40B4-BE49-F238E27FC236}">
                    <a16:creationId xmlns:a16="http://schemas.microsoft.com/office/drawing/2014/main" id="{D3DE4106-DC50-F4A8-1018-0B9094E937DD}"/>
                  </a:ext>
                </a:extLst>
              </p:cNvPr>
              <p:cNvGraphicFramePr>
                <a:graphicFrameLocks noGrp="1"/>
              </p:cNvGraphicFramePr>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667" t="-2273" r="-5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01667" t="-2273" r="-4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98361" t="-2273" r="-298361"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03333" t="-2273" r="-2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03333" t="-2273" r="-1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503333" t="-2273" r="-3333"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Fallback>
      </mc:AlternateContent>
    </p:spTree>
    <p:extLst>
      <p:ext uri="{BB962C8B-B14F-4D97-AF65-F5344CB8AC3E}">
        <p14:creationId xmlns:p14="http://schemas.microsoft.com/office/powerpoint/2010/main" val="5243572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FB3D026-4149-5C02-D0C3-7241543B69CC}"/>
            </a:ext>
          </a:extLst>
        </p:cNvPr>
        <p:cNvGrpSpPr/>
        <p:nvPr/>
      </p:nvGrpSpPr>
      <p:grpSpPr>
        <a:xfrm>
          <a:off x="0" y="0"/>
          <a:ext cx="0" cy="0"/>
          <a:chOff x="0" y="0"/>
          <a:chExt cx="0" cy="0"/>
        </a:xfrm>
      </p:grpSpPr>
      <p:sp>
        <p:nvSpPr>
          <p:cNvPr id="52" name="TextBox 51">
            <a:extLst>
              <a:ext uri="{FF2B5EF4-FFF2-40B4-BE49-F238E27FC236}">
                <a16:creationId xmlns:a16="http://schemas.microsoft.com/office/drawing/2014/main" id="{C3B1058C-EE85-6F5E-8A6F-C38C823FE6F9}"/>
              </a:ext>
            </a:extLst>
          </p:cNvPr>
          <p:cNvSpPr txBox="1"/>
          <p:nvPr/>
        </p:nvSpPr>
        <p:spPr>
          <a:xfrm>
            <a:off x="827256" y="801930"/>
            <a:ext cx="5252720" cy="4615046"/>
          </a:xfrm>
          <a:prstGeom prst="rect">
            <a:avLst/>
          </a:prstGeom>
          <a:solidFill>
            <a:schemeClr val="tx1"/>
          </a:solidFill>
        </p:spPr>
        <p:txBody>
          <a:bodyPr wrap="square">
            <a:spAutoFit/>
          </a:bodyPr>
          <a:lstStyle/>
          <a:p>
            <a:pPr>
              <a:lnSpc>
                <a:spcPct val="150000"/>
              </a:lnSpc>
              <a:buNone/>
            </a:pPr>
            <a:endParaRPr lang="en-PH" b="0" dirty="0">
              <a:solidFill>
                <a:srgbClr val="9CDCFE"/>
              </a:solidFill>
              <a:effectLst/>
              <a:latin typeface="Menlo" panose="020B0609030804020204" pitchFamily="49" charset="0"/>
            </a:endParaRPr>
          </a:p>
          <a:p>
            <a:pPr>
              <a:lnSpc>
                <a:spcPct val="150000"/>
              </a:lnSpc>
              <a:buNone/>
            </a:pP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569CD6"/>
                </a:solidFill>
                <a:effectLst/>
                <a:latin typeface="Menlo" panose="020B0609030804020204" pitchFamily="49" charset="0"/>
              </a:rPr>
              <a:t>in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p>
          <a:p>
            <a:pPr>
              <a:lnSpc>
                <a:spcPct val="150000"/>
              </a:lnSpc>
              <a:buNone/>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2">
              <a:lnSpc>
                <a:spcPct val="150000"/>
              </a:lnSpc>
            </a:pPr>
            <a:r>
              <a:rPr lang="en-PH" b="0" dirty="0">
                <a:solidFill>
                  <a:srgbClr val="9CDCFE"/>
                </a:solidFill>
                <a:effectLst/>
                <a:latin typeface="Menlo" panose="020B0609030804020204" pitchFamily="49" charset="0"/>
              </a:rPr>
              <a:t>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lvl="1">
              <a:lnSpc>
                <a:spcPct val="150000"/>
              </a:lnSpc>
            </a:pPr>
            <a:endParaRPr lang="en-PH" b="0" dirty="0">
              <a:solidFill>
                <a:srgbClr val="CCCCCC"/>
              </a:solidFill>
              <a:effectLst/>
              <a:latin typeface="Menlo" panose="020B0609030804020204" pitchFamily="49" charset="0"/>
            </a:endParaRPr>
          </a:p>
        </p:txBody>
      </p:sp>
      <p:sp>
        <p:nvSpPr>
          <p:cNvPr id="37" name="Oval 36">
            <a:extLst>
              <a:ext uri="{FF2B5EF4-FFF2-40B4-BE49-F238E27FC236}">
                <a16:creationId xmlns:a16="http://schemas.microsoft.com/office/drawing/2014/main" id="{F07AB3E2-E30A-A8FF-6455-2299894F0F18}"/>
              </a:ext>
            </a:extLst>
          </p:cNvPr>
          <p:cNvSpPr/>
          <p:nvPr/>
        </p:nvSpPr>
        <p:spPr>
          <a:xfrm>
            <a:off x="9700591" y="2754789"/>
            <a:ext cx="540000" cy="534920"/>
          </a:xfrm>
          <a:prstGeom prst="ellipse">
            <a:avLst/>
          </a:prstGeom>
          <a:solidFill>
            <a:srgbClr val="FF000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38" name="Oval 37">
            <a:extLst>
              <a:ext uri="{FF2B5EF4-FFF2-40B4-BE49-F238E27FC236}">
                <a16:creationId xmlns:a16="http://schemas.microsoft.com/office/drawing/2014/main" id="{C2827098-49E9-3DCA-5986-C5C0B3A27D02}"/>
              </a:ext>
            </a:extLst>
          </p:cNvPr>
          <p:cNvSpPr/>
          <p:nvPr/>
        </p:nvSpPr>
        <p:spPr>
          <a:xfrm>
            <a:off x="10358925" y="3492025"/>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39" name="Oval 38">
            <a:extLst>
              <a:ext uri="{FF2B5EF4-FFF2-40B4-BE49-F238E27FC236}">
                <a16:creationId xmlns:a16="http://schemas.microsoft.com/office/drawing/2014/main" id="{7436E09D-926D-604B-8242-AC5BD431B5EA}"/>
              </a:ext>
            </a:extLst>
          </p:cNvPr>
          <p:cNvSpPr/>
          <p:nvPr/>
        </p:nvSpPr>
        <p:spPr>
          <a:xfrm>
            <a:off x="10088925" y="429407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0" name="Oval 39">
            <a:extLst>
              <a:ext uri="{FF2B5EF4-FFF2-40B4-BE49-F238E27FC236}">
                <a16:creationId xmlns:a16="http://schemas.microsoft.com/office/drawing/2014/main" id="{ABC01946-6642-1DCF-41BA-791A4CD81B7F}"/>
              </a:ext>
            </a:extLst>
          </p:cNvPr>
          <p:cNvSpPr/>
          <p:nvPr/>
        </p:nvSpPr>
        <p:spPr>
          <a:xfrm>
            <a:off x="10628925" y="429407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41" name="Straight Arrow Connector 40">
            <a:extLst>
              <a:ext uri="{FF2B5EF4-FFF2-40B4-BE49-F238E27FC236}">
                <a16:creationId xmlns:a16="http://schemas.microsoft.com/office/drawing/2014/main" id="{2717C1D8-59CF-1E1B-3C3D-A214F516504F}"/>
              </a:ext>
            </a:extLst>
          </p:cNvPr>
          <p:cNvCxnSpPr>
            <a:cxnSpLocks/>
            <a:stCxn id="40" idx="0"/>
            <a:endCxn id="38" idx="5"/>
          </p:cNvCxnSpPr>
          <p:nvPr/>
        </p:nvCxnSpPr>
        <p:spPr>
          <a:xfrm flipH="1" flipV="1">
            <a:off x="10819844"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2AF2B627-04C5-B9AB-9DE7-3F5462675876}"/>
              </a:ext>
            </a:extLst>
          </p:cNvPr>
          <p:cNvCxnSpPr>
            <a:cxnSpLocks/>
            <a:stCxn id="39" idx="0"/>
            <a:endCxn id="38" idx="3"/>
          </p:cNvCxnSpPr>
          <p:nvPr/>
        </p:nvCxnSpPr>
        <p:spPr>
          <a:xfrm flipV="1">
            <a:off x="10358925"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1D057288-CDD4-8527-B11B-EDD5E7A0E3BA}"/>
              </a:ext>
            </a:extLst>
          </p:cNvPr>
          <p:cNvSpPr/>
          <p:nvPr/>
        </p:nvSpPr>
        <p:spPr>
          <a:xfrm>
            <a:off x="8468385"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4" name="Oval 43">
            <a:extLst>
              <a:ext uri="{FF2B5EF4-FFF2-40B4-BE49-F238E27FC236}">
                <a16:creationId xmlns:a16="http://schemas.microsoft.com/office/drawing/2014/main" id="{9CA2AD71-AD26-F6E0-E371-D13463A86EFA}"/>
              </a:ext>
            </a:extLst>
          </p:cNvPr>
          <p:cNvSpPr/>
          <p:nvPr/>
        </p:nvSpPr>
        <p:spPr>
          <a:xfrm>
            <a:off x="9029213"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45" name="Oval 44">
            <a:extLst>
              <a:ext uri="{FF2B5EF4-FFF2-40B4-BE49-F238E27FC236}">
                <a16:creationId xmlns:a16="http://schemas.microsoft.com/office/drawing/2014/main" id="{8F0F91AF-6A62-B35C-87BD-5946E4BC4477}"/>
              </a:ext>
            </a:extLst>
          </p:cNvPr>
          <p:cNvSpPr/>
          <p:nvPr/>
        </p:nvSpPr>
        <p:spPr>
          <a:xfrm>
            <a:off x="9008655" y="3549971"/>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46" name="Oval 45">
            <a:extLst>
              <a:ext uri="{FF2B5EF4-FFF2-40B4-BE49-F238E27FC236}">
                <a16:creationId xmlns:a16="http://schemas.microsoft.com/office/drawing/2014/main" id="{2FF2CBA0-DBAD-E767-6A2F-9ED9B1E535B9}"/>
              </a:ext>
            </a:extLst>
          </p:cNvPr>
          <p:cNvSpPr/>
          <p:nvPr/>
        </p:nvSpPr>
        <p:spPr>
          <a:xfrm>
            <a:off x="8738385" y="427662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47" name="Oval 46">
            <a:extLst>
              <a:ext uri="{FF2B5EF4-FFF2-40B4-BE49-F238E27FC236}">
                <a16:creationId xmlns:a16="http://schemas.microsoft.com/office/drawing/2014/main" id="{8F24DB4A-C29D-2DB1-9BAB-5DABE19ACC7C}"/>
              </a:ext>
            </a:extLst>
          </p:cNvPr>
          <p:cNvSpPr/>
          <p:nvPr/>
        </p:nvSpPr>
        <p:spPr>
          <a:xfrm>
            <a:off x="9413655" y="427662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48" name="Straight Arrow Connector 47">
            <a:extLst>
              <a:ext uri="{FF2B5EF4-FFF2-40B4-BE49-F238E27FC236}">
                <a16:creationId xmlns:a16="http://schemas.microsoft.com/office/drawing/2014/main" id="{A5E101A1-8E0F-A0B5-F2ED-88276EA15443}"/>
              </a:ext>
            </a:extLst>
          </p:cNvPr>
          <p:cNvCxnSpPr>
            <a:cxnSpLocks/>
            <a:stCxn id="46" idx="0"/>
            <a:endCxn id="45" idx="3"/>
          </p:cNvCxnSpPr>
          <p:nvPr/>
        </p:nvCxnSpPr>
        <p:spPr>
          <a:xfrm flipV="1">
            <a:off x="9008385" y="4006554"/>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9E0B635D-B5D9-03CC-7C82-7CDA57D3566A}"/>
              </a:ext>
            </a:extLst>
          </p:cNvPr>
          <p:cNvCxnSpPr>
            <a:cxnSpLocks/>
            <a:stCxn id="47" idx="0"/>
            <a:endCxn id="45" idx="5"/>
          </p:cNvCxnSpPr>
          <p:nvPr/>
        </p:nvCxnSpPr>
        <p:spPr>
          <a:xfrm flipH="1" flipV="1">
            <a:off x="9469574" y="4006554"/>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52978E38-D3E5-B4C5-52E6-452B26555ED1}"/>
              </a:ext>
            </a:extLst>
          </p:cNvPr>
          <p:cNvCxnSpPr>
            <a:cxnSpLocks/>
            <a:stCxn id="44" idx="0"/>
            <a:endCxn id="46" idx="5"/>
          </p:cNvCxnSpPr>
          <p:nvPr/>
        </p:nvCxnSpPr>
        <p:spPr>
          <a:xfrm flipH="1" flipV="1">
            <a:off x="9199304" y="4733203"/>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7C75E0FB-F78D-1308-1D75-6D3AA43B4DF3}"/>
              </a:ext>
            </a:extLst>
          </p:cNvPr>
          <p:cNvCxnSpPr>
            <a:cxnSpLocks/>
            <a:stCxn id="43" idx="0"/>
            <a:endCxn id="46" idx="3"/>
          </p:cNvCxnSpPr>
          <p:nvPr/>
        </p:nvCxnSpPr>
        <p:spPr>
          <a:xfrm flipV="1">
            <a:off x="8738385" y="4733203"/>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EDBADCAC-C0F1-5CF4-B399-51BF0A6A6C1B}"/>
              </a:ext>
            </a:extLst>
          </p:cNvPr>
          <p:cNvCxnSpPr>
            <a:cxnSpLocks/>
            <a:stCxn id="45" idx="0"/>
            <a:endCxn id="37" idx="3"/>
          </p:cNvCxnSpPr>
          <p:nvPr/>
        </p:nvCxnSpPr>
        <p:spPr>
          <a:xfrm flipV="1">
            <a:off x="9278655" y="3211372"/>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1EC12072-E500-FAE1-99DA-52C001991BF9}"/>
              </a:ext>
            </a:extLst>
          </p:cNvPr>
          <p:cNvCxnSpPr>
            <a:cxnSpLocks/>
            <a:stCxn id="38" idx="0"/>
            <a:endCxn id="37" idx="5"/>
          </p:cNvCxnSpPr>
          <p:nvPr/>
        </p:nvCxnSpPr>
        <p:spPr>
          <a:xfrm flipH="1" flipV="1">
            <a:off x="10161510" y="3211372"/>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4D6CDEDD-B90F-CD10-2826-C87D8C391588}"/>
                  </a:ext>
                </a:extLst>
              </p:cNvPr>
              <p:cNvSpPr txBox="1"/>
              <p:nvPr/>
            </p:nvSpPr>
            <p:spPr>
              <a:xfrm>
                <a:off x="7991737" y="2748761"/>
                <a:ext cx="115191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i="1" smtClean="0">
                          <a:latin typeface="Cambria Math" panose="02040503050406030204" pitchFamily="18" charset="0"/>
                        </a:rPr>
                        <m:t>𝑓</m:t>
                      </m:r>
                      <m:r>
                        <a:rPr lang="en-GB" sz="2500" b="0" i="1" smtClean="0">
                          <a:latin typeface="Cambria Math" panose="02040503050406030204" pitchFamily="18" charset="0"/>
                        </a:rPr>
                        <m:t>𝑖𝑏</m:t>
                      </m:r>
                      <m:r>
                        <a:rPr lang="en-GB" sz="2500" b="0" i="1" smtClean="0">
                          <a:latin typeface="Cambria Math" panose="02040503050406030204" pitchFamily="18" charset="0"/>
                        </a:rPr>
                        <m:t>(5)</m:t>
                      </m:r>
                    </m:oMath>
                  </m:oMathPara>
                </a14:m>
                <a:endParaRPr lang="en-US" sz="2500" dirty="0"/>
              </a:p>
            </p:txBody>
          </p:sp>
        </mc:Choice>
        <mc:Fallback xmlns="">
          <p:sp>
            <p:nvSpPr>
              <p:cNvPr id="57" name="TextBox 56">
                <a:extLst>
                  <a:ext uri="{FF2B5EF4-FFF2-40B4-BE49-F238E27FC236}">
                    <a16:creationId xmlns:a16="http://schemas.microsoft.com/office/drawing/2014/main" id="{4D6CDEDD-B90F-CD10-2826-C87D8C391588}"/>
                  </a:ext>
                </a:extLst>
              </p:cNvPr>
              <p:cNvSpPr txBox="1">
                <a:spLocks noRot="1" noChangeAspect="1" noMove="1" noResize="1" noEditPoints="1" noAdjustHandles="1" noChangeArrowheads="1" noChangeShapeType="1" noTextEdit="1"/>
              </p:cNvSpPr>
              <p:nvPr/>
            </p:nvSpPr>
            <p:spPr>
              <a:xfrm>
                <a:off x="7991737" y="2748761"/>
                <a:ext cx="1151918" cy="477054"/>
              </a:xfrm>
              <a:prstGeom prst="rect">
                <a:avLst/>
              </a:prstGeom>
              <a:blipFill>
                <a:blip r:embed="rId2"/>
                <a:stretch>
                  <a:fillRect b="-14634"/>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58" name="Table 57">
                <a:extLst>
                  <a:ext uri="{FF2B5EF4-FFF2-40B4-BE49-F238E27FC236}">
                    <a16:creationId xmlns:a16="http://schemas.microsoft.com/office/drawing/2014/main" id="{BB95EB03-9E17-36E6-8B44-76FC86EDCED4}"/>
                  </a:ext>
                </a:extLst>
              </p:cNvPr>
              <p:cNvGraphicFramePr>
                <a:graphicFrameLocks noGrp="1"/>
              </p:cNvGraphicFramePr>
              <p:nvPr>
                <p:extLst>
                  <p:ext uri="{D42A27DB-BD31-4B8C-83A1-F6EECF244321}">
                    <p14:modId xmlns:p14="http://schemas.microsoft.com/office/powerpoint/2010/main" val="1422909695"/>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𝟎</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𝟒</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𝟓</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extLst>
                      <a:ext uri="{0D108BD9-81ED-4DB2-BD59-A6C34878D82A}">
                        <a16:rowId xmlns:a16="http://schemas.microsoft.com/office/drawing/2014/main" val="824624722"/>
                      </a:ext>
                    </a:extLst>
                  </a:tr>
                </a:tbl>
              </a:graphicData>
            </a:graphic>
          </p:graphicFrame>
        </mc:Choice>
        <mc:Fallback xmlns="">
          <p:graphicFrame>
            <p:nvGraphicFramePr>
              <p:cNvPr id="58" name="Table 57">
                <a:extLst>
                  <a:ext uri="{FF2B5EF4-FFF2-40B4-BE49-F238E27FC236}">
                    <a16:creationId xmlns:a16="http://schemas.microsoft.com/office/drawing/2014/main" id="{BB95EB03-9E17-36E6-8B44-76FC86EDCED4}"/>
                  </a:ext>
                </a:extLst>
              </p:cNvPr>
              <p:cNvGraphicFramePr>
                <a:graphicFrameLocks noGrp="1"/>
              </p:cNvGraphicFramePr>
              <p:nvPr>
                <p:extLst>
                  <p:ext uri="{D42A27DB-BD31-4B8C-83A1-F6EECF244321}">
                    <p14:modId xmlns:p14="http://schemas.microsoft.com/office/powerpoint/2010/main" val="1422909695"/>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667" t="-2273" r="-5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1667" t="-2273" r="-4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98361" t="-2273" r="-298361"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3333" t="-2273" r="-2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03333" t="-2273" r="-1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503333" t="-2273" r="-3333"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extLst>
                      <a:ext uri="{0D108BD9-81ED-4DB2-BD59-A6C34878D82A}">
                        <a16:rowId xmlns:a16="http://schemas.microsoft.com/office/drawing/2014/main" val="824624722"/>
                      </a:ext>
                    </a:extLst>
                  </a:tr>
                </a:tbl>
              </a:graphicData>
            </a:graphic>
          </p:graphicFrame>
        </mc:Fallback>
      </mc:AlternateContent>
    </p:spTree>
    <p:extLst>
      <p:ext uri="{BB962C8B-B14F-4D97-AF65-F5344CB8AC3E}">
        <p14:creationId xmlns:p14="http://schemas.microsoft.com/office/powerpoint/2010/main" val="343594804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0F3F6348-C4E5-D625-BBCD-E137683F1642}"/>
            </a:ext>
          </a:extLst>
        </p:cNvPr>
        <p:cNvGrpSpPr/>
        <p:nvPr/>
      </p:nvGrpSpPr>
      <p:grpSpPr>
        <a:xfrm>
          <a:off x="0" y="0"/>
          <a:ext cx="0" cy="0"/>
          <a:chOff x="0" y="0"/>
          <a:chExt cx="0" cy="0"/>
        </a:xfrm>
      </p:grpSpPr>
      <p:sp>
        <p:nvSpPr>
          <p:cNvPr id="52" name="TextBox 51">
            <a:extLst>
              <a:ext uri="{FF2B5EF4-FFF2-40B4-BE49-F238E27FC236}">
                <a16:creationId xmlns:a16="http://schemas.microsoft.com/office/drawing/2014/main" id="{D1969602-C3E3-2336-50F1-8FE29ED6C4B6}"/>
              </a:ext>
            </a:extLst>
          </p:cNvPr>
          <p:cNvSpPr txBox="1"/>
          <p:nvPr/>
        </p:nvSpPr>
        <p:spPr>
          <a:xfrm>
            <a:off x="827256" y="801930"/>
            <a:ext cx="5252720" cy="4615046"/>
          </a:xfrm>
          <a:prstGeom prst="rect">
            <a:avLst/>
          </a:prstGeom>
          <a:solidFill>
            <a:schemeClr val="tx1"/>
          </a:solidFill>
        </p:spPr>
        <p:txBody>
          <a:bodyPr wrap="square">
            <a:spAutoFit/>
          </a:bodyPr>
          <a:lstStyle/>
          <a:p>
            <a:pPr>
              <a:lnSpc>
                <a:spcPct val="150000"/>
              </a:lnSpc>
              <a:buNone/>
            </a:pPr>
            <a:endParaRPr lang="en-PH" b="0" dirty="0">
              <a:solidFill>
                <a:srgbClr val="9CDCFE"/>
              </a:solidFill>
              <a:effectLst/>
              <a:latin typeface="Menlo" panose="020B0609030804020204" pitchFamily="49" charset="0"/>
            </a:endParaRPr>
          </a:p>
          <a:p>
            <a:pPr>
              <a:lnSpc>
                <a:spcPct val="150000"/>
              </a:lnSpc>
              <a:buNone/>
            </a:pP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569CD6"/>
                </a:solidFill>
                <a:effectLst/>
                <a:latin typeface="Menlo" panose="020B0609030804020204" pitchFamily="49" charset="0"/>
              </a:rPr>
              <a:t>in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p>
          <a:p>
            <a:pPr>
              <a:lnSpc>
                <a:spcPct val="150000"/>
              </a:lnSpc>
              <a:buNone/>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2">
              <a:lnSpc>
                <a:spcPct val="150000"/>
              </a:lnSpc>
            </a:pPr>
            <a:r>
              <a:rPr lang="en-PH" b="0" dirty="0">
                <a:solidFill>
                  <a:srgbClr val="9CDCFE"/>
                </a:solidFill>
                <a:effectLst/>
                <a:latin typeface="Menlo" panose="020B0609030804020204" pitchFamily="49" charset="0"/>
              </a:rPr>
              <a:t>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lvl="1">
              <a:lnSpc>
                <a:spcPct val="150000"/>
              </a:lnSpc>
            </a:pPr>
            <a:endParaRPr lang="en-PH" b="0" dirty="0">
              <a:solidFill>
                <a:srgbClr val="CCCCCC"/>
              </a:solidFill>
              <a:effectLst/>
              <a:latin typeface="Menlo" panose="020B0609030804020204" pitchFamily="49" charset="0"/>
            </a:endParaRPr>
          </a:p>
        </p:txBody>
      </p:sp>
      <p:sp>
        <p:nvSpPr>
          <p:cNvPr id="37" name="Oval 36">
            <a:extLst>
              <a:ext uri="{FF2B5EF4-FFF2-40B4-BE49-F238E27FC236}">
                <a16:creationId xmlns:a16="http://schemas.microsoft.com/office/drawing/2014/main" id="{9BBFEF3D-636E-9A38-1B00-F452CB770C14}"/>
              </a:ext>
            </a:extLst>
          </p:cNvPr>
          <p:cNvSpPr/>
          <p:nvPr/>
        </p:nvSpPr>
        <p:spPr>
          <a:xfrm>
            <a:off x="9700591" y="2754789"/>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38" name="Oval 37">
            <a:extLst>
              <a:ext uri="{FF2B5EF4-FFF2-40B4-BE49-F238E27FC236}">
                <a16:creationId xmlns:a16="http://schemas.microsoft.com/office/drawing/2014/main" id="{6E91F094-5883-7B69-AFF1-3627B589E314}"/>
              </a:ext>
            </a:extLst>
          </p:cNvPr>
          <p:cNvSpPr/>
          <p:nvPr/>
        </p:nvSpPr>
        <p:spPr>
          <a:xfrm>
            <a:off x="10358925" y="3492025"/>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39" name="Oval 38">
            <a:extLst>
              <a:ext uri="{FF2B5EF4-FFF2-40B4-BE49-F238E27FC236}">
                <a16:creationId xmlns:a16="http://schemas.microsoft.com/office/drawing/2014/main" id="{0A186AF9-D98F-D508-87ED-63D961A17DC2}"/>
              </a:ext>
            </a:extLst>
          </p:cNvPr>
          <p:cNvSpPr/>
          <p:nvPr/>
        </p:nvSpPr>
        <p:spPr>
          <a:xfrm>
            <a:off x="10088925" y="429407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0" name="Oval 39">
            <a:extLst>
              <a:ext uri="{FF2B5EF4-FFF2-40B4-BE49-F238E27FC236}">
                <a16:creationId xmlns:a16="http://schemas.microsoft.com/office/drawing/2014/main" id="{B685F312-B43D-8700-748C-D11F8ECB39EF}"/>
              </a:ext>
            </a:extLst>
          </p:cNvPr>
          <p:cNvSpPr/>
          <p:nvPr/>
        </p:nvSpPr>
        <p:spPr>
          <a:xfrm>
            <a:off x="10628925" y="429407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41" name="Straight Arrow Connector 40">
            <a:extLst>
              <a:ext uri="{FF2B5EF4-FFF2-40B4-BE49-F238E27FC236}">
                <a16:creationId xmlns:a16="http://schemas.microsoft.com/office/drawing/2014/main" id="{2A216C91-39DB-6624-BE51-5B9E1C1B2681}"/>
              </a:ext>
            </a:extLst>
          </p:cNvPr>
          <p:cNvCxnSpPr>
            <a:cxnSpLocks/>
            <a:stCxn id="40" idx="0"/>
            <a:endCxn id="38" idx="5"/>
          </p:cNvCxnSpPr>
          <p:nvPr/>
        </p:nvCxnSpPr>
        <p:spPr>
          <a:xfrm flipH="1" flipV="1">
            <a:off x="10819844"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0EC75B43-5FBC-3353-4A8E-973FB59B958E}"/>
              </a:ext>
            </a:extLst>
          </p:cNvPr>
          <p:cNvCxnSpPr>
            <a:cxnSpLocks/>
            <a:stCxn id="39" idx="0"/>
            <a:endCxn id="38" idx="3"/>
          </p:cNvCxnSpPr>
          <p:nvPr/>
        </p:nvCxnSpPr>
        <p:spPr>
          <a:xfrm flipV="1">
            <a:off x="10358925"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25C9A220-5549-F2B9-4A9D-4EC343C4050A}"/>
              </a:ext>
            </a:extLst>
          </p:cNvPr>
          <p:cNvSpPr/>
          <p:nvPr/>
        </p:nvSpPr>
        <p:spPr>
          <a:xfrm>
            <a:off x="8468385"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4" name="Oval 43">
            <a:extLst>
              <a:ext uri="{FF2B5EF4-FFF2-40B4-BE49-F238E27FC236}">
                <a16:creationId xmlns:a16="http://schemas.microsoft.com/office/drawing/2014/main" id="{70B8F296-2369-F6BC-EB70-C12DF5CF6A8C}"/>
              </a:ext>
            </a:extLst>
          </p:cNvPr>
          <p:cNvSpPr/>
          <p:nvPr/>
        </p:nvSpPr>
        <p:spPr>
          <a:xfrm>
            <a:off x="9029213"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45" name="Oval 44">
            <a:extLst>
              <a:ext uri="{FF2B5EF4-FFF2-40B4-BE49-F238E27FC236}">
                <a16:creationId xmlns:a16="http://schemas.microsoft.com/office/drawing/2014/main" id="{A524C5DF-189D-97A5-B2CC-408C7494B5B0}"/>
              </a:ext>
            </a:extLst>
          </p:cNvPr>
          <p:cNvSpPr/>
          <p:nvPr/>
        </p:nvSpPr>
        <p:spPr>
          <a:xfrm>
            <a:off x="9008655" y="3549971"/>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46" name="Oval 45">
            <a:extLst>
              <a:ext uri="{FF2B5EF4-FFF2-40B4-BE49-F238E27FC236}">
                <a16:creationId xmlns:a16="http://schemas.microsoft.com/office/drawing/2014/main" id="{B6BFCC9A-C8FF-DEAB-43DF-6E005D2C3FC1}"/>
              </a:ext>
            </a:extLst>
          </p:cNvPr>
          <p:cNvSpPr/>
          <p:nvPr/>
        </p:nvSpPr>
        <p:spPr>
          <a:xfrm>
            <a:off x="8738385" y="427662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47" name="Oval 46">
            <a:extLst>
              <a:ext uri="{FF2B5EF4-FFF2-40B4-BE49-F238E27FC236}">
                <a16:creationId xmlns:a16="http://schemas.microsoft.com/office/drawing/2014/main" id="{6CF1EC0F-80B3-7BC1-4CAB-E0291CA9D21A}"/>
              </a:ext>
            </a:extLst>
          </p:cNvPr>
          <p:cNvSpPr/>
          <p:nvPr/>
        </p:nvSpPr>
        <p:spPr>
          <a:xfrm>
            <a:off x="9413655" y="427662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48" name="Straight Arrow Connector 47">
            <a:extLst>
              <a:ext uri="{FF2B5EF4-FFF2-40B4-BE49-F238E27FC236}">
                <a16:creationId xmlns:a16="http://schemas.microsoft.com/office/drawing/2014/main" id="{5862934C-AFCF-33CF-3A6F-D34D933DB58E}"/>
              </a:ext>
            </a:extLst>
          </p:cNvPr>
          <p:cNvCxnSpPr>
            <a:cxnSpLocks/>
            <a:stCxn id="46" idx="0"/>
            <a:endCxn id="45" idx="3"/>
          </p:cNvCxnSpPr>
          <p:nvPr/>
        </p:nvCxnSpPr>
        <p:spPr>
          <a:xfrm flipV="1">
            <a:off x="9008385" y="4006554"/>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B38C2394-209B-6117-ED6F-0E4802F99BAB}"/>
              </a:ext>
            </a:extLst>
          </p:cNvPr>
          <p:cNvCxnSpPr>
            <a:cxnSpLocks/>
            <a:stCxn id="47" idx="0"/>
            <a:endCxn id="45" idx="5"/>
          </p:cNvCxnSpPr>
          <p:nvPr/>
        </p:nvCxnSpPr>
        <p:spPr>
          <a:xfrm flipH="1" flipV="1">
            <a:off x="9469574" y="4006554"/>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B86E497B-3047-B90A-A616-C493023803FC}"/>
              </a:ext>
            </a:extLst>
          </p:cNvPr>
          <p:cNvCxnSpPr>
            <a:cxnSpLocks/>
            <a:stCxn id="44" idx="0"/>
            <a:endCxn id="46" idx="5"/>
          </p:cNvCxnSpPr>
          <p:nvPr/>
        </p:nvCxnSpPr>
        <p:spPr>
          <a:xfrm flipH="1" flipV="1">
            <a:off x="9199304" y="4733203"/>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3BFD4712-99C4-0F71-5D0D-64CCAC683602}"/>
              </a:ext>
            </a:extLst>
          </p:cNvPr>
          <p:cNvCxnSpPr>
            <a:cxnSpLocks/>
            <a:stCxn id="43" idx="0"/>
            <a:endCxn id="46" idx="3"/>
          </p:cNvCxnSpPr>
          <p:nvPr/>
        </p:nvCxnSpPr>
        <p:spPr>
          <a:xfrm flipV="1">
            <a:off x="8738385" y="4733203"/>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2B2C0F02-FC15-8B85-69FA-625F271C129F}"/>
              </a:ext>
            </a:extLst>
          </p:cNvPr>
          <p:cNvCxnSpPr>
            <a:cxnSpLocks/>
            <a:stCxn id="45" idx="0"/>
            <a:endCxn id="37" idx="3"/>
          </p:cNvCxnSpPr>
          <p:nvPr/>
        </p:nvCxnSpPr>
        <p:spPr>
          <a:xfrm flipV="1">
            <a:off x="9278655" y="3211372"/>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4D4767F2-4BE9-C1BA-78F0-144DA02A7BA2}"/>
              </a:ext>
            </a:extLst>
          </p:cNvPr>
          <p:cNvCxnSpPr>
            <a:cxnSpLocks/>
            <a:stCxn id="38" idx="0"/>
            <a:endCxn id="37" idx="5"/>
          </p:cNvCxnSpPr>
          <p:nvPr/>
        </p:nvCxnSpPr>
        <p:spPr>
          <a:xfrm flipH="1" flipV="1">
            <a:off x="10161510" y="3211372"/>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C95D991B-7A11-DDB6-C511-CC49CA01473B}"/>
                  </a:ext>
                </a:extLst>
              </p:cNvPr>
              <p:cNvSpPr txBox="1"/>
              <p:nvPr/>
            </p:nvSpPr>
            <p:spPr>
              <a:xfrm>
                <a:off x="7991737" y="2748761"/>
                <a:ext cx="115191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i="1" smtClean="0">
                          <a:latin typeface="Cambria Math" panose="02040503050406030204" pitchFamily="18" charset="0"/>
                        </a:rPr>
                        <m:t>𝑓</m:t>
                      </m:r>
                      <m:r>
                        <a:rPr lang="en-GB" sz="2500" b="0" i="1" smtClean="0">
                          <a:latin typeface="Cambria Math" panose="02040503050406030204" pitchFamily="18" charset="0"/>
                        </a:rPr>
                        <m:t>𝑖𝑏</m:t>
                      </m:r>
                      <m:r>
                        <a:rPr lang="en-GB" sz="2500" b="0" i="1" smtClean="0">
                          <a:latin typeface="Cambria Math" panose="02040503050406030204" pitchFamily="18" charset="0"/>
                        </a:rPr>
                        <m:t>(5)</m:t>
                      </m:r>
                    </m:oMath>
                  </m:oMathPara>
                </a14:m>
                <a:endParaRPr lang="en-US" sz="2500" dirty="0"/>
              </a:p>
            </p:txBody>
          </p:sp>
        </mc:Choice>
        <mc:Fallback xmlns="">
          <p:sp>
            <p:nvSpPr>
              <p:cNvPr id="57" name="TextBox 56">
                <a:extLst>
                  <a:ext uri="{FF2B5EF4-FFF2-40B4-BE49-F238E27FC236}">
                    <a16:creationId xmlns:a16="http://schemas.microsoft.com/office/drawing/2014/main" id="{C95D991B-7A11-DDB6-C511-CC49CA01473B}"/>
                  </a:ext>
                </a:extLst>
              </p:cNvPr>
              <p:cNvSpPr txBox="1">
                <a:spLocks noRot="1" noChangeAspect="1" noMove="1" noResize="1" noEditPoints="1" noAdjustHandles="1" noChangeArrowheads="1" noChangeShapeType="1" noTextEdit="1"/>
              </p:cNvSpPr>
              <p:nvPr/>
            </p:nvSpPr>
            <p:spPr>
              <a:xfrm>
                <a:off x="7991737" y="2748761"/>
                <a:ext cx="1151918" cy="477054"/>
              </a:xfrm>
              <a:prstGeom prst="rect">
                <a:avLst/>
              </a:prstGeom>
              <a:blipFill>
                <a:blip r:embed="rId2"/>
                <a:stretch>
                  <a:fillRect b="-14634"/>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58" name="Table 57">
                <a:extLst>
                  <a:ext uri="{FF2B5EF4-FFF2-40B4-BE49-F238E27FC236}">
                    <a16:creationId xmlns:a16="http://schemas.microsoft.com/office/drawing/2014/main" id="{5F3E8799-CA63-C674-E5F0-8CB0A37321A8}"/>
                  </a:ext>
                </a:extLst>
              </p:cNvPr>
              <p:cNvGraphicFramePr>
                <a:graphicFrameLocks noGrp="1"/>
              </p:cNvGraphicFramePr>
              <p:nvPr>
                <p:extLst>
                  <p:ext uri="{D42A27DB-BD31-4B8C-83A1-F6EECF244321}">
                    <p14:modId xmlns:p14="http://schemas.microsoft.com/office/powerpoint/2010/main" val="677987425"/>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𝟎</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𝟒</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𝟓</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824624722"/>
                      </a:ext>
                    </a:extLst>
                  </a:tr>
                </a:tbl>
              </a:graphicData>
            </a:graphic>
          </p:graphicFrame>
        </mc:Choice>
        <mc:Fallback xmlns="">
          <p:graphicFrame>
            <p:nvGraphicFramePr>
              <p:cNvPr id="58" name="Table 57">
                <a:extLst>
                  <a:ext uri="{FF2B5EF4-FFF2-40B4-BE49-F238E27FC236}">
                    <a16:creationId xmlns:a16="http://schemas.microsoft.com/office/drawing/2014/main" id="{5F3E8799-CA63-C674-E5F0-8CB0A37321A8}"/>
                  </a:ext>
                </a:extLst>
              </p:cNvPr>
              <p:cNvGraphicFramePr>
                <a:graphicFrameLocks noGrp="1"/>
              </p:cNvGraphicFramePr>
              <p:nvPr>
                <p:extLst>
                  <p:ext uri="{D42A27DB-BD31-4B8C-83A1-F6EECF244321}">
                    <p14:modId xmlns:p14="http://schemas.microsoft.com/office/powerpoint/2010/main" val="677987425"/>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667" t="-2273" r="-5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1667" t="-2273" r="-4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98361" t="-2273" r="-298361"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3333" t="-2273" r="-2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03333" t="-2273" r="-1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503333" t="-2273" r="-3333"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824624722"/>
                      </a:ext>
                    </a:extLst>
                  </a:tr>
                </a:tbl>
              </a:graphicData>
            </a:graphic>
          </p:graphicFrame>
        </mc:Fallback>
      </mc:AlternateContent>
    </p:spTree>
    <p:extLst>
      <p:ext uri="{BB962C8B-B14F-4D97-AF65-F5344CB8AC3E}">
        <p14:creationId xmlns:p14="http://schemas.microsoft.com/office/powerpoint/2010/main" val="424706563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50B223F-949D-F786-FED0-48E1C5A56C5F}"/>
            </a:ext>
          </a:extLst>
        </p:cNvPr>
        <p:cNvGrpSpPr/>
        <p:nvPr/>
      </p:nvGrpSpPr>
      <p:grpSpPr>
        <a:xfrm>
          <a:off x="0" y="0"/>
          <a:ext cx="0" cy="0"/>
          <a:chOff x="0" y="0"/>
          <a:chExt cx="0" cy="0"/>
        </a:xfrm>
      </p:grpSpPr>
      <p:sp>
        <p:nvSpPr>
          <p:cNvPr id="52" name="TextBox 51">
            <a:extLst>
              <a:ext uri="{FF2B5EF4-FFF2-40B4-BE49-F238E27FC236}">
                <a16:creationId xmlns:a16="http://schemas.microsoft.com/office/drawing/2014/main" id="{B0D30359-4142-7D4D-4F17-1BB3000D3FCB}"/>
              </a:ext>
            </a:extLst>
          </p:cNvPr>
          <p:cNvSpPr txBox="1"/>
          <p:nvPr/>
        </p:nvSpPr>
        <p:spPr>
          <a:xfrm>
            <a:off x="827256" y="801930"/>
            <a:ext cx="5252720" cy="4615046"/>
          </a:xfrm>
          <a:prstGeom prst="rect">
            <a:avLst/>
          </a:prstGeom>
          <a:solidFill>
            <a:schemeClr val="tx1"/>
          </a:solidFill>
        </p:spPr>
        <p:txBody>
          <a:bodyPr wrap="square">
            <a:spAutoFit/>
          </a:bodyPr>
          <a:lstStyle/>
          <a:p>
            <a:pPr>
              <a:lnSpc>
                <a:spcPct val="150000"/>
              </a:lnSpc>
              <a:buNone/>
            </a:pPr>
            <a:endParaRPr lang="en-PH" b="0" dirty="0">
              <a:solidFill>
                <a:srgbClr val="9CDCFE"/>
              </a:solidFill>
              <a:effectLst/>
              <a:latin typeface="Menlo" panose="020B0609030804020204" pitchFamily="49" charset="0"/>
            </a:endParaRPr>
          </a:p>
          <a:p>
            <a:pPr>
              <a:lnSpc>
                <a:spcPct val="150000"/>
              </a:lnSpc>
              <a:buNone/>
            </a:pP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569CD6"/>
                </a:solidFill>
                <a:effectLst/>
                <a:latin typeface="Menlo" panose="020B0609030804020204" pitchFamily="49" charset="0"/>
              </a:rPr>
              <a:t>in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p>
          <a:p>
            <a:pPr>
              <a:lnSpc>
                <a:spcPct val="150000"/>
              </a:lnSpc>
              <a:buNone/>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2">
              <a:lnSpc>
                <a:spcPct val="150000"/>
              </a:lnSpc>
            </a:pPr>
            <a:r>
              <a:rPr lang="en-PH" b="0" dirty="0">
                <a:solidFill>
                  <a:srgbClr val="9CDCFE"/>
                </a:solidFill>
                <a:effectLst/>
                <a:latin typeface="Menlo" panose="020B0609030804020204" pitchFamily="49" charset="0"/>
              </a:rPr>
              <a:t>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lvl="1">
              <a:lnSpc>
                <a:spcPct val="150000"/>
              </a:lnSpc>
            </a:pPr>
            <a:endParaRPr lang="en-PH" b="0" dirty="0">
              <a:solidFill>
                <a:srgbClr val="CCCCCC"/>
              </a:solidFill>
              <a:effectLst/>
              <a:latin typeface="Menlo" panose="020B0609030804020204" pitchFamily="49" charset="0"/>
            </a:endParaRPr>
          </a:p>
        </p:txBody>
      </p:sp>
      <p:sp>
        <p:nvSpPr>
          <p:cNvPr id="37" name="Oval 36">
            <a:extLst>
              <a:ext uri="{FF2B5EF4-FFF2-40B4-BE49-F238E27FC236}">
                <a16:creationId xmlns:a16="http://schemas.microsoft.com/office/drawing/2014/main" id="{63C90CCD-A42B-1452-394D-0AAF26F4F311}"/>
              </a:ext>
            </a:extLst>
          </p:cNvPr>
          <p:cNvSpPr/>
          <p:nvPr/>
        </p:nvSpPr>
        <p:spPr>
          <a:xfrm>
            <a:off x="9700591" y="2754789"/>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38" name="Oval 37">
            <a:extLst>
              <a:ext uri="{FF2B5EF4-FFF2-40B4-BE49-F238E27FC236}">
                <a16:creationId xmlns:a16="http://schemas.microsoft.com/office/drawing/2014/main" id="{242E3F71-7570-6273-8B42-CB99D119A374}"/>
              </a:ext>
            </a:extLst>
          </p:cNvPr>
          <p:cNvSpPr/>
          <p:nvPr/>
        </p:nvSpPr>
        <p:spPr>
          <a:xfrm>
            <a:off x="10358925" y="3492025"/>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39" name="Oval 38">
            <a:extLst>
              <a:ext uri="{FF2B5EF4-FFF2-40B4-BE49-F238E27FC236}">
                <a16:creationId xmlns:a16="http://schemas.microsoft.com/office/drawing/2014/main" id="{3E50D011-18FB-029C-913E-424BE6F81261}"/>
              </a:ext>
            </a:extLst>
          </p:cNvPr>
          <p:cNvSpPr/>
          <p:nvPr/>
        </p:nvSpPr>
        <p:spPr>
          <a:xfrm>
            <a:off x="10088925" y="429407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0" name="Oval 39">
            <a:extLst>
              <a:ext uri="{FF2B5EF4-FFF2-40B4-BE49-F238E27FC236}">
                <a16:creationId xmlns:a16="http://schemas.microsoft.com/office/drawing/2014/main" id="{9300858B-FA5A-315C-AC7A-D978E522F646}"/>
              </a:ext>
            </a:extLst>
          </p:cNvPr>
          <p:cNvSpPr/>
          <p:nvPr/>
        </p:nvSpPr>
        <p:spPr>
          <a:xfrm>
            <a:off x="10628925" y="429407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41" name="Straight Arrow Connector 40">
            <a:extLst>
              <a:ext uri="{FF2B5EF4-FFF2-40B4-BE49-F238E27FC236}">
                <a16:creationId xmlns:a16="http://schemas.microsoft.com/office/drawing/2014/main" id="{C4FA0B2C-F76A-9997-2796-C22277DD8E8B}"/>
              </a:ext>
            </a:extLst>
          </p:cNvPr>
          <p:cNvCxnSpPr>
            <a:cxnSpLocks/>
            <a:stCxn id="40" idx="0"/>
            <a:endCxn id="38" idx="5"/>
          </p:cNvCxnSpPr>
          <p:nvPr/>
        </p:nvCxnSpPr>
        <p:spPr>
          <a:xfrm flipH="1" flipV="1">
            <a:off x="10819844"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790D8903-682E-7984-4E51-EF1A10955E4B}"/>
              </a:ext>
            </a:extLst>
          </p:cNvPr>
          <p:cNvCxnSpPr>
            <a:cxnSpLocks/>
            <a:stCxn id="39" idx="0"/>
            <a:endCxn id="38" idx="3"/>
          </p:cNvCxnSpPr>
          <p:nvPr/>
        </p:nvCxnSpPr>
        <p:spPr>
          <a:xfrm flipV="1">
            <a:off x="10358925"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9B75A261-13C9-51F5-7C8F-993FAD76707F}"/>
              </a:ext>
            </a:extLst>
          </p:cNvPr>
          <p:cNvSpPr/>
          <p:nvPr/>
        </p:nvSpPr>
        <p:spPr>
          <a:xfrm>
            <a:off x="8468385"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4" name="Oval 43">
            <a:extLst>
              <a:ext uri="{FF2B5EF4-FFF2-40B4-BE49-F238E27FC236}">
                <a16:creationId xmlns:a16="http://schemas.microsoft.com/office/drawing/2014/main" id="{4AE50AC0-3871-26D0-D10D-EDC5DEE81D5B}"/>
              </a:ext>
            </a:extLst>
          </p:cNvPr>
          <p:cNvSpPr/>
          <p:nvPr/>
        </p:nvSpPr>
        <p:spPr>
          <a:xfrm>
            <a:off x="9029213"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45" name="Oval 44">
            <a:extLst>
              <a:ext uri="{FF2B5EF4-FFF2-40B4-BE49-F238E27FC236}">
                <a16:creationId xmlns:a16="http://schemas.microsoft.com/office/drawing/2014/main" id="{959154C6-F9EB-6BCF-C6D3-6EFC941A0DE5}"/>
              </a:ext>
            </a:extLst>
          </p:cNvPr>
          <p:cNvSpPr/>
          <p:nvPr/>
        </p:nvSpPr>
        <p:spPr>
          <a:xfrm>
            <a:off x="9008655" y="3549971"/>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46" name="Oval 45">
            <a:extLst>
              <a:ext uri="{FF2B5EF4-FFF2-40B4-BE49-F238E27FC236}">
                <a16:creationId xmlns:a16="http://schemas.microsoft.com/office/drawing/2014/main" id="{AF1D390A-C8EC-89CE-B8B3-7C95D4BE4129}"/>
              </a:ext>
            </a:extLst>
          </p:cNvPr>
          <p:cNvSpPr/>
          <p:nvPr/>
        </p:nvSpPr>
        <p:spPr>
          <a:xfrm>
            <a:off x="8738385" y="427662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47" name="Oval 46">
            <a:extLst>
              <a:ext uri="{FF2B5EF4-FFF2-40B4-BE49-F238E27FC236}">
                <a16:creationId xmlns:a16="http://schemas.microsoft.com/office/drawing/2014/main" id="{68D9FCB9-C1CE-8D30-B8FE-A2CE19046BA2}"/>
              </a:ext>
            </a:extLst>
          </p:cNvPr>
          <p:cNvSpPr/>
          <p:nvPr/>
        </p:nvSpPr>
        <p:spPr>
          <a:xfrm>
            <a:off x="9413655" y="427662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48" name="Straight Arrow Connector 47">
            <a:extLst>
              <a:ext uri="{FF2B5EF4-FFF2-40B4-BE49-F238E27FC236}">
                <a16:creationId xmlns:a16="http://schemas.microsoft.com/office/drawing/2014/main" id="{11AB28D7-B705-77D4-A143-9CE3EF2C3611}"/>
              </a:ext>
            </a:extLst>
          </p:cNvPr>
          <p:cNvCxnSpPr>
            <a:cxnSpLocks/>
            <a:stCxn id="46" idx="0"/>
            <a:endCxn id="45" idx="3"/>
          </p:cNvCxnSpPr>
          <p:nvPr/>
        </p:nvCxnSpPr>
        <p:spPr>
          <a:xfrm flipV="1">
            <a:off x="9008385" y="4006554"/>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40FB8C2C-D553-5E52-F80D-BDE9B9173C53}"/>
              </a:ext>
            </a:extLst>
          </p:cNvPr>
          <p:cNvCxnSpPr>
            <a:cxnSpLocks/>
            <a:stCxn id="47" idx="0"/>
            <a:endCxn id="45" idx="5"/>
          </p:cNvCxnSpPr>
          <p:nvPr/>
        </p:nvCxnSpPr>
        <p:spPr>
          <a:xfrm flipH="1" flipV="1">
            <a:off x="9469574" y="4006554"/>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CAF26A23-EBE9-9A02-6C24-01B75F512A7D}"/>
              </a:ext>
            </a:extLst>
          </p:cNvPr>
          <p:cNvCxnSpPr>
            <a:cxnSpLocks/>
            <a:stCxn id="44" idx="0"/>
            <a:endCxn id="46" idx="5"/>
          </p:cNvCxnSpPr>
          <p:nvPr/>
        </p:nvCxnSpPr>
        <p:spPr>
          <a:xfrm flipH="1" flipV="1">
            <a:off x="9199304" y="4733203"/>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FCFE66F1-87E8-39CE-8996-CF1C87F9038F}"/>
              </a:ext>
            </a:extLst>
          </p:cNvPr>
          <p:cNvCxnSpPr>
            <a:cxnSpLocks/>
            <a:stCxn id="43" idx="0"/>
            <a:endCxn id="46" idx="3"/>
          </p:cNvCxnSpPr>
          <p:nvPr/>
        </p:nvCxnSpPr>
        <p:spPr>
          <a:xfrm flipV="1">
            <a:off x="8738385" y="4733203"/>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DAF22612-2983-822D-1D2F-41C54F5B9E96}"/>
              </a:ext>
            </a:extLst>
          </p:cNvPr>
          <p:cNvCxnSpPr>
            <a:cxnSpLocks/>
            <a:stCxn id="45" idx="0"/>
            <a:endCxn id="37" idx="3"/>
          </p:cNvCxnSpPr>
          <p:nvPr/>
        </p:nvCxnSpPr>
        <p:spPr>
          <a:xfrm flipV="1">
            <a:off x="9278655" y="3211372"/>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9BA37483-B670-0E83-46C0-9199174EE85E}"/>
              </a:ext>
            </a:extLst>
          </p:cNvPr>
          <p:cNvCxnSpPr>
            <a:cxnSpLocks/>
            <a:stCxn id="38" idx="0"/>
            <a:endCxn id="37" idx="5"/>
          </p:cNvCxnSpPr>
          <p:nvPr/>
        </p:nvCxnSpPr>
        <p:spPr>
          <a:xfrm flipH="1" flipV="1">
            <a:off x="10161510" y="3211372"/>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C01B6968-F4A2-C0FB-1258-B678937BFA99}"/>
                  </a:ext>
                </a:extLst>
              </p:cNvPr>
              <p:cNvSpPr txBox="1"/>
              <p:nvPr/>
            </p:nvSpPr>
            <p:spPr>
              <a:xfrm>
                <a:off x="7991737" y="2748761"/>
                <a:ext cx="115191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i="1" smtClean="0">
                          <a:latin typeface="Cambria Math" panose="02040503050406030204" pitchFamily="18" charset="0"/>
                        </a:rPr>
                        <m:t>𝑓</m:t>
                      </m:r>
                      <m:r>
                        <a:rPr lang="en-GB" sz="2500" b="0" i="1" smtClean="0">
                          <a:latin typeface="Cambria Math" panose="02040503050406030204" pitchFamily="18" charset="0"/>
                        </a:rPr>
                        <m:t>𝑖𝑏</m:t>
                      </m:r>
                      <m:r>
                        <a:rPr lang="en-GB" sz="2500" b="0" i="1" smtClean="0">
                          <a:latin typeface="Cambria Math" panose="02040503050406030204" pitchFamily="18" charset="0"/>
                        </a:rPr>
                        <m:t>(0)</m:t>
                      </m:r>
                    </m:oMath>
                  </m:oMathPara>
                </a14:m>
                <a:endParaRPr lang="en-US" sz="2500" dirty="0"/>
              </a:p>
            </p:txBody>
          </p:sp>
        </mc:Choice>
        <mc:Fallback xmlns="">
          <p:sp>
            <p:nvSpPr>
              <p:cNvPr id="57" name="TextBox 56">
                <a:extLst>
                  <a:ext uri="{FF2B5EF4-FFF2-40B4-BE49-F238E27FC236}">
                    <a16:creationId xmlns:a16="http://schemas.microsoft.com/office/drawing/2014/main" id="{C01B6968-F4A2-C0FB-1258-B678937BFA99}"/>
                  </a:ext>
                </a:extLst>
              </p:cNvPr>
              <p:cNvSpPr txBox="1">
                <a:spLocks noRot="1" noChangeAspect="1" noMove="1" noResize="1" noEditPoints="1" noAdjustHandles="1" noChangeArrowheads="1" noChangeShapeType="1" noTextEdit="1"/>
              </p:cNvSpPr>
              <p:nvPr/>
            </p:nvSpPr>
            <p:spPr>
              <a:xfrm>
                <a:off x="7991737" y="2748761"/>
                <a:ext cx="1151918" cy="477054"/>
              </a:xfrm>
              <a:prstGeom prst="rect">
                <a:avLst/>
              </a:prstGeom>
              <a:blipFill>
                <a:blip r:embed="rId2"/>
                <a:stretch>
                  <a:fillRect b="-14634"/>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58" name="Table 57">
                <a:extLst>
                  <a:ext uri="{FF2B5EF4-FFF2-40B4-BE49-F238E27FC236}">
                    <a16:creationId xmlns:a16="http://schemas.microsoft.com/office/drawing/2014/main" id="{698DACFB-0EA3-498B-DB46-26B43B95B5E1}"/>
                  </a:ext>
                </a:extLst>
              </p:cNvPr>
              <p:cNvGraphicFramePr>
                <a:graphicFrameLocks noGrp="1"/>
              </p:cNvGraphicFramePr>
              <p:nvPr>
                <p:extLst>
                  <p:ext uri="{D42A27DB-BD31-4B8C-83A1-F6EECF244321}">
                    <p14:modId xmlns:p14="http://schemas.microsoft.com/office/powerpoint/2010/main" val="3587352096"/>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𝟎</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𝟒</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𝟓</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824624722"/>
                      </a:ext>
                    </a:extLst>
                  </a:tr>
                </a:tbl>
              </a:graphicData>
            </a:graphic>
          </p:graphicFrame>
        </mc:Choice>
        <mc:Fallback xmlns="">
          <p:graphicFrame>
            <p:nvGraphicFramePr>
              <p:cNvPr id="58" name="Table 57">
                <a:extLst>
                  <a:ext uri="{FF2B5EF4-FFF2-40B4-BE49-F238E27FC236}">
                    <a16:creationId xmlns:a16="http://schemas.microsoft.com/office/drawing/2014/main" id="{698DACFB-0EA3-498B-DB46-26B43B95B5E1}"/>
                  </a:ext>
                </a:extLst>
              </p:cNvPr>
              <p:cNvGraphicFramePr>
                <a:graphicFrameLocks noGrp="1"/>
              </p:cNvGraphicFramePr>
              <p:nvPr>
                <p:extLst>
                  <p:ext uri="{D42A27DB-BD31-4B8C-83A1-F6EECF244321}">
                    <p14:modId xmlns:p14="http://schemas.microsoft.com/office/powerpoint/2010/main" val="3587352096"/>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667" t="-2273" r="-5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1667" t="-2273" r="-4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98361" t="-2273" r="-298361"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3333" t="-2273" r="-2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03333" t="-2273" r="-1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503333" t="-2273" r="-3333"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824624722"/>
                      </a:ext>
                    </a:extLst>
                  </a:tr>
                </a:tbl>
              </a:graphicData>
            </a:graphic>
          </p:graphicFrame>
        </mc:Fallback>
      </mc:AlternateContent>
    </p:spTree>
    <p:extLst>
      <p:ext uri="{BB962C8B-B14F-4D97-AF65-F5344CB8AC3E}">
        <p14:creationId xmlns:p14="http://schemas.microsoft.com/office/powerpoint/2010/main" val="28612818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046D1E73-47E1-AAD3-3409-453BA9FB304C}"/>
            </a:ext>
          </a:extLst>
        </p:cNvPr>
        <p:cNvGrpSpPr/>
        <p:nvPr/>
      </p:nvGrpSpPr>
      <p:grpSpPr>
        <a:xfrm>
          <a:off x="0" y="0"/>
          <a:ext cx="0" cy="0"/>
          <a:chOff x="0" y="0"/>
          <a:chExt cx="0" cy="0"/>
        </a:xfrm>
      </p:grpSpPr>
      <p:sp>
        <p:nvSpPr>
          <p:cNvPr id="52" name="TextBox 51">
            <a:extLst>
              <a:ext uri="{FF2B5EF4-FFF2-40B4-BE49-F238E27FC236}">
                <a16:creationId xmlns:a16="http://schemas.microsoft.com/office/drawing/2014/main" id="{BBFB89DB-7292-F297-5DCF-FD5EA1D4B77D}"/>
              </a:ext>
            </a:extLst>
          </p:cNvPr>
          <p:cNvSpPr txBox="1"/>
          <p:nvPr/>
        </p:nvSpPr>
        <p:spPr>
          <a:xfrm>
            <a:off x="827256" y="801930"/>
            <a:ext cx="5252720" cy="4615046"/>
          </a:xfrm>
          <a:prstGeom prst="rect">
            <a:avLst/>
          </a:prstGeom>
          <a:solidFill>
            <a:schemeClr val="tx1"/>
          </a:solidFill>
        </p:spPr>
        <p:txBody>
          <a:bodyPr wrap="square">
            <a:spAutoFit/>
          </a:bodyPr>
          <a:lstStyle/>
          <a:p>
            <a:pPr>
              <a:lnSpc>
                <a:spcPct val="150000"/>
              </a:lnSpc>
              <a:buNone/>
            </a:pPr>
            <a:endParaRPr lang="en-PH" b="0" dirty="0">
              <a:solidFill>
                <a:srgbClr val="9CDCFE"/>
              </a:solidFill>
              <a:effectLst/>
              <a:latin typeface="Menlo" panose="020B0609030804020204" pitchFamily="49" charset="0"/>
            </a:endParaRPr>
          </a:p>
          <a:p>
            <a:pPr>
              <a:lnSpc>
                <a:spcPct val="150000"/>
              </a:lnSpc>
              <a:buNone/>
            </a:pP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569CD6"/>
                </a:solidFill>
                <a:effectLst/>
                <a:latin typeface="Menlo" panose="020B0609030804020204" pitchFamily="49" charset="0"/>
              </a:rPr>
              <a:t>in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p>
          <a:p>
            <a:pPr>
              <a:lnSpc>
                <a:spcPct val="150000"/>
              </a:lnSpc>
              <a:buNone/>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2">
              <a:lnSpc>
                <a:spcPct val="150000"/>
              </a:lnSpc>
            </a:pPr>
            <a:r>
              <a:rPr lang="en-PH" b="0" dirty="0">
                <a:solidFill>
                  <a:srgbClr val="9CDCFE"/>
                </a:solidFill>
                <a:effectLst/>
                <a:latin typeface="Menlo" panose="020B0609030804020204" pitchFamily="49" charset="0"/>
              </a:rPr>
              <a:t>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lvl="1">
              <a:lnSpc>
                <a:spcPct val="150000"/>
              </a:lnSpc>
            </a:pPr>
            <a:endParaRPr lang="en-PH" b="0" dirty="0">
              <a:solidFill>
                <a:srgbClr val="CCCCCC"/>
              </a:solidFill>
              <a:effectLst/>
              <a:latin typeface="Menlo" panose="020B0609030804020204" pitchFamily="49" charset="0"/>
            </a:endParaRPr>
          </a:p>
        </p:txBody>
      </p:sp>
      <p:sp>
        <p:nvSpPr>
          <p:cNvPr id="37" name="Oval 36">
            <a:extLst>
              <a:ext uri="{FF2B5EF4-FFF2-40B4-BE49-F238E27FC236}">
                <a16:creationId xmlns:a16="http://schemas.microsoft.com/office/drawing/2014/main" id="{276889A4-1785-71CE-631C-795215254301}"/>
              </a:ext>
            </a:extLst>
          </p:cNvPr>
          <p:cNvSpPr/>
          <p:nvPr/>
        </p:nvSpPr>
        <p:spPr>
          <a:xfrm>
            <a:off x="9700591" y="2754789"/>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38" name="Oval 37">
            <a:extLst>
              <a:ext uri="{FF2B5EF4-FFF2-40B4-BE49-F238E27FC236}">
                <a16:creationId xmlns:a16="http://schemas.microsoft.com/office/drawing/2014/main" id="{30DFAF88-AB95-E93E-1E48-DCE1614D1383}"/>
              </a:ext>
            </a:extLst>
          </p:cNvPr>
          <p:cNvSpPr/>
          <p:nvPr/>
        </p:nvSpPr>
        <p:spPr>
          <a:xfrm>
            <a:off x="10358925" y="3492025"/>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39" name="Oval 38">
            <a:extLst>
              <a:ext uri="{FF2B5EF4-FFF2-40B4-BE49-F238E27FC236}">
                <a16:creationId xmlns:a16="http://schemas.microsoft.com/office/drawing/2014/main" id="{1DFFC94D-E7DC-3F60-CB45-7E7AA9929F0F}"/>
              </a:ext>
            </a:extLst>
          </p:cNvPr>
          <p:cNvSpPr/>
          <p:nvPr/>
        </p:nvSpPr>
        <p:spPr>
          <a:xfrm>
            <a:off x="10088925" y="429407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0" name="Oval 39">
            <a:extLst>
              <a:ext uri="{FF2B5EF4-FFF2-40B4-BE49-F238E27FC236}">
                <a16:creationId xmlns:a16="http://schemas.microsoft.com/office/drawing/2014/main" id="{479E77DD-436D-DAA4-05C0-8F53CDFB0FF4}"/>
              </a:ext>
            </a:extLst>
          </p:cNvPr>
          <p:cNvSpPr/>
          <p:nvPr/>
        </p:nvSpPr>
        <p:spPr>
          <a:xfrm>
            <a:off x="10628925" y="429407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41" name="Straight Arrow Connector 40">
            <a:extLst>
              <a:ext uri="{FF2B5EF4-FFF2-40B4-BE49-F238E27FC236}">
                <a16:creationId xmlns:a16="http://schemas.microsoft.com/office/drawing/2014/main" id="{BF8F074A-F94C-1152-621E-5321F5E96D35}"/>
              </a:ext>
            </a:extLst>
          </p:cNvPr>
          <p:cNvCxnSpPr>
            <a:cxnSpLocks/>
            <a:stCxn id="40" idx="0"/>
            <a:endCxn id="38" idx="5"/>
          </p:cNvCxnSpPr>
          <p:nvPr/>
        </p:nvCxnSpPr>
        <p:spPr>
          <a:xfrm flipH="1" flipV="1">
            <a:off x="10819844"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B9BDFDB7-FFDD-C63E-0BE6-33B1A3C22C21}"/>
              </a:ext>
            </a:extLst>
          </p:cNvPr>
          <p:cNvCxnSpPr>
            <a:cxnSpLocks/>
            <a:stCxn id="39" idx="0"/>
            <a:endCxn id="38" idx="3"/>
          </p:cNvCxnSpPr>
          <p:nvPr/>
        </p:nvCxnSpPr>
        <p:spPr>
          <a:xfrm flipV="1">
            <a:off x="10358925"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1ACD2382-91E0-1BD3-FA32-F4F29960A6B4}"/>
              </a:ext>
            </a:extLst>
          </p:cNvPr>
          <p:cNvSpPr/>
          <p:nvPr/>
        </p:nvSpPr>
        <p:spPr>
          <a:xfrm>
            <a:off x="8468385"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4" name="Oval 43">
            <a:extLst>
              <a:ext uri="{FF2B5EF4-FFF2-40B4-BE49-F238E27FC236}">
                <a16:creationId xmlns:a16="http://schemas.microsoft.com/office/drawing/2014/main" id="{F46D0AD5-5A95-25EB-299E-6DBCEA2D2E21}"/>
              </a:ext>
            </a:extLst>
          </p:cNvPr>
          <p:cNvSpPr/>
          <p:nvPr/>
        </p:nvSpPr>
        <p:spPr>
          <a:xfrm>
            <a:off x="9029213"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45" name="Oval 44">
            <a:extLst>
              <a:ext uri="{FF2B5EF4-FFF2-40B4-BE49-F238E27FC236}">
                <a16:creationId xmlns:a16="http://schemas.microsoft.com/office/drawing/2014/main" id="{88A3428B-3213-391A-BFD2-4A43704D4408}"/>
              </a:ext>
            </a:extLst>
          </p:cNvPr>
          <p:cNvSpPr/>
          <p:nvPr/>
        </p:nvSpPr>
        <p:spPr>
          <a:xfrm>
            <a:off x="9008655" y="3549971"/>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46" name="Oval 45">
            <a:extLst>
              <a:ext uri="{FF2B5EF4-FFF2-40B4-BE49-F238E27FC236}">
                <a16:creationId xmlns:a16="http://schemas.microsoft.com/office/drawing/2014/main" id="{DC8C1E9A-14DB-46F3-4BB5-8E7A11571707}"/>
              </a:ext>
            </a:extLst>
          </p:cNvPr>
          <p:cNvSpPr/>
          <p:nvPr/>
        </p:nvSpPr>
        <p:spPr>
          <a:xfrm>
            <a:off x="8738385" y="427662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47" name="Oval 46">
            <a:extLst>
              <a:ext uri="{FF2B5EF4-FFF2-40B4-BE49-F238E27FC236}">
                <a16:creationId xmlns:a16="http://schemas.microsoft.com/office/drawing/2014/main" id="{596DD0E8-7339-1306-2709-A78678B39296}"/>
              </a:ext>
            </a:extLst>
          </p:cNvPr>
          <p:cNvSpPr/>
          <p:nvPr/>
        </p:nvSpPr>
        <p:spPr>
          <a:xfrm>
            <a:off x="9413655" y="427662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48" name="Straight Arrow Connector 47">
            <a:extLst>
              <a:ext uri="{FF2B5EF4-FFF2-40B4-BE49-F238E27FC236}">
                <a16:creationId xmlns:a16="http://schemas.microsoft.com/office/drawing/2014/main" id="{83445FA2-2BC1-D188-E1A7-13FC85097E18}"/>
              </a:ext>
            </a:extLst>
          </p:cNvPr>
          <p:cNvCxnSpPr>
            <a:cxnSpLocks/>
            <a:stCxn id="46" idx="0"/>
            <a:endCxn id="45" idx="3"/>
          </p:cNvCxnSpPr>
          <p:nvPr/>
        </p:nvCxnSpPr>
        <p:spPr>
          <a:xfrm flipV="1">
            <a:off x="9008385" y="4006554"/>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15C336B4-473F-C11E-B7D2-9372595B8901}"/>
              </a:ext>
            </a:extLst>
          </p:cNvPr>
          <p:cNvCxnSpPr>
            <a:cxnSpLocks/>
            <a:stCxn id="47" idx="0"/>
            <a:endCxn id="45" idx="5"/>
          </p:cNvCxnSpPr>
          <p:nvPr/>
        </p:nvCxnSpPr>
        <p:spPr>
          <a:xfrm flipH="1" flipV="1">
            <a:off x="9469574" y="4006554"/>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34CE239E-351C-ED64-1DA4-65C8182AC454}"/>
              </a:ext>
            </a:extLst>
          </p:cNvPr>
          <p:cNvCxnSpPr>
            <a:cxnSpLocks/>
            <a:stCxn id="44" idx="0"/>
            <a:endCxn id="46" idx="5"/>
          </p:cNvCxnSpPr>
          <p:nvPr/>
        </p:nvCxnSpPr>
        <p:spPr>
          <a:xfrm flipH="1" flipV="1">
            <a:off x="9199304" y="4733203"/>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04AF7E5C-D2EF-E339-587F-9F62C8F1431D}"/>
              </a:ext>
            </a:extLst>
          </p:cNvPr>
          <p:cNvCxnSpPr>
            <a:cxnSpLocks/>
            <a:stCxn id="43" idx="0"/>
            <a:endCxn id="46" idx="3"/>
          </p:cNvCxnSpPr>
          <p:nvPr/>
        </p:nvCxnSpPr>
        <p:spPr>
          <a:xfrm flipV="1">
            <a:off x="8738385" y="4733203"/>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E1B9174F-05F8-299A-E7D7-0A7A5E0CAA9F}"/>
              </a:ext>
            </a:extLst>
          </p:cNvPr>
          <p:cNvCxnSpPr>
            <a:cxnSpLocks/>
            <a:stCxn id="45" idx="0"/>
            <a:endCxn id="37" idx="3"/>
          </p:cNvCxnSpPr>
          <p:nvPr/>
        </p:nvCxnSpPr>
        <p:spPr>
          <a:xfrm flipV="1">
            <a:off x="9278655" y="3211372"/>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84176404-95CB-B1A2-0CA5-55879BCB8C06}"/>
              </a:ext>
            </a:extLst>
          </p:cNvPr>
          <p:cNvCxnSpPr>
            <a:cxnSpLocks/>
            <a:stCxn id="38" idx="0"/>
            <a:endCxn id="37" idx="5"/>
          </p:cNvCxnSpPr>
          <p:nvPr/>
        </p:nvCxnSpPr>
        <p:spPr>
          <a:xfrm flipH="1" flipV="1">
            <a:off x="10161510" y="3211372"/>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65BC51E8-E48D-97F2-A30F-790471DB4DE9}"/>
                  </a:ext>
                </a:extLst>
              </p:cNvPr>
              <p:cNvSpPr txBox="1"/>
              <p:nvPr/>
            </p:nvSpPr>
            <p:spPr>
              <a:xfrm>
                <a:off x="7991737" y="2748761"/>
                <a:ext cx="115191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i="1" smtClean="0">
                          <a:latin typeface="Cambria Math" panose="02040503050406030204" pitchFamily="18" charset="0"/>
                        </a:rPr>
                        <m:t>𝑓</m:t>
                      </m:r>
                      <m:r>
                        <a:rPr lang="en-GB" sz="2500" b="0" i="1" smtClean="0">
                          <a:latin typeface="Cambria Math" panose="02040503050406030204" pitchFamily="18" charset="0"/>
                        </a:rPr>
                        <m:t>𝑖𝑏</m:t>
                      </m:r>
                      <m:r>
                        <a:rPr lang="en-GB" sz="2500" b="0" i="1" smtClean="0">
                          <a:latin typeface="Cambria Math" panose="02040503050406030204" pitchFamily="18" charset="0"/>
                        </a:rPr>
                        <m:t>(0)</m:t>
                      </m:r>
                    </m:oMath>
                  </m:oMathPara>
                </a14:m>
                <a:endParaRPr lang="en-US" sz="2500" dirty="0"/>
              </a:p>
            </p:txBody>
          </p:sp>
        </mc:Choice>
        <mc:Fallback xmlns="">
          <p:sp>
            <p:nvSpPr>
              <p:cNvPr id="57" name="TextBox 56">
                <a:extLst>
                  <a:ext uri="{FF2B5EF4-FFF2-40B4-BE49-F238E27FC236}">
                    <a16:creationId xmlns:a16="http://schemas.microsoft.com/office/drawing/2014/main" id="{65BC51E8-E48D-97F2-A30F-790471DB4DE9}"/>
                  </a:ext>
                </a:extLst>
              </p:cNvPr>
              <p:cNvSpPr txBox="1">
                <a:spLocks noRot="1" noChangeAspect="1" noMove="1" noResize="1" noEditPoints="1" noAdjustHandles="1" noChangeArrowheads="1" noChangeShapeType="1" noTextEdit="1"/>
              </p:cNvSpPr>
              <p:nvPr/>
            </p:nvSpPr>
            <p:spPr>
              <a:xfrm>
                <a:off x="7991737" y="2748761"/>
                <a:ext cx="1151918" cy="477054"/>
              </a:xfrm>
              <a:prstGeom prst="rect">
                <a:avLst/>
              </a:prstGeom>
              <a:blipFill>
                <a:blip r:embed="rId2"/>
                <a:stretch>
                  <a:fillRect b="-14634"/>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58" name="Table 57">
                <a:extLst>
                  <a:ext uri="{FF2B5EF4-FFF2-40B4-BE49-F238E27FC236}">
                    <a16:creationId xmlns:a16="http://schemas.microsoft.com/office/drawing/2014/main" id="{7C0A4DD4-EC1B-4AA2-8FFF-313CAF8BDD9D}"/>
                  </a:ext>
                </a:extLst>
              </p:cNvPr>
              <p:cNvGraphicFramePr>
                <a:graphicFrameLocks noGrp="1"/>
              </p:cNvGraphicFramePr>
              <p:nvPr>
                <p:extLst>
                  <p:ext uri="{D42A27DB-BD31-4B8C-83A1-F6EECF244321}">
                    <p14:modId xmlns:p14="http://schemas.microsoft.com/office/powerpoint/2010/main" val="2254643461"/>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𝟎</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𝟒</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𝟓</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824624722"/>
                      </a:ext>
                    </a:extLst>
                  </a:tr>
                </a:tbl>
              </a:graphicData>
            </a:graphic>
          </p:graphicFrame>
        </mc:Choice>
        <mc:Fallback xmlns="">
          <p:graphicFrame>
            <p:nvGraphicFramePr>
              <p:cNvPr id="58" name="Table 57">
                <a:extLst>
                  <a:ext uri="{FF2B5EF4-FFF2-40B4-BE49-F238E27FC236}">
                    <a16:creationId xmlns:a16="http://schemas.microsoft.com/office/drawing/2014/main" id="{7C0A4DD4-EC1B-4AA2-8FFF-313CAF8BDD9D}"/>
                  </a:ext>
                </a:extLst>
              </p:cNvPr>
              <p:cNvGraphicFramePr>
                <a:graphicFrameLocks noGrp="1"/>
              </p:cNvGraphicFramePr>
              <p:nvPr>
                <p:extLst>
                  <p:ext uri="{D42A27DB-BD31-4B8C-83A1-F6EECF244321}">
                    <p14:modId xmlns:p14="http://schemas.microsoft.com/office/powerpoint/2010/main" val="2254643461"/>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667" t="-2273" r="-5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1667" t="-2273" r="-4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98361" t="-2273" r="-298361"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3333" t="-2273" r="-2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03333" t="-2273" r="-1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503333" t="-2273" r="-3333"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824624722"/>
                      </a:ext>
                    </a:extLst>
                  </a:tr>
                </a:tbl>
              </a:graphicData>
            </a:graphic>
          </p:graphicFrame>
        </mc:Fallback>
      </mc:AlternateContent>
    </p:spTree>
    <p:extLst>
      <p:ext uri="{BB962C8B-B14F-4D97-AF65-F5344CB8AC3E}">
        <p14:creationId xmlns:p14="http://schemas.microsoft.com/office/powerpoint/2010/main" val="8952803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33EC0-53D4-38B4-421E-9666FC07A43C}"/>
              </a:ext>
            </a:extLst>
          </p:cNvPr>
          <p:cNvSpPr>
            <a:spLocks noGrp="1"/>
          </p:cNvSpPr>
          <p:nvPr>
            <p:ph type="title"/>
          </p:nvPr>
        </p:nvSpPr>
        <p:spPr/>
        <p:txBody>
          <a:bodyPr>
            <a:normAutofit/>
          </a:bodyPr>
          <a:lstStyle/>
          <a:p>
            <a:r>
              <a:rPr lang="en-US" sz="3900" dirty="0"/>
              <a:t>How does Dynamic Programming apply to MDPs?</a:t>
            </a:r>
          </a:p>
        </p:txBody>
      </p:sp>
      <p:sp>
        <p:nvSpPr>
          <p:cNvPr id="3" name="Content Placeholder 2">
            <a:extLst>
              <a:ext uri="{FF2B5EF4-FFF2-40B4-BE49-F238E27FC236}">
                <a16:creationId xmlns:a16="http://schemas.microsoft.com/office/drawing/2014/main" id="{DC0F51F2-6892-8B08-C745-719C58DFA5D7}"/>
              </a:ext>
            </a:extLst>
          </p:cNvPr>
          <p:cNvSpPr>
            <a:spLocks noGrp="1"/>
          </p:cNvSpPr>
          <p:nvPr>
            <p:ph idx="1"/>
          </p:nvPr>
        </p:nvSpPr>
        <p:spPr>
          <a:xfrm>
            <a:off x="838200" y="2286869"/>
            <a:ext cx="10515600" cy="2419200"/>
          </a:xfrm>
        </p:spPr>
        <p:txBody>
          <a:bodyPr/>
          <a:lstStyle/>
          <a:p>
            <a:pPr marL="0" indent="0">
              <a:buNone/>
            </a:pPr>
            <a:r>
              <a:rPr lang="en-US" dirty="0"/>
              <a:t>Dynamic Programming is a very general solution method for problems which have two properties</a:t>
            </a:r>
          </a:p>
          <a:p>
            <a:pPr marL="0" indent="0">
              <a:buNone/>
            </a:pPr>
            <a:endParaRPr lang="en-US" dirty="0"/>
          </a:p>
          <a:p>
            <a:pPr>
              <a:buClr>
                <a:srgbClr val="0070C0"/>
              </a:buClr>
              <a:buFont typeface="Wingdings" pitchFamily="2" charset="2"/>
              <a:buChar char="§"/>
            </a:pPr>
            <a:r>
              <a:rPr lang="en-US" dirty="0"/>
              <a:t>Optimal substructures </a:t>
            </a:r>
          </a:p>
          <a:p>
            <a:pPr>
              <a:buClr>
                <a:srgbClr val="0070C0"/>
              </a:buClr>
              <a:buFont typeface="Wingdings" pitchFamily="2" charset="2"/>
              <a:buChar char="§"/>
            </a:pPr>
            <a:r>
              <a:rPr lang="en-US" dirty="0"/>
              <a:t>Overlapping subproblems</a:t>
            </a:r>
          </a:p>
        </p:txBody>
      </p:sp>
      <p:sp>
        <p:nvSpPr>
          <p:cNvPr id="5" name="TextBox 4">
            <a:extLst>
              <a:ext uri="{FF2B5EF4-FFF2-40B4-BE49-F238E27FC236}">
                <a16:creationId xmlns:a16="http://schemas.microsoft.com/office/drawing/2014/main" id="{D846481C-EDD6-F6C2-0497-2A6457828D7E}"/>
              </a:ext>
            </a:extLst>
          </p:cNvPr>
          <p:cNvSpPr txBox="1"/>
          <p:nvPr/>
        </p:nvSpPr>
        <p:spPr>
          <a:xfrm>
            <a:off x="838200" y="5073134"/>
            <a:ext cx="10515600" cy="553998"/>
          </a:xfrm>
          <a:prstGeom prst="rect">
            <a:avLst/>
          </a:prstGeom>
          <a:noFill/>
        </p:spPr>
        <p:txBody>
          <a:bodyPr wrap="square">
            <a:spAutoFit/>
          </a:bodyPr>
          <a:lstStyle/>
          <a:p>
            <a:pPr marL="0" indent="0">
              <a:buNone/>
            </a:pPr>
            <a:r>
              <a:rPr lang="en-US" sz="3000" dirty="0"/>
              <a:t>Markov decision processes </a:t>
            </a:r>
            <a:r>
              <a:rPr lang="en-US" sz="3000" b="1" dirty="0">
                <a:solidFill>
                  <a:srgbClr val="0070C0"/>
                </a:solidFill>
              </a:rPr>
              <a:t>satisfy both properties</a:t>
            </a:r>
            <a:r>
              <a:rPr lang="en-US" sz="3000" dirty="0"/>
              <a:t>.</a:t>
            </a:r>
          </a:p>
        </p:txBody>
      </p:sp>
    </p:spTree>
    <p:extLst>
      <p:ext uri="{BB962C8B-B14F-4D97-AF65-F5344CB8AC3E}">
        <p14:creationId xmlns:p14="http://schemas.microsoft.com/office/powerpoint/2010/main" val="2081885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1E3AF-802B-3C9F-BE07-C09B0C9CD5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FC8C22-D9B0-4C5C-D064-9CC1A2F70F28}"/>
              </a:ext>
            </a:extLst>
          </p:cNvPr>
          <p:cNvSpPr>
            <a:spLocks noGrp="1"/>
          </p:cNvSpPr>
          <p:nvPr>
            <p:ph type="title"/>
          </p:nvPr>
        </p:nvSpPr>
        <p:spPr/>
        <p:txBody>
          <a:bodyPr>
            <a:normAutofit/>
          </a:bodyPr>
          <a:lstStyle/>
          <a:p>
            <a:r>
              <a:rPr lang="en-US" sz="3900" dirty="0"/>
              <a:t>How does Dynamic Programming apply to MDPs?</a:t>
            </a:r>
          </a:p>
        </p:txBody>
      </p:sp>
      <p:sp>
        <p:nvSpPr>
          <p:cNvPr id="3" name="Content Placeholder 2">
            <a:extLst>
              <a:ext uri="{FF2B5EF4-FFF2-40B4-BE49-F238E27FC236}">
                <a16:creationId xmlns:a16="http://schemas.microsoft.com/office/drawing/2014/main" id="{396A8E3B-E98E-3CF2-DFB7-805E1CCDD282}"/>
              </a:ext>
            </a:extLst>
          </p:cNvPr>
          <p:cNvSpPr>
            <a:spLocks noGrp="1"/>
          </p:cNvSpPr>
          <p:nvPr>
            <p:ph idx="1"/>
          </p:nvPr>
        </p:nvSpPr>
        <p:spPr>
          <a:xfrm>
            <a:off x="838200" y="2286869"/>
            <a:ext cx="10515600" cy="761131"/>
          </a:xfrm>
        </p:spPr>
        <p:txBody>
          <a:bodyPr/>
          <a:lstStyle/>
          <a:p>
            <a:pPr marL="0" indent="0">
              <a:buNone/>
            </a:pPr>
            <a:r>
              <a:rPr lang="en-US" sz="2800" dirty="0"/>
              <a:t>Markov decision processes </a:t>
            </a:r>
            <a:r>
              <a:rPr lang="en-US" sz="2800" b="1" dirty="0">
                <a:solidFill>
                  <a:srgbClr val="0070C0"/>
                </a:solidFill>
              </a:rPr>
              <a:t>satisfy both properties</a:t>
            </a:r>
            <a:r>
              <a:rPr lang="en-US" sz="2800" dirty="0"/>
              <a:t>.</a:t>
            </a:r>
          </a:p>
        </p:txBody>
      </p:sp>
      <p:sp>
        <p:nvSpPr>
          <p:cNvPr id="5" name="TextBox 4">
            <a:extLst>
              <a:ext uri="{FF2B5EF4-FFF2-40B4-BE49-F238E27FC236}">
                <a16:creationId xmlns:a16="http://schemas.microsoft.com/office/drawing/2014/main" id="{A76C4A12-C1DD-7A08-2DFE-53AF49239600}"/>
              </a:ext>
            </a:extLst>
          </p:cNvPr>
          <p:cNvSpPr txBox="1"/>
          <p:nvPr/>
        </p:nvSpPr>
        <p:spPr>
          <a:xfrm>
            <a:off x="838200" y="3182937"/>
            <a:ext cx="10515600" cy="553998"/>
          </a:xfrm>
          <a:prstGeom prst="rect">
            <a:avLst/>
          </a:prstGeom>
          <a:noFill/>
        </p:spPr>
        <p:txBody>
          <a:bodyPr wrap="square">
            <a:spAutoFit/>
          </a:bodyPr>
          <a:lstStyle/>
          <a:p>
            <a:pPr marL="457200" indent="-457200">
              <a:buClr>
                <a:srgbClr val="0070C0"/>
              </a:buClr>
              <a:buFont typeface="Wingdings" pitchFamily="2" charset="2"/>
              <a:buChar char="§"/>
            </a:pPr>
            <a:r>
              <a:rPr lang="en-US" sz="3000" dirty="0"/>
              <a:t>Bellman equation gives recursive decomposition</a:t>
            </a:r>
          </a:p>
        </p:txBody>
      </p:sp>
      <p:sp>
        <p:nvSpPr>
          <p:cNvPr id="6" name="TextBox 5">
            <a:extLst>
              <a:ext uri="{FF2B5EF4-FFF2-40B4-BE49-F238E27FC236}">
                <a16:creationId xmlns:a16="http://schemas.microsoft.com/office/drawing/2014/main" id="{944F0088-AA2C-2646-E88C-BE0D47FD7B7C}"/>
              </a:ext>
            </a:extLst>
          </p:cNvPr>
          <p:cNvSpPr txBox="1"/>
          <p:nvPr/>
        </p:nvSpPr>
        <p:spPr>
          <a:xfrm>
            <a:off x="838200" y="3871872"/>
            <a:ext cx="10515600" cy="553998"/>
          </a:xfrm>
          <a:prstGeom prst="rect">
            <a:avLst/>
          </a:prstGeom>
          <a:noFill/>
        </p:spPr>
        <p:txBody>
          <a:bodyPr wrap="square">
            <a:spAutoFit/>
          </a:bodyPr>
          <a:lstStyle/>
          <a:p>
            <a:pPr marL="457200" indent="-457200">
              <a:buClr>
                <a:srgbClr val="0070C0"/>
              </a:buClr>
              <a:buFont typeface="Wingdings" pitchFamily="2" charset="2"/>
              <a:buChar char="§"/>
            </a:pPr>
            <a:r>
              <a:rPr lang="en-US" sz="3000" dirty="0"/>
              <a:t>The value function stores and reuses solutions.</a:t>
            </a:r>
          </a:p>
        </p:txBody>
      </p:sp>
    </p:spTree>
    <p:extLst>
      <p:ext uri="{BB962C8B-B14F-4D97-AF65-F5344CB8AC3E}">
        <p14:creationId xmlns:p14="http://schemas.microsoft.com/office/powerpoint/2010/main" val="37922993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119FB-D80A-44C2-39CE-C202A17F2D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CD28F5-AAEB-1AD6-D593-7234F87B07E0}"/>
              </a:ext>
            </a:extLst>
          </p:cNvPr>
          <p:cNvSpPr>
            <a:spLocks noGrp="1"/>
          </p:cNvSpPr>
          <p:nvPr>
            <p:ph type="title"/>
          </p:nvPr>
        </p:nvSpPr>
        <p:spPr/>
        <p:txBody>
          <a:bodyPr>
            <a:normAutofit/>
          </a:bodyPr>
          <a:lstStyle/>
          <a:p>
            <a:r>
              <a:rPr lang="en-US" sz="3900" dirty="0"/>
              <a:t>How does Dynamic Programming apply to MDPs?</a:t>
            </a:r>
          </a:p>
        </p:txBody>
      </p:sp>
      <p:sp>
        <p:nvSpPr>
          <p:cNvPr id="3" name="Content Placeholder 2">
            <a:extLst>
              <a:ext uri="{FF2B5EF4-FFF2-40B4-BE49-F238E27FC236}">
                <a16:creationId xmlns:a16="http://schemas.microsoft.com/office/drawing/2014/main" id="{9247502D-5C88-6B59-328C-9D77A2417AE5}"/>
              </a:ext>
            </a:extLst>
          </p:cNvPr>
          <p:cNvSpPr>
            <a:spLocks noGrp="1"/>
          </p:cNvSpPr>
          <p:nvPr>
            <p:ph idx="1"/>
          </p:nvPr>
        </p:nvSpPr>
        <p:spPr>
          <a:xfrm>
            <a:off x="838200" y="2286869"/>
            <a:ext cx="10515600" cy="761131"/>
          </a:xfrm>
        </p:spPr>
        <p:txBody>
          <a:bodyPr/>
          <a:lstStyle/>
          <a:p>
            <a:pPr marL="0" indent="0">
              <a:buNone/>
            </a:pPr>
            <a:r>
              <a:rPr lang="en-US" sz="2800" dirty="0"/>
              <a:t>Dynamic programming assumes full knowledge of the MDP</a:t>
            </a:r>
            <a:r>
              <a:rPr lang="en-US" dirty="0"/>
              <a:t>.</a:t>
            </a:r>
            <a:endParaRPr lang="en-US" sz="2800" dirty="0"/>
          </a:p>
        </p:txBody>
      </p:sp>
      <p:sp>
        <p:nvSpPr>
          <p:cNvPr id="5" name="TextBox 4">
            <a:extLst>
              <a:ext uri="{FF2B5EF4-FFF2-40B4-BE49-F238E27FC236}">
                <a16:creationId xmlns:a16="http://schemas.microsoft.com/office/drawing/2014/main" id="{A386F6E5-08B5-CF8B-5B25-85F4143FC5AC}"/>
              </a:ext>
            </a:extLst>
          </p:cNvPr>
          <p:cNvSpPr txBox="1"/>
          <p:nvPr/>
        </p:nvSpPr>
        <p:spPr>
          <a:xfrm>
            <a:off x="838200" y="3182937"/>
            <a:ext cx="10515600" cy="553998"/>
          </a:xfrm>
          <a:prstGeom prst="rect">
            <a:avLst/>
          </a:prstGeom>
          <a:noFill/>
        </p:spPr>
        <p:txBody>
          <a:bodyPr wrap="square">
            <a:spAutoFit/>
          </a:bodyPr>
          <a:lstStyle/>
          <a:p>
            <a:pPr marL="457200" indent="-457200">
              <a:buClr>
                <a:srgbClr val="0070C0"/>
              </a:buClr>
              <a:buFont typeface="Wingdings" pitchFamily="2" charset="2"/>
              <a:buChar char="§"/>
            </a:pPr>
            <a:r>
              <a:rPr lang="en-US" sz="3000" dirty="0"/>
              <a:t>It is used for planning in an MDP.</a:t>
            </a:r>
          </a:p>
        </p:txBody>
      </p:sp>
    </p:spTree>
    <p:extLst>
      <p:ext uri="{BB962C8B-B14F-4D97-AF65-F5344CB8AC3E}">
        <p14:creationId xmlns:p14="http://schemas.microsoft.com/office/powerpoint/2010/main" val="25198111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6D187-10DA-F557-AD1D-BFE8223DFB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E296A7-A1E9-C68E-E96B-1E8A7356568B}"/>
              </a:ext>
            </a:extLst>
          </p:cNvPr>
          <p:cNvSpPr>
            <a:spLocks noGrp="1"/>
          </p:cNvSpPr>
          <p:nvPr>
            <p:ph type="title"/>
          </p:nvPr>
        </p:nvSpPr>
        <p:spPr/>
        <p:txBody>
          <a:bodyPr>
            <a:normAutofit/>
          </a:bodyPr>
          <a:lstStyle/>
          <a:p>
            <a:r>
              <a:rPr lang="en-US" sz="3900" dirty="0"/>
              <a:t>How does Dynamic Programming apply to MDPs?</a:t>
            </a:r>
          </a:p>
        </p:txBody>
      </p:sp>
      <p:sp>
        <p:nvSpPr>
          <p:cNvPr id="3" name="Content Placeholder 2">
            <a:extLst>
              <a:ext uri="{FF2B5EF4-FFF2-40B4-BE49-F238E27FC236}">
                <a16:creationId xmlns:a16="http://schemas.microsoft.com/office/drawing/2014/main" id="{B92A1E93-AA66-A39E-EAF3-B8CDB7A2A767}"/>
              </a:ext>
            </a:extLst>
          </p:cNvPr>
          <p:cNvSpPr>
            <a:spLocks noGrp="1"/>
          </p:cNvSpPr>
          <p:nvPr>
            <p:ph idx="1"/>
          </p:nvPr>
        </p:nvSpPr>
        <p:spPr>
          <a:xfrm>
            <a:off x="838200" y="2286869"/>
            <a:ext cx="10515600" cy="761131"/>
          </a:xfrm>
        </p:spPr>
        <p:txBody>
          <a:bodyPr>
            <a:normAutofit/>
          </a:bodyPr>
          <a:lstStyle/>
          <a:p>
            <a:pPr marL="0" indent="0">
              <a:buNone/>
            </a:pPr>
            <a:r>
              <a:rPr lang="en-US" sz="3000" dirty="0"/>
              <a:t>For </a:t>
            </a:r>
            <a:r>
              <a:rPr lang="en-US" sz="3000" b="1" dirty="0"/>
              <a:t>Prediction</a:t>
            </a:r>
            <a:r>
              <a:rPr lang="en-US" sz="3000" dirty="0"/>
              <a:t>:</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B220AFD4-8AF4-93DA-54BB-0ED153E46408}"/>
                  </a:ext>
                </a:extLst>
              </p:cNvPr>
              <p:cNvSpPr txBox="1"/>
              <p:nvPr/>
            </p:nvSpPr>
            <p:spPr>
              <a:xfrm>
                <a:off x="838200" y="3182937"/>
                <a:ext cx="10515600" cy="553998"/>
              </a:xfrm>
              <a:prstGeom prst="rect">
                <a:avLst/>
              </a:prstGeom>
              <a:noFill/>
            </p:spPr>
            <p:txBody>
              <a:bodyPr wrap="square">
                <a:spAutoFit/>
              </a:bodyPr>
              <a:lstStyle/>
              <a:p>
                <a:pPr marL="457200" indent="-457200">
                  <a:buClr>
                    <a:srgbClr val="0070C0"/>
                  </a:buClr>
                  <a:buFont typeface="Wingdings" pitchFamily="2" charset="2"/>
                  <a:buChar char="§"/>
                </a:pPr>
                <a:r>
                  <a:rPr lang="en-US" sz="3000" dirty="0"/>
                  <a:t>Input: MDP </a:t>
                </a:r>
                <a14:m>
                  <m:oMath xmlns:m="http://schemas.openxmlformats.org/officeDocument/2006/math">
                    <m:r>
                      <a:rPr lang="en-GB" sz="3000" b="0" i="0" smtClean="0">
                        <a:latin typeface="Cambria Math" panose="02040503050406030204" pitchFamily="18" charset="0"/>
                        <a:ea typeface="Cambria Math" panose="02040503050406030204" pitchFamily="18" charset="0"/>
                      </a:rPr>
                      <m:t>&lt;</m:t>
                    </m:r>
                    <m:r>
                      <a:rPr lang="en-GB" sz="3000" i="1">
                        <a:latin typeface="Cambria Math" panose="02040503050406030204" pitchFamily="18" charset="0"/>
                        <a:ea typeface="Cambria Math" panose="02040503050406030204" pitchFamily="18" charset="0"/>
                      </a:rPr>
                      <m:t>𝒮</m:t>
                    </m:r>
                    <m:r>
                      <a:rPr lang="en-GB" sz="3000" i="1">
                        <a:latin typeface="Cambria Math" panose="02040503050406030204" pitchFamily="18" charset="0"/>
                        <a:ea typeface="Cambria Math" panose="02040503050406030204" pitchFamily="18" charset="0"/>
                      </a:rPr>
                      <m:t>, </m:t>
                    </m:r>
                    <m:r>
                      <a:rPr lang="en-GB" sz="3000" i="1">
                        <a:latin typeface="Cambria Math" panose="02040503050406030204" pitchFamily="18" charset="0"/>
                        <a:ea typeface="Cambria Math" panose="02040503050406030204" pitchFamily="18" charset="0"/>
                      </a:rPr>
                      <m:t>𝒜</m:t>
                    </m:r>
                    <m:r>
                      <a:rPr lang="en-GB" sz="3000" b="0" i="1" smtClean="0">
                        <a:latin typeface="Cambria Math" panose="02040503050406030204" pitchFamily="18" charset="0"/>
                        <a:ea typeface="Cambria Math" panose="02040503050406030204" pitchFamily="18" charset="0"/>
                      </a:rPr>
                      <m:t>,</m:t>
                    </m:r>
                    <m:r>
                      <a:rPr lang="en-GB" sz="3000" i="1">
                        <a:latin typeface="Cambria Math" panose="02040503050406030204" pitchFamily="18" charset="0"/>
                        <a:ea typeface="Cambria Math" panose="02040503050406030204" pitchFamily="18" charset="0"/>
                      </a:rPr>
                      <m:t>𝒫</m:t>
                    </m:r>
                    <m:r>
                      <a:rPr lang="en-GB" sz="3000" b="0" i="1" smtClean="0">
                        <a:latin typeface="Cambria Math" panose="02040503050406030204" pitchFamily="18" charset="0"/>
                        <a:ea typeface="Cambria Math" panose="02040503050406030204" pitchFamily="18" charset="0"/>
                      </a:rPr>
                      <m:t>,</m:t>
                    </m:r>
                    <m:r>
                      <a:rPr lang="en-GB" sz="3000" i="1">
                        <a:latin typeface="Cambria Math" panose="02040503050406030204" pitchFamily="18" charset="0"/>
                        <a:ea typeface="Cambria Math" panose="02040503050406030204" pitchFamily="18" charset="0"/>
                      </a:rPr>
                      <m:t>ℛ</m:t>
                    </m:r>
                    <m:r>
                      <a:rPr lang="en-GB" sz="3000" b="0" i="1" smtClean="0">
                        <a:latin typeface="Cambria Math" panose="02040503050406030204" pitchFamily="18" charset="0"/>
                        <a:ea typeface="Cambria Math" panose="02040503050406030204" pitchFamily="18" charset="0"/>
                      </a:rPr>
                      <m:t>,</m:t>
                    </m:r>
                    <m:r>
                      <a:rPr lang="en-GB" sz="3000" i="1" smtClean="0">
                        <a:latin typeface="Cambria Math" panose="02040503050406030204" pitchFamily="18" charset="0"/>
                        <a:ea typeface="Cambria Math" panose="02040503050406030204" pitchFamily="18" charset="0"/>
                      </a:rPr>
                      <m:t>𝛾</m:t>
                    </m:r>
                    <m:r>
                      <a:rPr lang="en-GB" sz="3000" i="1">
                        <a:latin typeface="Cambria Math" panose="02040503050406030204" pitchFamily="18" charset="0"/>
                        <a:ea typeface="Cambria Math" panose="02040503050406030204" pitchFamily="18" charset="0"/>
                      </a:rPr>
                      <m:t>&gt;</m:t>
                    </m:r>
                    <m:r>
                      <a:rPr lang="en-GB" sz="3000" b="0" i="1" smtClean="0">
                        <a:latin typeface="Cambria Math" panose="02040503050406030204" pitchFamily="18" charset="0"/>
                        <a:ea typeface="Cambria Math" panose="02040503050406030204" pitchFamily="18" charset="0"/>
                      </a:rPr>
                      <m:t> </m:t>
                    </m:r>
                  </m:oMath>
                </a14:m>
                <a:r>
                  <a:rPr lang="en-US" sz="3000" dirty="0"/>
                  <a:t>and policy </a:t>
                </a:r>
                <a14:m>
                  <m:oMath xmlns:m="http://schemas.openxmlformats.org/officeDocument/2006/math">
                    <m:r>
                      <a:rPr lang="en-US" sz="3000" i="1" smtClean="0">
                        <a:latin typeface="Cambria Math" panose="02040503050406030204" pitchFamily="18" charset="0"/>
                        <a:ea typeface="Cambria Math" panose="02040503050406030204" pitchFamily="18" charset="0"/>
                      </a:rPr>
                      <m:t>𝜋</m:t>
                    </m:r>
                  </m:oMath>
                </a14:m>
                <a:endParaRPr lang="en-US" sz="3000" dirty="0"/>
              </a:p>
            </p:txBody>
          </p:sp>
        </mc:Choice>
        <mc:Fallback xmlns="">
          <p:sp>
            <p:nvSpPr>
              <p:cNvPr id="5" name="TextBox 4">
                <a:extLst>
                  <a:ext uri="{FF2B5EF4-FFF2-40B4-BE49-F238E27FC236}">
                    <a16:creationId xmlns:a16="http://schemas.microsoft.com/office/drawing/2014/main" id="{B220AFD4-8AF4-93DA-54BB-0ED153E46408}"/>
                  </a:ext>
                </a:extLst>
              </p:cNvPr>
              <p:cNvSpPr txBox="1">
                <a:spLocks noRot="1" noChangeAspect="1" noMove="1" noResize="1" noEditPoints="1" noAdjustHandles="1" noChangeArrowheads="1" noChangeShapeType="1" noTextEdit="1"/>
              </p:cNvSpPr>
              <p:nvPr/>
            </p:nvSpPr>
            <p:spPr>
              <a:xfrm>
                <a:off x="838200" y="3182937"/>
                <a:ext cx="10515600" cy="553998"/>
              </a:xfrm>
              <a:prstGeom prst="rect">
                <a:avLst/>
              </a:prstGeom>
              <a:blipFill>
                <a:blip r:embed="rId2"/>
                <a:stretch>
                  <a:fillRect l="-1206" t="-13333" b="-3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2DF972B6-EC99-9B66-7A98-A2C220C2EA8A}"/>
                  </a:ext>
                </a:extLst>
              </p:cNvPr>
              <p:cNvSpPr txBox="1"/>
              <p:nvPr/>
            </p:nvSpPr>
            <p:spPr>
              <a:xfrm>
                <a:off x="838200" y="3871872"/>
                <a:ext cx="10515600" cy="553998"/>
              </a:xfrm>
              <a:prstGeom prst="rect">
                <a:avLst/>
              </a:prstGeom>
              <a:noFill/>
            </p:spPr>
            <p:txBody>
              <a:bodyPr wrap="square">
                <a:spAutoFit/>
              </a:bodyPr>
              <a:lstStyle/>
              <a:p>
                <a:pPr marL="457200" indent="-457200">
                  <a:buClr>
                    <a:srgbClr val="0070C0"/>
                  </a:buClr>
                  <a:buFont typeface="Wingdings" pitchFamily="2" charset="2"/>
                  <a:buChar char="§"/>
                </a:pPr>
                <a:r>
                  <a:rPr lang="en-US" sz="3000" dirty="0"/>
                  <a:t>Output: value function </a:t>
                </a:r>
                <a14:m>
                  <m:oMath xmlns:m="http://schemas.openxmlformats.org/officeDocument/2006/math">
                    <m:sSub>
                      <m:sSubPr>
                        <m:ctrlPr>
                          <a:rPr lang="en-GB" sz="3000" i="1" smtClean="0">
                            <a:latin typeface="Cambria Math" panose="02040503050406030204" pitchFamily="18" charset="0"/>
                            <a:ea typeface="Cambria Math" panose="02040503050406030204" pitchFamily="18" charset="0"/>
                          </a:rPr>
                        </m:ctrlPr>
                      </m:sSubPr>
                      <m:e>
                        <m:r>
                          <a:rPr lang="en-GB" sz="3000" b="0" i="1" smtClean="0">
                            <a:latin typeface="Cambria Math" panose="02040503050406030204" pitchFamily="18" charset="0"/>
                            <a:ea typeface="Cambria Math" panose="02040503050406030204" pitchFamily="18" charset="0"/>
                          </a:rPr>
                          <m:t>𝑣</m:t>
                        </m:r>
                      </m:e>
                      <m:sub>
                        <m:r>
                          <a:rPr lang="en-US" sz="3000" i="1">
                            <a:latin typeface="Cambria Math" panose="02040503050406030204" pitchFamily="18" charset="0"/>
                            <a:ea typeface="Cambria Math" panose="02040503050406030204" pitchFamily="18" charset="0"/>
                          </a:rPr>
                          <m:t>𝜋</m:t>
                        </m:r>
                      </m:sub>
                    </m:sSub>
                  </m:oMath>
                </a14:m>
                <a:endParaRPr lang="en-US" sz="3000" dirty="0"/>
              </a:p>
            </p:txBody>
          </p:sp>
        </mc:Choice>
        <mc:Fallback xmlns="">
          <p:sp>
            <p:nvSpPr>
              <p:cNvPr id="4" name="TextBox 3">
                <a:extLst>
                  <a:ext uri="{FF2B5EF4-FFF2-40B4-BE49-F238E27FC236}">
                    <a16:creationId xmlns:a16="http://schemas.microsoft.com/office/drawing/2014/main" id="{2DF972B6-EC99-9B66-7A98-A2C220C2EA8A}"/>
                  </a:ext>
                </a:extLst>
              </p:cNvPr>
              <p:cNvSpPr txBox="1">
                <a:spLocks noRot="1" noChangeAspect="1" noMove="1" noResize="1" noEditPoints="1" noAdjustHandles="1" noChangeArrowheads="1" noChangeShapeType="1" noTextEdit="1"/>
              </p:cNvSpPr>
              <p:nvPr/>
            </p:nvSpPr>
            <p:spPr>
              <a:xfrm>
                <a:off x="838200" y="3871872"/>
                <a:ext cx="10515600" cy="553998"/>
              </a:xfrm>
              <a:prstGeom prst="rect">
                <a:avLst/>
              </a:prstGeom>
              <a:blipFill>
                <a:blip r:embed="rId3"/>
                <a:stretch>
                  <a:fillRect l="-1206" t="-11111" b="-31111"/>
                </a:stretch>
              </a:blipFill>
            </p:spPr>
            <p:txBody>
              <a:bodyPr/>
              <a:lstStyle/>
              <a:p>
                <a:r>
                  <a:rPr lang="en-US">
                    <a:noFill/>
                  </a:rPr>
                  <a:t> </a:t>
                </a:r>
              </a:p>
            </p:txBody>
          </p:sp>
        </mc:Fallback>
      </mc:AlternateContent>
    </p:spTree>
    <p:extLst>
      <p:ext uri="{BB962C8B-B14F-4D97-AF65-F5344CB8AC3E}">
        <p14:creationId xmlns:p14="http://schemas.microsoft.com/office/powerpoint/2010/main" val="3285408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4"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7F4B9A-1D99-AC48-BDD3-E93A657662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395C2B-3458-7B5E-7BB8-96E909E731DD}"/>
              </a:ext>
            </a:extLst>
          </p:cNvPr>
          <p:cNvSpPr>
            <a:spLocks noGrp="1"/>
          </p:cNvSpPr>
          <p:nvPr>
            <p:ph type="title"/>
          </p:nvPr>
        </p:nvSpPr>
        <p:spPr/>
        <p:txBody>
          <a:bodyPr>
            <a:normAutofit/>
          </a:bodyPr>
          <a:lstStyle/>
          <a:p>
            <a:r>
              <a:rPr lang="en-US" sz="3900" dirty="0"/>
              <a:t>For Prediction: </a:t>
            </a:r>
            <a:r>
              <a:rPr lang="en-US" sz="3900" dirty="0" err="1"/>
              <a:t>Gridworld</a:t>
            </a:r>
            <a:r>
              <a:rPr lang="en-US" sz="3900" dirty="0"/>
              <a:t> Example</a:t>
            </a:r>
          </a:p>
        </p:txBody>
      </p:sp>
      <p:pic>
        <p:nvPicPr>
          <p:cNvPr id="8" name="Picture 7" descr="A screenshot of a computer&#10;&#10;AI-generated content may be incorrect.">
            <a:extLst>
              <a:ext uri="{FF2B5EF4-FFF2-40B4-BE49-F238E27FC236}">
                <a16:creationId xmlns:a16="http://schemas.microsoft.com/office/drawing/2014/main" id="{C3124D5B-9AA5-F963-B19F-823F63DFCD92}"/>
              </a:ext>
            </a:extLst>
          </p:cNvPr>
          <p:cNvPicPr>
            <a:picLocks noChangeAspect="1"/>
          </p:cNvPicPr>
          <p:nvPr/>
        </p:nvPicPr>
        <p:blipFill>
          <a:blip r:embed="rId2"/>
          <a:srcRect l="42368" t="53425" r="35802" b="25544"/>
          <a:stretch/>
        </p:blipFill>
        <p:spPr>
          <a:xfrm>
            <a:off x="7279640" y="2929587"/>
            <a:ext cx="2890800" cy="1800258"/>
          </a:xfrm>
          <a:prstGeom prst="rect">
            <a:avLst/>
          </a:prstGeom>
        </p:spPr>
      </p:pic>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42340E0E-33F9-B30C-0A1A-CA27C0D2C168}"/>
                  </a:ext>
                </a:extLst>
              </p:cNvPr>
              <p:cNvSpPr txBox="1"/>
              <p:nvPr/>
            </p:nvSpPr>
            <p:spPr>
              <a:xfrm>
                <a:off x="838200" y="5113599"/>
                <a:ext cx="9972040" cy="1708160"/>
              </a:xfrm>
              <a:prstGeom prst="rect">
                <a:avLst/>
              </a:prstGeom>
              <a:noFill/>
            </p:spPr>
            <p:txBody>
              <a:bodyPr wrap="square">
                <a:spAutoFit/>
              </a:bodyPr>
              <a:lstStyle/>
              <a:p>
                <a:r>
                  <a:rPr lang="en-GB" sz="2100" dirty="0">
                    <a:ea typeface="Cambria Math" panose="02040503050406030204" pitchFamily="18" charset="0"/>
                  </a:rPr>
                  <a:t>States </a:t>
                </a:r>
                <a14:m>
                  <m:oMath xmlns:m="http://schemas.openxmlformats.org/officeDocument/2006/math">
                    <m:r>
                      <a:rPr lang="en-GB" sz="2100" i="1" smtClean="0">
                        <a:latin typeface="Cambria Math" panose="02040503050406030204" pitchFamily="18" charset="0"/>
                        <a:ea typeface="Cambria Math" panose="02040503050406030204" pitchFamily="18" charset="0"/>
                      </a:rPr>
                      <m:t>𝒮</m:t>
                    </m:r>
                    <m:r>
                      <a:rPr lang="en-GB" sz="2100" b="0" i="1" smtClean="0">
                        <a:latin typeface="Cambria Math" panose="02040503050406030204" pitchFamily="18" charset="0"/>
                        <a:ea typeface="Cambria Math" panose="02040503050406030204" pitchFamily="18" charset="0"/>
                      </a:rPr>
                      <m:t>=</m:t>
                    </m:r>
                    <m:d>
                      <m:dPr>
                        <m:ctrlPr>
                          <a:rPr lang="en-GB" sz="2100" b="0" i="1" smtClean="0">
                            <a:latin typeface="Cambria Math" panose="02040503050406030204" pitchFamily="18" charset="0"/>
                            <a:ea typeface="Cambria Math" panose="02040503050406030204" pitchFamily="18" charset="0"/>
                          </a:rPr>
                        </m:ctrlPr>
                      </m:dPr>
                      <m:e>
                        <m:r>
                          <a:rPr lang="en-GB" sz="2100" b="0" i="1" smtClean="0">
                            <a:latin typeface="Cambria Math" panose="02040503050406030204" pitchFamily="18" charset="0"/>
                            <a:ea typeface="Cambria Math" panose="02040503050406030204" pitchFamily="18" charset="0"/>
                          </a:rPr>
                          <m:t>𝐴</m:t>
                        </m:r>
                        <m:r>
                          <a:rPr lang="en-GB" sz="2100" b="0" i="1" smtClean="0">
                            <a:latin typeface="Cambria Math" panose="02040503050406030204" pitchFamily="18" charset="0"/>
                            <a:ea typeface="Cambria Math" panose="02040503050406030204" pitchFamily="18" charset="0"/>
                          </a:rPr>
                          <m:t>,</m:t>
                        </m:r>
                        <m:r>
                          <a:rPr lang="en-GB" sz="2100" b="0" i="1" smtClean="0">
                            <a:latin typeface="Cambria Math" panose="02040503050406030204" pitchFamily="18" charset="0"/>
                            <a:ea typeface="Cambria Math" panose="02040503050406030204" pitchFamily="18" charset="0"/>
                          </a:rPr>
                          <m:t>𝐵</m:t>
                        </m:r>
                        <m:r>
                          <a:rPr lang="en-GB" sz="2100" b="0" i="1" smtClean="0">
                            <a:latin typeface="Cambria Math" panose="02040503050406030204" pitchFamily="18" charset="0"/>
                            <a:ea typeface="Cambria Math" panose="02040503050406030204" pitchFamily="18" charset="0"/>
                          </a:rPr>
                          <m:t>,</m:t>
                        </m:r>
                        <m:r>
                          <a:rPr lang="en-GB" sz="2100" b="0" i="1" smtClean="0">
                            <a:latin typeface="Cambria Math" panose="02040503050406030204" pitchFamily="18" charset="0"/>
                            <a:ea typeface="Cambria Math" panose="02040503050406030204" pitchFamily="18" charset="0"/>
                          </a:rPr>
                          <m:t>𝐶</m:t>
                        </m:r>
                        <m:r>
                          <a:rPr lang="en-GB" sz="2100" b="0" i="1" smtClean="0">
                            <a:latin typeface="Cambria Math" panose="02040503050406030204" pitchFamily="18" charset="0"/>
                            <a:ea typeface="Cambria Math" panose="02040503050406030204" pitchFamily="18" charset="0"/>
                          </a:rPr>
                          <m:t>,</m:t>
                        </m:r>
                        <m:r>
                          <a:rPr lang="en-GB" sz="2100" b="0" i="1" smtClean="0">
                            <a:latin typeface="Cambria Math" panose="02040503050406030204" pitchFamily="18" charset="0"/>
                            <a:ea typeface="Cambria Math" panose="02040503050406030204" pitchFamily="18" charset="0"/>
                          </a:rPr>
                          <m:t>𝐷</m:t>
                        </m:r>
                      </m:e>
                    </m:d>
                    <m:r>
                      <a:rPr lang="en-GB" sz="2100" i="1" smtClean="0">
                        <a:latin typeface="Cambria Math" panose="02040503050406030204" pitchFamily="18" charset="0"/>
                        <a:ea typeface="Cambria Math" panose="02040503050406030204" pitchFamily="18" charset="0"/>
                      </a:rPr>
                      <m:t>,</m:t>
                    </m:r>
                  </m:oMath>
                </a14:m>
                <a:endParaRPr lang="en-GB" sz="2100" b="0" i="1" dirty="0">
                  <a:latin typeface="Cambria Math" panose="02040503050406030204" pitchFamily="18" charset="0"/>
                  <a:ea typeface="Cambria Math" panose="02040503050406030204" pitchFamily="18" charset="0"/>
                </a:endParaRPr>
              </a:p>
              <a:p>
                <a:r>
                  <a:rPr lang="en-GB" sz="2100" dirty="0">
                    <a:ea typeface="Cambria Math" panose="02040503050406030204" pitchFamily="18" charset="0"/>
                  </a:rPr>
                  <a:t>Actions </a:t>
                </a:r>
                <a14:m>
                  <m:oMath xmlns:m="http://schemas.openxmlformats.org/officeDocument/2006/math">
                    <m:r>
                      <a:rPr lang="en-GB" sz="2100" i="1" smtClean="0">
                        <a:latin typeface="Cambria Math" panose="02040503050406030204" pitchFamily="18" charset="0"/>
                        <a:ea typeface="Cambria Math" panose="02040503050406030204" pitchFamily="18" charset="0"/>
                      </a:rPr>
                      <m:t>𝒜</m:t>
                    </m:r>
                    <m:r>
                      <a:rPr lang="en-GB" sz="2100" b="0" i="1" smtClean="0">
                        <a:latin typeface="Cambria Math" panose="02040503050406030204" pitchFamily="18" charset="0"/>
                        <a:ea typeface="Cambria Math" panose="02040503050406030204" pitchFamily="18" charset="0"/>
                      </a:rPr>
                      <m:t>=(</m:t>
                    </m:r>
                    <m:r>
                      <a:rPr lang="en-GB" sz="2100" b="0" i="1" smtClean="0">
                        <a:latin typeface="Cambria Math" panose="02040503050406030204" pitchFamily="18" charset="0"/>
                        <a:ea typeface="Cambria Math" panose="02040503050406030204" pitchFamily="18" charset="0"/>
                      </a:rPr>
                      <m:t>𝑈𝑃</m:t>
                    </m:r>
                    <m:r>
                      <a:rPr lang="en-GB" sz="2100" b="0" i="1" smtClean="0">
                        <a:latin typeface="Cambria Math" panose="02040503050406030204" pitchFamily="18" charset="0"/>
                        <a:ea typeface="Cambria Math" panose="02040503050406030204" pitchFamily="18" charset="0"/>
                      </a:rPr>
                      <m:t>, </m:t>
                    </m:r>
                    <m:r>
                      <a:rPr lang="en-GB" sz="2100" b="0" i="1" smtClean="0">
                        <a:latin typeface="Cambria Math" panose="02040503050406030204" pitchFamily="18" charset="0"/>
                        <a:ea typeface="Cambria Math" panose="02040503050406030204" pitchFamily="18" charset="0"/>
                      </a:rPr>
                      <m:t>𝐷𝑂𝑊𝑁</m:t>
                    </m:r>
                    <m:r>
                      <a:rPr lang="en-GB" sz="2100" b="0" i="1" smtClean="0">
                        <a:latin typeface="Cambria Math" panose="02040503050406030204" pitchFamily="18" charset="0"/>
                        <a:ea typeface="Cambria Math" panose="02040503050406030204" pitchFamily="18" charset="0"/>
                      </a:rPr>
                      <m:t>, </m:t>
                    </m:r>
                    <m:r>
                      <a:rPr lang="en-GB" sz="2100" b="0" i="1" smtClean="0">
                        <a:latin typeface="Cambria Math" panose="02040503050406030204" pitchFamily="18" charset="0"/>
                        <a:ea typeface="Cambria Math" panose="02040503050406030204" pitchFamily="18" charset="0"/>
                      </a:rPr>
                      <m:t>𝐿𝐸𝐹𝑇</m:t>
                    </m:r>
                    <m:r>
                      <a:rPr lang="en-GB" sz="2100" b="0" i="1" smtClean="0">
                        <a:latin typeface="Cambria Math" panose="02040503050406030204" pitchFamily="18" charset="0"/>
                        <a:ea typeface="Cambria Math" panose="02040503050406030204" pitchFamily="18" charset="0"/>
                      </a:rPr>
                      <m:t>, </m:t>
                    </m:r>
                    <m:r>
                      <a:rPr lang="en-GB" sz="2100" b="0" i="1" smtClean="0">
                        <a:latin typeface="Cambria Math" panose="02040503050406030204" pitchFamily="18" charset="0"/>
                        <a:ea typeface="Cambria Math" panose="02040503050406030204" pitchFamily="18" charset="0"/>
                      </a:rPr>
                      <m:t>𝑅𝐼𝐺𝐻𝑇</m:t>
                    </m:r>
                    <m:r>
                      <a:rPr lang="en-GB" sz="2100" b="0" i="1" smtClean="0">
                        <a:latin typeface="Cambria Math" panose="02040503050406030204" pitchFamily="18" charset="0"/>
                        <a:ea typeface="Cambria Math" panose="02040503050406030204" pitchFamily="18" charset="0"/>
                      </a:rPr>
                      <m:t>)</m:t>
                    </m:r>
                  </m:oMath>
                </a14:m>
                <a:r>
                  <a:rPr lang="en-GB" sz="2100" b="0" i="1" dirty="0">
                    <a:latin typeface="Cambria Math" panose="02040503050406030204" pitchFamily="18" charset="0"/>
                    <a:ea typeface="Cambria Math" panose="02040503050406030204" pitchFamily="18" charset="0"/>
                  </a:rPr>
                  <a:t>,</a:t>
                </a:r>
              </a:p>
              <a:p>
                <a:r>
                  <a:rPr lang="en-GB" sz="2100" dirty="0">
                    <a:ea typeface="Cambria Math" panose="02040503050406030204" pitchFamily="18" charset="0"/>
                  </a:rPr>
                  <a:t>Policy </a:t>
                </a:r>
                <a14:m>
                  <m:oMath xmlns:m="http://schemas.openxmlformats.org/officeDocument/2006/math">
                    <m:r>
                      <a:rPr lang="en-GB" sz="2100" i="1">
                        <a:latin typeface="Cambria Math" panose="02040503050406030204" pitchFamily="18" charset="0"/>
                        <a:ea typeface="Cambria Math" panose="02040503050406030204" pitchFamily="18" charset="0"/>
                      </a:rPr>
                      <m:t>𝒫</m:t>
                    </m:r>
                    <m:r>
                      <a:rPr lang="en-GB" sz="2100" b="0" i="1" smtClean="0">
                        <a:latin typeface="Cambria Math" panose="02040503050406030204" pitchFamily="18" charset="0"/>
                        <a:ea typeface="Cambria Math" panose="02040503050406030204" pitchFamily="18" charset="0"/>
                      </a:rPr>
                      <m:t>=</m:t>
                    </m:r>
                    <m:r>
                      <m:rPr>
                        <m:nor/>
                      </m:rPr>
                      <a:rPr lang="en-PH" sz="2100"/>
                      <m:t>From</m:t>
                    </m:r>
                    <m:r>
                      <m:rPr>
                        <m:nor/>
                      </m:rPr>
                      <a:rPr lang="en-PH" sz="2100"/>
                      <m:t> </m:t>
                    </m:r>
                    <m:r>
                      <m:rPr>
                        <m:nor/>
                      </m:rPr>
                      <a:rPr lang="en-PH" sz="2100"/>
                      <m:t>every</m:t>
                    </m:r>
                    <m:r>
                      <m:rPr>
                        <m:nor/>
                      </m:rPr>
                      <a:rPr lang="en-PH" sz="2100"/>
                      <m:t> </m:t>
                    </m:r>
                    <m:r>
                      <m:rPr>
                        <m:nor/>
                      </m:rPr>
                      <a:rPr lang="en-PH" sz="2100"/>
                      <m:t>state</m:t>
                    </m:r>
                    <m:r>
                      <m:rPr>
                        <m:nor/>
                      </m:rPr>
                      <a:rPr lang="en-PH" sz="2100"/>
                      <m:t>, </m:t>
                    </m:r>
                    <m:r>
                      <m:rPr>
                        <m:nor/>
                      </m:rPr>
                      <a:rPr lang="en-PH" sz="2100"/>
                      <m:t>choose</m:t>
                    </m:r>
                    <m:r>
                      <m:rPr>
                        <m:nor/>
                      </m:rPr>
                      <a:rPr lang="en-PH" sz="2100"/>
                      <m:t> </m:t>
                    </m:r>
                    <m:r>
                      <m:rPr>
                        <m:nor/>
                      </m:rPr>
                      <a:rPr lang="en-PH" sz="2100"/>
                      <m:t>each</m:t>
                    </m:r>
                    <m:r>
                      <m:rPr>
                        <m:nor/>
                      </m:rPr>
                      <a:rPr lang="en-PH" sz="2100"/>
                      <m:t> </m:t>
                    </m:r>
                    <m:r>
                      <m:rPr>
                        <m:nor/>
                      </m:rPr>
                      <a:rPr lang="en-PH" sz="2100"/>
                      <m:t>action</m:t>
                    </m:r>
                    <m:r>
                      <m:rPr>
                        <m:nor/>
                      </m:rPr>
                      <a:rPr lang="en-PH" sz="2100"/>
                      <m:t> </m:t>
                    </m:r>
                    <m:r>
                      <m:rPr>
                        <m:nor/>
                      </m:rPr>
                      <a:rPr lang="en-PH" sz="2100"/>
                      <m:t>with</m:t>
                    </m:r>
                    <m:r>
                      <m:rPr>
                        <m:nor/>
                      </m:rPr>
                      <a:rPr lang="en-PH" sz="2100"/>
                      <m:t> </m:t>
                    </m:r>
                    <m:r>
                      <m:rPr>
                        <m:nor/>
                      </m:rPr>
                      <a:rPr lang="en-PH" sz="2100"/>
                      <m:t>probability</m:t>
                    </m:r>
                    <m:r>
                      <m:rPr>
                        <m:nor/>
                      </m:rPr>
                      <a:rPr lang="en-PH" sz="2100"/>
                      <m:t> 0.25</m:t>
                    </m:r>
                  </m:oMath>
                </a14:m>
                <a:endParaRPr lang="en-GB" sz="2100" b="0" i="1" dirty="0">
                  <a:latin typeface="Cambria Math" panose="02040503050406030204" pitchFamily="18" charset="0"/>
                  <a:ea typeface="Cambria Math" panose="02040503050406030204" pitchFamily="18" charset="0"/>
                </a:endParaRPr>
              </a:p>
              <a:p>
                <a:r>
                  <a:rPr lang="en-GB" sz="2100" dirty="0">
                    <a:ea typeface="Cambria Math" panose="02040503050406030204" pitchFamily="18" charset="0"/>
                  </a:rPr>
                  <a:t>Reward </a:t>
                </a:r>
                <a14:m>
                  <m:oMath xmlns:m="http://schemas.openxmlformats.org/officeDocument/2006/math">
                    <m:r>
                      <a:rPr lang="en-GB" sz="2100" i="1">
                        <a:latin typeface="Cambria Math" panose="02040503050406030204" pitchFamily="18" charset="0"/>
                        <a:ea typeface="Cambria Math" panose="02040503050406030204" pitchFamily="18" charset="0"/>
                      </a:rPr>
                      <m:t>ℛ</m:t>
                    </m:r>
                    <m:r>
                      <a:rPr lang="en-GB" sz="2100" b="0" i="1" smtClean="0">
                        <a:latin typeface="Cambria Math" panose="02040503050406030204" pitchFamily="18" charset="0"/>
                        <a:ea typeface="Cambria Math" panose="02040503050406030204" pitchFamily="18" charset="0"/>
                      </a:rPr>
                      <m:t>=−1 </m:t>
                    </m:r>
                    <m:r>
                      <a:rPr lang="en-GB" sz="2100" b="0" i="1" smtClean="0">
                        <a:latin typeface="Cambria Math" panose="02040503050406030204" pitchFamily="18" charset="0"/>
                        <a:ea typeface="Cambria Math" panose="02040503050406030204" pitchFamily="18" charset="0"/>
                      </a:rPr>
                      <m:t>𝑝𝑒𝑟</m:t>
                    </m:r>
                    <m:r>
                      <a:rPr lang="en-GB" sz="2100" b="0" i="1" smtClean="0">
                        <a:latin typeface="Cambria Math" panose="02040503050406030204" pitchFamily="18" charset="0"/>
                        <a:ea typeface="Cambria Math" panose="02040503050406030204" pitchFamily="18" charset="0"/>
                      </a:rPr>
                      <m:t> </m:t>
                    </m:r>
                    <m:r>
                      <a:rPr lang="en-GB" sz="2100" b="0" i="1" smtClean="0">
                        <a:latin typeface="Cambria Math" panose="02040503050406030204" pitchFamily="18" charset="0"/>
                        <a:ea typeface="Cambria Math" panose="02040503050406030204" pitchFamily="18" charset="0"/>
                      </a:rPr>
                      <m:t>𝑠𝑡𝑒𝑝</m:t>
                    </m:r>
                  </m:oMath>
                </a14:m>
                <a:r>
                  <a:rPr lang="en-GB" sz="2100" b="0" i="1" dirty="0">
                    <a:latin typeface="Cambria Math" panose="02040503050406030204" pitchFamily="18" charset="0"/>
                    <a:ea typeface="Cambria Math" panose="02040503050406030204" pitchFamily="18" charset="0"/>
                  </a:rPr>
                  <a:t>,</a:t>
                </a:r>
              </a:p>
              <a:p>
                <a:r>
                  <a:rPr lang="en-GB" sz="2100" dirty="0">
                    <a:ea typeface="Cambria Math" panose="02040503050406030204" pitchFamily="18" charset="0"/>
                  </a:rPr>
                  <a:t>Discount Factor </a:t>
                </a:r>
                <a14:m>
                  <m:oMath xmlns:m="http://schemas.openxmlformats.org/officeDocument/2006/math">
                    <m:r>
                      <a:rPr lang="en-GB" sz="2100" i="1" smtClean="0">
                        <a:latin typeface="Cambria Math" panose="02040503050406030204" pitchFamily="18" charset="0"/>
                        <a:ea typeface="Cambria Math" panose="02040503050406030204" pitchFamily="18" charset="0"/>
                      </a:rPr>
                      <m:t>𝛾</m:t>
                    </m:r>
                    <m:r>
                      <a:rPr lang="en-GB" sz="2100" b="0" i="1" smtClean="0">
                        <a:latin typeface="Cambria Math" panose="02040503050406030204" pitchFamily="18" charset="0"/>
                        <a:ea typeface="Cambria Math" panose="02040503050406030204" pitchFamily="18" charset="0"/>
                      </a:rPr>
                      <m:t>=1</m:t>
                    </m:r>
                  </m:oMath>
                </a14:m>
                <a:endParaRPr lang="en-US" sz="2100" dirty="0"/>
              </a:p>
            </p:txBody>
          </p:sp>
        </mc:Choice>
        <mc:Fallback xmlns="">
          <p:sp>
            <p:nvSpPr>
              <p:cNvPr id="11" name="TextBox 10">
                <a:extLst>
                  <a:ext uri="{FF2B5EF4-FFF2-40B4-BE49-F238E27FC236}">
                    <a16:creationId xmlns:a16="http://schemas.microsoft.com/office/drawing/2014/main" id="{42340E0E-33F9-B30C-0A1A-CA27C0D2C168}"/>
                  </a:ext>
                </a:extLst>
              </p:cNvPr>
              <p:cNvSpPr txBox="1">
                <a:spLocks noRot="1" noChangeAspect="1" noMove="1" noResize="1" noEditPoints="1" noAdjustHandles="1" noChangeArrowheads="1" noChangeShapeType="1" noTextEdit="1"/>
              </p:cNvSpPr>
              <p:nvPr/>
            </p:nvSpPr>
            <p:spPr>
              <a:xfrm>
                <a:off x="838200" y="5113599"/>
                <a:ext cx="9972040" cy="1708160"/>
              </a:xfrm>
              <a:prstGeom prst="rect">
                <a:avLst/>
              </a:prstGeom>
              <a:blipFill>
                <a:blip r:embed="rId3"/>
                <a:stretch>
                  <a:fillRect l="-763" t="-1471" b="-5147"/>
                </a:stretch>
              </a:blipFill>
            </p:spPr>
            <p:txBody>
              <a:bodyPr/>
              <a:lstStyle/>
              <a:p>
                <a:r>
                  <a:rPr lang="en-US">
                    <a:noFill/>
                  </a:rPr>
                  <a:t> </a:t>
                </a:r>
              </a:p>
            </p:txBody>
          </p:sp>
        </mc:Fallback>
      </mc:AlternateContent>
      <p:graphicFrame>
        <p:nvGraphicFramePr>
          <p:cNvPr id="16" name="Table 15">
            <a:extLst>
              <a:ext uri="{FF2B5EF4-FFF2-40B4-BE49-F238E27FC236}">
                <a16:creationId xmlns:a16="http://schemas.microsoft.com/office/drawing/2014/main" id="{807DE0B6-E1A2-FBB9-7D84-5DFF708979E0}"/>
              </a:ext>
            </a:extLst>
          </p:cNvPr>
          <p:cNvGraphicFramePr>
            <a:graphicFrameLocks noGrp="1"/>
          </p:cNvGraphicFramePr>
          <p:nvPr>
            <p:extLst>
              <p:ext uri="{D42A27DB-BD31-4B8C-83A1-F6EECF244321}">
                <p14:modId xmlns:p14="http://schemas.microsoft.com/office/powerpoint/2010/main" val="3068548296"/>
              </p:ext>
            </p:extLst>
          </p:nvPr>
        </p:nvGraphicFramePr>
        <p:xfrm>
          <a:off x="2816762" y="2865729"/>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A</a:t>
                      </a:r>
                    </a:p>
                  </a:txBody>
                  <a:tcPr anchor="ctr"/>
                </a:tc>
                <a:tc>
                  <a:txBody>
                    <a:bodyPr/>
                    <a:lstStyle/>
                    <a:p>
                      <a:pPr algn="ctr"/>
                      <a:r>
                        <a:rPr lang="en-US" b="1" dirty="0"/>
                        <a:t>B</a:t>
                      </a:r>
                    </a:p>
                  </a:txBody>
                  <a:tcPr anchor="ctr"/>
                </a:tc>
                <a:extLst>
                  <a:ext uri="{0D108BD9-81ED-4DB2-BD59-A6C34878D82A}">
                    <a16:rowId xmlns:a16="http://schemas.microsoft.com/office/drawing/2014/main" val="3795677844"/>
                  </a:ext>
                </a:extLst>
              </a:tr>
              <a:tr h="1080000">
                <a:tc>
                  <a:txBody>
                    <a:bodyPr/>
                    <a:lstStyle/>
                    <a:p>
                      <a:pPr algn="ctr"/>
                      <a:r>
                        <a:rPr lang="en-US" b="1" dirty="0"/>
                        <a:t>C</a:t>
                      </a:r>
                    </a:p>
                  </a:txBody>
                  <a:tcPr anchor="ctr"/>
                </a:tc>
                <a:tc>
                  <a:txBody>
                    <a:bodyPr/>
                    <a:lstStyle/>
                    <a:p>
                      <a:pPr algn="ctr"/>
                      <a:r>
                        <a:rPr lang="en-US" b="1" dirty="0"/>
                        <a:t>D</a:t>
                      </a:r>
                    </a:p>
                  </a:txBody>
                  <a:tcPr anchor="ctr">
                    <a:solidFill>
                      <a:srgbClr val="92D050"/>
                    </a:solidFill>
                  </a:tcPr>
                </a:tc>
                <a:extLst>
                  <a:ext uri="{0D108BD9-81ED-4DB2-BD59-A6C34878D82A}">
                    <a16:rowId xmlns:a16="http://schemas.microsoft.com/office/drawing/2014/main" val="2896053955"/>
                  </a:ext>
                </a:extLst>
              </a:tr>
            </a:tbl>
          </a:graphicData>
        </a:graphic>
      </p:graphicFrame>
      <p:sp>
        <p:nvSpPr>
          <p:cNvPr id="5" name="TextBox 4">
            <a:extLst>
              <a:ext uri="{FF2B5EF4-FFF2-40B4-BE49-F238E27FC236}">
                <a16:creationId xmlns:a16="http://schemas.microsoft.com/office/drawing/2014/main" id="{66B0F48B-650E-9203-0873-7E80AB524CE6}"/>
              </a:ext>
            </a:extLst>
          </p:cNvPr>
          <p:cNvSpPr txBox="1"/>
          <p:nvPr/>
        </p:nvSpPr>
        <p:spPr>
          <a:xfrm>
            <a:off x="8297754" y="4691007"/>
            <a:ext cx="854570"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DOWN</a:t>
            </a:r>
          </a:p>
        </p:txBody>
      </p:sp>
      <p:sp>
        <p:nvSpPr>
          <p:cNvPr id="6" name="TextBox 5">
            <a:extLst>
              <a:ext uri="{FF2B5EF4-FFF2-40B4-BE49-F238E27FC236}">
                <a16:creationId xmlns:a16="http://schemas.microsoft.com/office/drawing/2014/main" id="{27F88DDA-0DDD-303D-C0DC-80190EE3E265}"/>
              </a:ext>
            </a:extLst>
          </p:cNvPr>
          <p:cNvSpPr txBox="1"/>
          <p:nvPr/>
        </p:nvSpPr>
        <p:spPr>
          <a:xfrm>
            <a:off x="8454317" y="2865729"/>
            <a:ext cx="541445"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UP</a:t>
            </a:r>
          </a:p>
        </p:txBody>
      </p:sp>
      <p:sp>
        <p:nvSpPr>
          <p:cNvPr id="7" name="TextBox 6">
            <a:extLst>
              <a:ext uri="{FF2B5EF4-FFF2-40B4-BE49-F238E27FC236}">
                <a16:creationId xmlns:a16="http://schemas.microsoft.com/office/drawing/2014/main" id="{B83D3942-27B3-CAD6-B87D-8E1FE340E2D3}"/>
              </a:ext>
            </a:extLst>
          </p:cNvPr>
          <p:cNvSpPr txBox="1"/>
          <p:nvPr/>
        </p:nvSpPr>
        <p:spPr>
          <a:xfrm>
            <a:off x="7183121" y="3764889"/>
            <a:ext cx="735682"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LEFT</a:t>
            </a:r>
          </a:p>
        </p:txBody>
      </p:sp>
      <p:sp>
        <p:nvSpPr>
          <p:cNvPr id="10" name="TextBox 9">
            <a:extLst>
              <a:ext uri="{FF2B5EF4-FFF2-40B4-BE49-F238E27FC236}">
                <a16:creationId xmlns:a16="http://schemas.microsoft.com/office/drawing/2014/main" id="{5C1552E1-7A72-E76D-3519-982813E994A7}"/>
              </a:ext>
            </a:extLst>
          </p:cNvPr>
          <p:cNvSpPr txBox="1"/>
          <p:nvPr/>
        </p:nvSpPr>
        <p:spPr>
          <a:xfrm>
            <a:off x="9434757" y="3764889"/>
            <a:ext cx="832201"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RIGHT</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941C7C4-3918-B1F1-3F7D-372513FE14E9}"/>
                  </a:ext>
                </a:extLst>
              </p:cNvPr>
              <p:cNvSpPr txBox="1"/>
              <p:nvPr/>
            </p:nvSpPr>
            <p:spPr>
              <a:xfrm>
                <a:off x="2570266" y="2151932"/>
                <a:ext cx="7051467" cy="553998"/>
              </a:xfrm>
              <a:prstGeom prst="rect">
                <a:avLst/>
              </a:prstGeom>
              <a:noFill/>
              <a:ln w="38100">
                <a:solidFill>
                  <a:schemeClr val="tx1"/>
                </a:solidFill>
              </a:ln>
            </p:spPr>
            <p:txBody>
              <a:bodyPr wrap="square">
                <a:spAutoFit/>
              </a:bodyPr>
              <a:lstStyle/>
              <a:p>
                <a:pPr>
                  <a:buClr>
                    <a:srgbClr val="0070C0"/>
                  </a:buClr>
                </a:pPr>
                <a:r>
                  <a:rPr lang="en-US" sz="3000" dirty="0"/>
                  <a:t>Input: MDP </a:t>
                </a:r>
                <a14:m>
                  <m:oMath xmlns:m="http://schemas.openxmlformats.org/officeDocument/2006/math">
                    <m:r>
                      <a:rPr lang="en-GB" sz="3000">
                        <a:latin typeface="Cambria Math" panose="02040503050406030204" pitchFamily="18" charset="0"/>
                        <a:ea typeface="Cambria Math" panose="02040503050406030204" pitchFamily="18" charset="0"/>
                      </a:rPr>
                      <m:t>&lt;</m:t>
                    </m:r>
                    <m:r>
                      <a:rPr lang="en-GB" sz="3000" i="1">
                        <a:latin typeface="Cambria Math" panose="02040503050406030204" pitchFamily="18" charset="0"/>
                        <a:ea typeface="Cambria Math" panose="02040503050406030204" pitchFamily="18" charset="0"/>
                      </a:rPr>
                      <m:t>𝒮</m:t>
                    </m:r>
                    <m:r>
                      <a:rPr lang="en-GB" sz="3000" i="1">
                        <a:latin typeface="Cambria Math" panose="02040503050406030204" pitchFamily="18" charset="0"/>
                        <a:ea typeface="Cambria Math" panose="02040503050406030204" pitchFamily="18" charset="0"/>
                      </a:rPr>
                      <m:t>, </m:t>
                    </m:r>
                    <m:r>
                      <a:rPr lang="en-GB" sz="3000" i="1">
                        <a:latin typeface="Cambria Math" panose="02040503050406030204" pitchFamily="18" charset="0"/>
                        <a:ea typeface="Cambria Math" panose="02040503050406030204" pitchFamily="18" charset="0"/>
                      </a:rPr>
                      <m:t>𝒜</m:t>
                    </m:r>
                    <m:r>
                      <a:rPr lang="en-GB" sz="3000" i="1">
                        <a:latin typeface="Cambria Math" panose="02040503050406030204" pitchFamily="18" charset="0"/>
                        <a:ea typeface="Cambria Math" panose="02040503050406030204" pitchFamily="18" charset="0"/>
                      </a:rPr>
                      <m:t>,</m:t>
                    </m:r>
                    <m:r>
                      <a:rPr lang="en-GB" sz="3000" i="1">
                        <a:latin typeface="Cambria Math" panose="02040503050406030204" pitchFamily="18" charset="0"/>
                        <a:ea typeface="Cambria Math" panose="02040503050406030204" pitchFamily="18" charset="0"/>
                      </a:rPr>
                      <m:t>𝒫</m:t>
                    </m:r>
                    <m:r>
                      <a:rPr lang="en-GB" sz="3000" i="1">
                        <a:latin typeface="Cambria Math" panose="02040503050406030204" pitchFamily="18" charset="0"/>
                        <a:ea typeface="Cambria Math" panose="02040503050406030204" pitchFamily="18" charset="0"/>
                      </a:rPr>
                      <m:t>,</m:t>
                    </m:r>
                    <m:r>
                      <a:rPr lang="en-GB" sz="3000" i="1">
                        <a:latin typeface="Cambria Math" panose="02040503050406030204" pitchFamily="18" charset="0"/>
                        <a:ea typeface="Cambria Math" panose="02040503050406030204" pitchFamily="18" charset="0"/>
                      </a:rPr>
                      <m:t>ℛ</m:t>
                    </m:r>
                    <m:r>
                      <a:rPr lang="en-GB" sz="3000" i="1">
                        <a:latin typeface="Cambria Math" panose="02040503050406030204" pitchFamily="18" charset="0"/>
                        <a:ea typeface="Cambria Math" panose="02040503050406030204" pitchFamily="18" charset="0"/>
                      </a:rPr>
                      <m:t>,</m:t>
                    </m:r>
                    <m:r>
                      <a:rPr lang="en-GB" sz="3000" i="1">
                        <a:latin typeface="Cambria Math" panose="02040503050406030204" pitchFamily="18" charset="0"/>
                        <a:ea typeface="Cambria Math" panose="02040503050406030204" pitchFamily="18" charset="0"/>
                      </a:rPr>
                      <m:t>𝛾</m:t>
                    </m:r>
                    <m:r>
                      <a:rPr lang="en-GB" sz="3000" i="1">
                        <a:latin typeface="Cambria Math" panose="02040503050406030204" pitchFamily="18" charset="0"/>
                        <a:ea typeface="Cambria Math" panose="02040503050406030204" pitchFamily="18" charset="0"/>
                      </a:rPr>
                      <m:t>&gt; </m:t>
                    </m:r>
                  </m:oMath>
                </a14:m>
                <a:r>
                  <a:rPr lang="en-US" sz="3000" dirty="0"/>
                  <a:t>and policy </a:t>
                </a:r>
                <a14:m>
                  <m:oMath xmlns:m="http://schemas.openxmlformats.org/officeDocument/2006/math">
                    <m:r>
                      <a:rPr lang="en-US" sz="3000" i="1">
                        <a:latin typeface="Cambria Math" panose="02040503050406030204" pitchFamily="18" charset="0"/>
                        <a:ea typeface="Cambria Math" panose="02040503050406030204" pitchFamily="18" charset="0"/>
                      </a:rPr>
                      <m:t>𝜋</m:t>
                    </m:r>
                  </m:oMath>
                </a14:m>
                <a:endParaRPr lang="en-US" sz="3000" dirty="0"/>
              </a:p>
            </p:txBody>
          </p:sp>
        </mc:Choice>
        <mc:Fallback xmlns="">
          <p:sp>
            <p:nvSpPr>
              <p:cNvPr id="13" name="TextBox 12">
                <a:extLst>
                  <a:ext uri="{FF2B5EF4-FFF2-40B4-BE49-F238E27FC236}">
                    <a16:creationId xmlns:a16="http://schemas.microsoft.com/office/drawing/2014/main" id="{6941C7C4-3918-B1F1-3F7D-372513FE14E9}"/>
                  </a:ext>
                </a:extLst>
              </p:cNvPr>
              <p:cNvSpPr txBox="1">
                <a:spLocks noRot="1" noChangeAspect="1" noMove="1" noResize="1" noEditPoints="1" noAdjustHandles="1" noChangeArrowheads="1" noChangeShapeType="1" noTextEdit="1"/>
              </p:cNvSpPr>
              <p:nvPr/>
            </p:nvSpPr>
            <p:spPr>
              <a:xfrm>
                <a:off x="2570266" y="2151932"/>
                <a:ext cx="7051467" cy="553998"/>
              </a:xfrm>
              <a:prstGeom prst="rect">
                <a:avLst/>
              </a:prstGeom>
              <a:blipFill>
                <a:blip r:embed="rId4"/>
                <a:stretch>
                  <a:fillRect l="-1792" t="-10638" b="-27660"/>
                </a:stretch>
              </a:blipFill>
              <a:ln w="38100">
                <a:solidFill>
                  <a:schemeClr val="tx1"/>
                </a:solidFill>
              </a:ln>
            </p:spPr>
            <p:txBody>
              <a:bodyPr/>
              <a:lstStyle/>
              <a:p>
                <a:r>
                  <a:rPr lang="en-US">
                    <a:noFill/>
                  </a:rPr>
                  <a:t> </a:t>
                </a:r>
              </a:p>
            </p:txBody>
          </p:sp>
        </mc:Fallback>
      </mc:AlternateContent>
    </p:spTree>
    <p:extLst>
      <p:ext uri="{BB962C8B-B14F-4D97-AF65-F5344CB8AC3E}">
        <p14:creationId xmlns:p14="http://schemas.microsoft.com/office/powerpoint/2010/main" val="14596912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500"/>
                                        <p:tgtEl>
                                          <p:spTgt spid="16"/>
                                        </p:tgtEl>
                                      </p:cBhvr>
                                    </p:animEffect>
                                  </p:childTnLst>
                                </p:cTn>
                              </p:par>
                              <p:par>
                                <p:cTn id="13" presetID="10"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500"/>
                                        <p:tgtEl>
                                          <p:spTgt spid="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5" grpId="0"/>
      <p:bldP spid="6" grpId="0"/>
      <p:bldP spid="7" grpId="0"/>
      <p:bldP spid="10" grpId="0"/>
      <p:bldP spid="13"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E63378-5DA4-F66D-A19A-15F8D4B9A6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CD32EE-97B5-7C68-4172-114C653D22BB}"/>
              </a:ext>
            </a:extLst>
          </p:cNvPr>
          <p:cNvSpPr>
            <a:spLocks noGrp="1"/>
          </p:cNvSpPr>
          <p:nvPr>
            <p:ph type="title"/>
          </p:nvPr>
        </p:nvSpPr>
        <p:spPr/>
        <p:txBody>
          <a:bodyPr>
            <a:normAutofit/>
          </a:bodyPr>
          <a:lstStyle/>
          <a:p>
            <a:r>
              <a:rPr lang="en-US" sz="3900" dirty="0"/>
              <a:t>For Prediction: </a:t>
            </a:r>
            <a:r>
              <a:rPr lang="en-US" sz="3900" dirty="0" err="1"/>
              <a:t>Gridworld</a:t>
            </a:r>
            <a:r>
              <a:rPr lang="en-US" sz="3900" dirty="0"/>
              <a:t> Example</a:t>
            </a:r>
          </a:p>
        </p:txBody>
      </p:sp>
      <p:graphicFrame>
        <p:nvGraphicFramePr>
          <p:cNvPr id="16" name="Table 15">
            <a:extLst>
              <a:ext uri="{FF2B5EF4-FFF2-40B4-BE49-F238E27FC236}">
                <a16:creationId xmlns:a16="http://schemas.microsoft.com/office/drawing/2014/main" id="{A9E9724C-AA4A-00DD-DC20-83CE311F0563}"/>
              </a:ext>
            </a:extLst>
          </p:cNvPr>
          <p:cNvGraphicFramePr>
            <a:graphicFrameLocks noGrp="1"/>
          </p:cNvGraphicFramePr>
          <p:nvPr>
            <p:extLst>
              <p:ext uri="{D42A27DB-BD31-4B8C-83A1-F6EECF244321}">
                <p14:modId xmlns:p14="http://schemas.microsoft.com/office/powerpoint/2010/main" val="1682475017"/>
              </p:ext>
            </p:extLst>
          </p:nvPr>
        </p:nvGraphicFramePr>
        <p:xfrm>
          <a:off x="4650703" y="3120566"/>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-2</a:t>
                      </a:r>
                    </a:p>
                  </a:txBody>
                  <a:tcPr anchor="ctr"/>
                </a:tc>
                <a:tc>
                  <a:txBody>
                    <a:bodyPr/>
                    <a:lstStyle/>
                    <a:p>
                      <a:pPr algn="ctr"/>
                      <a:r>
                        <a:rPr lang="en-US" b="1" dirty="0"/>
                        <a:t>-1</a:t>
                      </a:r>
                    </a:p>
                  </a:txBody>
                  <a:tcPr anchor="ctr"/>
                </a:tc>
                <a:extLst>
                  <a:ext uri="{0D108BD9-81ED-4DB2-BD59-A6C34878D82A}">
                    <a16:rowId xmlns:a16="http://schemas.microsoft.com/office/drawing/2014/main" val="3795677844"/>
                  </a:ext>
                </a:extLst>
              </a:tr>
              <a:tr h="1080000">
                <a:tc>
                  <a:txBody>
                    <a:bodyPr/>
                    <a:lstStyle/>
                    <a:p>
                      <a:pPr algn="ctr"/>
                      <a:r>
                        <a:rPr lang="en-US" b="1" dirty="0"/>
                        <a:t>-1</a:t>
                      </a:r>
                    </a:p>
                  </a:txBody>
                  <a:tcPr anchor="ctr"/>
                </a:tc>
                <a:tc>
                  <a:txBody>
                    <a:bodyPr/>
                    <a:lstStyle/>
                    <a:p>
                      <a:pPr algn="ctr"/>
                      <a:r>
                        <a:rPr lang="en-US"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1CD4E10-073D-9A28-CFA1-6BDA96C67CFC}"/>
                  </a:ext>
                </a:extLst>
              </p:cNvPr>
              <p:cNvSpPr txBox="1"/>
              <p:nvPr/>
            </p:nvSpPr>
            <p:spPr>
              <a:xfrm>
                <a:off x="3890853" y="2151932"/>
                <a:ext cx="4406901" cy="553998"/>
              </a:xfrm>
              <a:prstGeom prst="rect">
                <a:avLst/>
              </a:prstGeom>
              <a:noFill/>
              <a:ln w="38100">
                <a:solidFill>
                  <a:schemeClr val="tx1"/>
                </a:solidFill>
              </a:ln>
            </p:spPr>
            <p:txBody>
              <a:bodyPr wrap="square">
                <a:spAutoFit/>
              </a:bodyPr>
              <a:lstStyle/>
              <a:p>
                <a:pPr>
                  <a:buClr>
                    <a:srgbClr val="0070C0"/>
                  </a:buClr>
                </a:pPr>
                <a:r>
                  <a:rPr lang="en-US" sz="3000" dirty="0"/>
                  <a:t>Output: </a:t>
                </a:r>
                <a:r>
                  <a:rPr lang="en-GB" sz="3000" dirty="0"/>
                  <a:t>value function </a:t>
                </a:r>
                <a14:m>
                  <m:oMath xmlns:m="http://schemas.openxmlformats.org/officeDocument/2006/math">
                    <m:sSub>
                      <m:sSubPr>
                        <m:ctrlPr>
                          <a:rPr lang="en-GB" sz="3000" i="1" smtClean="0">
                            <a:latin typeface="Cambria Math" panose="02040503050406030204" pitchFamily="18" charset="0"/>
                          </a:rPr>
                        </m:ctrlPr>
                      </m:sSubPr>
                      <m:e>
                        <m:r>
                          <a:rPr lang="en-GB" sz="3000" b="0" i="1" smtClean="0">
                            <a:latin typeface="Cambria Math" panose="02040503050406030204" pitchFamily="18" charset="0"/>
                          </a:rPr>
                          <m:t>𝑣</m:t>
                        </m:r>
                      </m:e>
                      <m:sub>
                        <m:r>
                          <a:rPr lang="en-GB" sz="3000" i="1" smtClean="0">
                            <a:latin typeface="Cambria Math" panose="02040503050406030204" pitchFamily="18" charset="0"/>
                            <a:ea typeface="Cambria Math" panose="02040503050406030204" pitchFamily="18" charset="0"/>
                          </a:rPr>
                          <m:t>𝜋</m:t>
                        </m:r>
                      </m:sub>
                    </m:sSub>
                  </m:oMath>
                </a14:m>
                <a:endParaRPr lang="en-US" sz="3000" dirty="0"/>
              </a:p>
            </p:txBody>
          </p:sp>
        </mc:Choice>
        <mc:Fallback xmlns="">
          <p:sp>
            <p:nvSpPr>
              <p:cNvPr id="12" name="TextBox 11">
                <a:extLst>
                  <a:ext uri="{FF2B5EF4-FFF2-40B4-BE49-F238E27FC236}">
                    <a16:creationId xmlns:a16="http://schemas.microsoft.com/office/drawing/2014/main" id="{71CD4E10-073D-9A28-CFA1-6BDA96C67CFC}"/>
                  </a:ext>
                </a:extLst>
              </p:cNvPr>
              <p:cNvSpPr txBox="1">
                <a:spLocks noRot="1" noChangeAspect="1" noMove="1" noResize="1" noEditPoints="1" noAdjustHandles="1" noChangeArrowheads="1" noChangeShapeType="1" noTextEdit="1"/>
              </p:cNvSpPr>
              <p:nvPr/>
            </p:nvSpPr>
            <p:spPr>
              <a:xfrm>
                <a:off x="3890853" y="2151932"/>
                <a:ext cx="4406901" cy="553998"/>
              </a:xfrm>
              <a:prstGeom prst="rect">
                <a:avLst/>
              </a:prstGeom>
              <a:blipFill>
                <a:blip r:embed="rId3"/>
                <a:stretch>
                  <a:fillRect l="-2564" t="-10638" b="-27660"/>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1C49961-02F4-D38E-527A-143D7BD52730}"/>
                  </a:ext>
                </a:extLst>
              </p:cNvPr>
              <p:cNvSpPr>
                <a:spLocks noGrp="1"/>
              </p:cNvSpPr>
              <p:nvPr>
                <p:ph idx="1"/>
              </p:nvPr>
            </p:nvSpPr>
            <p:spPr>
              <a:xfrm>
                <a:off x="836503" y="5695202"/>
                <a:ext cx="10515600" cy="761131"/>
              </a:xfrm>
            </p:spPr>
            <p:txBody>
              <a:bodyPr>
                <a:normAutofit fontScale="92500" lnSpcReduction="20000"/>
              </a:bodyPr>
              <a:lstStyle/>
              <a:p>
                <a:pPr marL="0" indent="0">
                  <a:buNone/>
                </a:pPr>
                <a:r>
                  <a:rPr lang="en-US" sz="3000" dirty="0"/>
                  <a:t>For Prediction, we are finding the value function following a random policy </a:t>
                </a:r>
                <a14:m>
                  <m:oMath xmlns:m="http://schemas.openxmlformats.org/officeDocument/2006/math">
                    <m:r>
                      <a:rPr lang="en-GB" sz="3000" b="0" i="1" smtClean="0">
                        <a:latin typeface="Cambria Math" panose="02040503050406030204" pitchFamily="18" charset="0"/>
                        <a:ea typeface="Cambria Math" panose="02040503050406030204" pitchFamily="18" charset="0"/>
                      </a:rPr>
                      <m:t>𝜋</m:t>
                    </m:r>
                  </m:oMath>
                </a14:m>
                <a:r>
                  <a:rPr lang="en-US" sz="3000" dirty="0"/>
                  <a:t> </a:t>
                </a:r>
              </a:p>
            </p:txBody>
          </p:sp>
        </mc:Choice>
        <mc:Fallback xmlns="">
          <p:sp>
            <p:nvSpPr>
              <p:cNvPr id="3" name="Content Placeholder 2">
                <a:extLst>
                  <a:ext uri="{FF2B5EF4-FFF2-40B4-BE49-F238E27FC236}">
                    <a16:creationId xmlns:a16="http://schemas.microsoft.com/office/drawing/2014/main" id="{41C49961-02F4-D38E-527A-143D7BD52730}"/>
                  </a:ext>
                </a:extLst>
              </p:cNvPr>
              <p:cNvSpPr>
                <a:spLocks noGrp="1" noRot="1" noChangeAspect="1" noMove="1" noResize="1" noEditPoints="1" noAdjustHandles="1" noChangeArrowheads="1" noChangeShapeType="1" noTextEdit="1"/>
              </p:cNvSpPr>
              <p:nvPr>
                <p:ph idx="1"/>
              </p:nvPr>
            </p:nvSpPr>
            <p:spPr>
              <a:xfrm>
                <a:off x="836503" y="5695202"/>
                <a:ext cx="10515600" cy="761131"/>
              </a:xfrm>
              <a:blipFill>
                <a:blip r:embed="rId4"/>
                <a:stretch>
                  <a:fillRect l="-1206" t="-21311" r="-965" b="-16393"/>
                </a:stretch>
              </a:blipFill>
            </p:spPr>
            <p:txBody>
              <a:bodyPr/>
              <a:lstStyle/>
              <a:p>
                <a:r>
                  <a:rPr lang="en-US">
                    <a:noFill/>
                  </a:rPr>
                  <a:t> </a:t>
                </a:r>
              </a:p>
            </p:txBody>
          </p:sp>
        </mc:Fallback>
      </mc:AlternateContent>
    </p:spTree>
    <p:extLst>
      <p:ext uri="{BB962C8B-B14F-4D97-AF65-F5344CB8AC3E}">
        <p14:creationId xmlns:p14="http://schemas.microsoft.com/office/powerpoint/2010/main" val="2952649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animEffect transition="in" filter="fade">
                                      <p:cBhvr>
                                        <p:cTn id="17" dur="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3" grpId="0"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69062-C9BE-23D3-E884-CCD8FDBA9F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B6B222-7671-D203-83FE-09B3BE3919A3}"/>
              </a:ext>
            </a:extLst>
          </p:cNvPr>
          <p:cNvSpPr>
            <a:spLocks noGrp="1"/>
          </p:cNvSpPr>
          <p:nvPr>
            <p:ph type="title"/>
          </p:nvPr>
        </p:nvSpPr>
        <p:spPr/>
        <p:txBody>
          <a:bodyPr>
            <a:normAutofit/>
          </a:bodyPr>
          <a:lstStyle/>
          <a:p>
            <a:r>
              <a:rPr lang="en-US" sz="3900" dirty="0"/>
              <a:t>For Control: </a:t>
            </a:r>
            <a:r>
              <a:rPr lang="en-US" sz="3900" dirty="0" err="1"/>
              <a:t>Gridworld</a:t>
            </a:r>
            <a:r>
              <a:rPr lang="en-US" sz="3900" dirty="0"/>
              <a:t> Example</a:t>
            </a:r>
          </a:p>
        </p:txBody>
      </p:sp>
      <p:pic>
        <p:nvPicPr>
          <p:cNvPr id="8" name="Picture 7" descr="A screenshot of a computer&#10;&#10;AI-generated content may be incorrect.">
            <a:extLst>
              <a:ext uri="{FF2B5EF4-FFF2-40B4-BE49-F238E27FC236}">
                <a16:creationId xmlns:a16="http://schemas.microsoft.com/office/drawing/2014/main" id="{240DEF4A-9D3B-5428-2EC7-B102880B47B3}"/>
              </a:ext>
            </a:extLst>
          </p:cNvPr>
          <p:cNvPicPr>
            <a:picLocks noChangeAspect="1"/>
          </p:cNvPicPr>
          <p:nvPr/>
        </p:nvPicPr>
        <p:blipFill>
          <a:blip r:embed="rId3"/>
          <a:srcRect l="42368" t="53425" r="35802" b="25544"/>
          <a:stretch/>
        </p:blipFill>
        <p:spPr>
          <a:xfrm>
            <a:off x="7279640" y="2929587"/>
            <a:ext cx="2890800" cy="1800258"/>
          </a:xfrm>
          <a:prstGeom prst="rect">
            <a:avLst/>
          </a:prstGeom>
        </p:spPr>
      </p:pic>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CB526863-EFF4-F8F2-2404-5776B7EF0961}"/>
                  </a:ext>
                </a:extLst>
              </p:cNvPr>
              <p:cNvSpPr txBox="1"/>
              <p:nvPr/>
            </p:nvSpPr>
            <p:spPr>
              <a:xfrm>
                <a:off x="838200" y="5113599"/>
                <a:ext cx="9972040" cy="1384995"/>
              </a:xfrm>
              <a:prstGeom prst="rect">
                <a:avLst/>
              </a:prstGeom>
              <a:noFill/>
            </p:spPr>
            <p:txBody>
              <a:bodyPr wrap="square">
                <a:spAutoFit/>
              </a:bodyPr>
              <a:lstStyle/>
              <a:p>
                <a:pPr marL="342900" indent="-342900">
                  <a:buClr>
                    <a:srgbClr val="0070C0"/>
                  </a:buClr>
                  <a:buFont typeface="Wingdings" pitchFamily="2" charset="2"/>
                  <a:buChar char="§"/>
                </a:pPr>
                <a:r>
                  <a:rPr lang="en-GB" sz="2100" dirty="0">
                    <a:ea typeface="Cambria Math" panose="02040503050406030204" pitchFamily="18" charset="0"/>
                  </a:rPr>
                  <a:t>States </a:t>
                </a:r>
                <a14:m>
                  <m:oMath xmlns:m="http://schemas.openxmlformats.org/officeDocument/2006/math">
                    <m:r>
                      <a:rPr lang="en-GB" sz="2100" i="1" smtClean="0">
                        <a:latin typeface="Cambria Math" panose="02040503050406030204" pitchFamily="18" charset="0"/>
                        <a:ea typeface="Cambria Math" panose="02040503050406030204" pitchFamily="18" charset="0"/>
                      </a:rPr>
                      <m:t>𝒮</m:t>
                    </m:r>
                    <m:r>
                      <a:rPr lang="en-GB" sz="2100" b="0" i="1" smtClean="0">
                        <a:latin typeface="Cambria Math" panose="02040503050406030204" pitchFamily="18" charset="0"/>
                        <a:ea typeface="Cambria Math" panose="02040503050406030204" pitchFamily="18" charset="0"/>
                      </a:rPr>
                      <m:t>=</m:t>
                    </m:r>
                    <m:d>
                      <m:dPr>
                        <m:ctrlPr>
                          <a:rPr lang="en-GB" sz="2100" b="0" i="1" smtClean="0">
                            <a:latin typeface="Cambria Math" panose="02040503050406030204" pitchFamily="18" charset="0"/>
                            <a:ea typeface="Cambria Math" panose="02040503050406030204" pitchFamily="18" charset="0"/>
                          </a:rPr>
                        </m:ctrlPr>
                      </m:dPr>
                      <m:e>
                        <m:r>
                          <a:rPr lang="en-GB" sz="2100" b="0" i="1" smtClean="0">
                            <a:latin typeface="Cambria Math" panose="02040503050406030204" pitchFamily="18" charset="0"/>
                            <a:ea typeface="Cambria Math" panose="02040503050406030204" pitchFamily="18" charset="0"/>
                          </a:rPr>
                          <m:t>𝐴</m:t>
                        </m:r>
                        <m:r>
                          <a:rPr lang="en-GB" sz="2100" b="0" i="1" smtClean="0">
                            <a:latin typeface="Cambria Math" panose="02040503050406030204" pitchFamily="18" charset="0"/>
                            <a:ea typeface="Cambria Math" panose="02040503050406030204" pitchFamily="18" charset="0"/>
                          </a:rPr>
                          <m:t>,</m:t>
                        </m:r>
                        <m:r>
                          <a:rPr lang="en-GB" sz="2100" b="0" i="1" smtClean="0">
                            <a:latin typeface="Cambria Math" panose="02040503050406030204" pitchFamily="18" charset="0"/>
                            <a:ea typeface="Cambria Math" panose="02040503050406030204" pitchFamily="18" charset="0"/>
                          </a:rPr>
                          <m:t>𝐵</m:t>
                        </m:r>
                        <m:r>
                          <a:rPr lang="en-GB" sz="2100" b="0" i="1" smtClean="0">
                            <a:latin typeface="Cambria Math" panose="02040503050406030204" pitchFamily="18" charset="0"/>
                            <a:ea typeface="Cambria Math" panose="02040503050406030204" pitchFamily="18" charset="0"/>
                          </a:rPr>
                          <m:t>,</m:t>
                        </m:r>
                        <m:r>
                          <a:rPr lang="en-GB" sz="2100" b="0" i="1" smtClean="0">
                            <a:latin typeface="Cambria Math" panose="02040503050406030204" pitchFamily="18" charset="0"/>
                            <a:ea typeface="Cambria Math" panose="02040503050406030204" pitchFamily="18" charset="0"/>
                          </a:rPr>
                          <m:t>𝐶</m:t>
                        </m:r>
                        <m:r>
                          <a:rPr lang="en-GB" sz="2100" b="0" i="1" smtClean="0">
                            <a:latin typeface="Cambria Math" panose="02040503050406030204" pitchFamily="18" charset="0"/>
                            <a:ea typeface="Cambria Math" panose="02040503050406030204" pitchFamily="18" charset="0"/>
                          </a:rPr>
                          <m:t>,</m:t>
                        </m:r>
                        <m:r>
                          <a:rPr lang="en-GB" sz="2100" b="0" i="1" smtClean="0">
                            <a:latin typeface="Cambria Math" panose="02040503050406030204" pitchFamily="18" charset="0"/>
                            <a:ea typeface="Cambria Math" panose="02040503050406030204" pitchFamily="18" charset="0"/>
                          </a:rPr>
                          <m:t>𝐷</m:t>
                        </m:r>
                      </m:e>
                    </m:d>
                    <m:r>
                      <a:rPr lang="en-GB" sz="2100" i="1" smtClean="0">
                        <a:latin typeface="Cambria Math" panose="02040503050406030204" pitchFamily="18" charset="0"/>
                        <a:ea typeface="Cambria Math" panose="02040503050406030204" pitchFamily="18" charset="0"/>
                      </a:rPr>
                      <m:t>,</m:t>
                    </m:r>
                  </m:oMath>
                </a14:m>
                <a:endParaRPr lang="en-GB" sz="2100" b="0" i="1" dirty="0">
                  <a:latin typeface="Cambria Math" panose="02040503050406030204" pitchFamily="18" charset="0"/>
                  <a:ea typeface="Cambria Math" panose="02040503050406030204" pitchFamily="18" charset="0"/>
                </a:endParaRPr>
              </a:p>
              <a:p>
                <a:pPr marL="342900" indent="-342900">
                  <a:buClr>
                    <a:srgbClr val="0070C0"/>
                  </a:buClr>
                  <a:buFont typeface="Wingdings" pitchFamily="2" charset="2"/>
                  <a:buChar char="§"/>
                </a:pPr>
                <a:r>
                  <a:rPr lang="en-GB" sz="2100" dirty="0">
                    <a:ea typeface="Cambria Math" panose="02040503050406030204" pitchFamily="18" charset="0"/>
                  </a:rPr>
                  <a:t>Actions </a:t>
                </a:r>
                <a14:m>
                  <m:oMath xmlns:m="http://schemas.openxmlformats.org/officeDocument/2006/math">
                    <m:r>
                      <a:rPr lang="en-GB" sz="2100" i="1" smtClean="0">
                        <a:latin typeface="Cambria Math" panose="02040503050406030204" pitchFamily="18" charset="0"/>
                        <a:ea typeface="Cambria Math" panose="02040503050406030204" pitchFamily="18" charset="0"/>
                      </a:rPr>
                      <m:t>𝒜</m:t>
                    </m:r>
                    <m:r>
                      <a:rPr lang="en-GB" sz="2100" b="0" i="1" smtClean="0">
                        <a:latin typeface="Cambria Math" panose="02040503050406030204" pitchFamily="18" charset="0"/>
                        <a:ea typeface="Cambria Math" panose="02040503050406030204" pitchFamily="18" charset="0"/>
                      </a:rPr>
                      <m:t>=(</m:t>
                    </m:r>
                    <m:r>
                      <a:rPr lang="en-GB" sz="2100" b="0" i="1" smtClean="0">
                        <a:latin typeface="Cambria Math" panose="02040503050406030204" pitchFamily="18" charset="0"/>
                        <a:ea typeface="Cambria Math" panose="02040503050406030204" pitchFamily="18" charset="0"/>
                      </a:rPr>
                      <m:t>𝑈𝑃</m:t>
                    </m:r>
                    <m:r>
                      <a:rPr lang="en-GB" sz="2100" b="0" i="1" smtClean="0">
                        <a:latin typeface="Cambria Math" panose="02040503050406030204" pitchFamily="18" charset="0"/>
                        <a:ea typeface="Cambria Math" panose="02040503050406030204" pitchFamily="18" charset="0"/>
                      </a:rPr>
                      <m:t>, </m:t>
                    </m:r>
                    <m:r>
                      <a:rPr lang="en-GB" sz="2100" b="0" i="1" smtClean="0">
                        <a:latin typeface="Cambria Math" panose="02040503050406030204" pitchFamily="18" charset="0"/>
                        <a:ea typeface="Cambria Math" panose="02040503050406030204" pitchFamily="18" charset="0"/>
                      </a:rPr>
                      <m:t>𝐷𝑂𝑊𝑁</m:t>
                    </m:r>
                    <m:r>
                      <a:rPr lang="en-GB" sz="2100" b="0" i="1" smtClean="0">
                        <a:latin typeface="Cambria Math" panose="02040503050406030204" pitchFamily="18" charset="0"/>
                        <a:ea typeface="Cambria Math" panose="02040503050406030204" pitchFamily="18" charset="0"/>
                      </a:rPr>
                      <m:t>, </m:t>
                    </m:r>
                    <m:r>
                      <a:rPr lang="en-GB" sz="2100" b="0" i="1" smtClean="0">
                        <a:latin typeface="Cambria Math" panose="02040503050406030204" pitchFamily="18" charset="0"/>
                        <a:ea typeface="Cambria Math" panose="02040503050406030204" pitchFamily="18" charset="0"/>
                      </a:rPr>
                      <m:t>𝐿𝐸𝐹𝑇</m:t>
                    </m:r>
                    <m:r>
                      <a:rPr lang="en-GB" sz="2100" b="0" i="1" smtClean="0">
                        <a:latin typeface="Cambria Math" panose="02040503050406030204" pitchFamily="18" charset="0"/>
                        <a:ea typeface="Cambria Math" panose="02040503050406030204" pitchFamily="18" charset="0"/>
                      </a:rPr>
                      <m:t>, </m:t>
                    </m:r>
                    <m:r>
                      <a:rPr lang="en-GB" sz="2100" b="0" i="1" smtClean="0">
                        <a:latin typeface="Cambria Math" panose="02040503050406030204" pitchFamily="18" charset="0"/>
                        <a:ea typeface="Cambria Math" panose="02040503050406030204" pitchFamily="18" charset="0"/>
                      </a:rPr>
                      <m:t>𝑅𝐼𝐺𝐻𝑇</m:t>
                    </m:r>
                    <m:r>
                      <a:rPr lang="en-GB" sz="2100" b="0" i="1" smtClean="0">
                        <a:latin typeface="Cambria Math" panose="02040503050406030204" pitchFamily="18" charset="0"/>
                        <a:ea typeface="Cambria Math" panose="02040503050406030204" pitchFamily="18" charset="0"/>
                      </a:rPr>
                      <m:t>)</m:t>
                    </m:r>
                  </m:oMath>
                </a14:m>
                <a:r>
                  <a:rPr lang="en-GB" sz="2100" b="0" i="1" dirty="0">
                    <a:latin typeface="Cambria Math" panose="02040503050406030204" pitchFamily="18" charset="0"/>
                    <a:ea typeface="Cambria Math" panose="02040503050406030204" pitchFamily="18" charset="0"/>
                  </a:rPr>
                  <a:t>,</a:t>
                </a:r>
              </a:p>
              <a:p>
                <a:pPr marL="342900" indent="-342900">
                  <a:buClr>
                    <a:srgbClr val="0070C0"/>
                  </a:buClr>
                  <a:buFont typeface="Wingdings" pitchFamily="2" charset="2"/>
                  <a:buChar char="§"/>
                </a:pPr>
                <a:r>
                  <a:rPr lang="en-GB" sz="2100" dirty="0">
                    <a:ea typeface="Cambria Math" panose="02040503050406030204" pitchFamily="18" charset="0"/>
                  </a:rPr>
                  <a:t>Reward </a:t>
                </a:r>
                <a14:m>
                  <m:oMath xmlns:m="http://schemas.openxmlformats.org/officeDocument/2006/math">
                    <m:r>
                      <a:rPr lang="en-GB" sz="2100" i="1">
                        <a:latin typeface="Cambria Math" panose="02040503050406030204" pitchFamily="18" charset="0"/>
                        <a:ea typeface="Cambria Math" panose="02040503050406030204" pitchFamily="18" charset="0"/>
                      </a:rPr>
                      <m:t>ℛ</m:t>
                    </m:r>
                    <m:r>
                      <a:rPr lang="en-GB" sz="2100" b="0" i="1" smtClean="0">
                        <a:latin typeface="Cambria Math" panose="02040503050406030204" pitchFamily="18" charset="0"/>
                        <a:ea typeface="Cambria Math" panose="02040503050406030204" pitchFamily="18" charset="0"/>
                      </a:rPr>
                      <m:t>=−1 </m:t>
                    </m:r>
                    <m:r>
                      <a:rPr lang="en-GB" sz="2100" b="0" i="1" smtClean="0">
                        <a:latin typeface="Cambria Math" panose="02040503050406030204" pitchFamily="18" charset="0"/>
                        <a:ea typeface="Cambria Math" panose="02040503050406030204" pitchFamily="18" charset="0"/>
                      </a:rPr>
                      <m:t>𝑝𝑒𝑟</m:t>
                    </m:r>
                    <m:r>
                      <a:rPr lang="en-GB" sz="2100" b="0" i="1" smtClean="0">
                        <a:latin typeface="Cambria Math" panose="02040503050406030204" pitchFamily="18" charset="0"/>
                        <a:ea typeface="Cambria Math" panose="02040503050406030204" pitchFamily="18" charset="0"/>
                      </a:rPr>
                      <m:t> </m:t>
                    </m:r>
                    <m:r>
                      <a:rPr lang="en-GB" sz="2100" b="0" i="1" smtClean="0">
                        <a:latin typeface="Cambria Math" panose="02040503050406030204" pitchFamily="18" charset="0"/>
                        <a:ea typeface="Cambria Math" panose="02040503050406030204" pitchFamily="18" charset="0"/>
                      </a:rPr>
                      <m:t>𝑠𝑡𝑒𝑝</m:t>
                    </m:r>
                  </m:oMath>
                </a14:m>
                <a:endParaRPr lang="en-GB" sz="2100" b="0" i="1" dirty="0">
                  <a:latin typeface="Cambria Math" panose="02040503050406030204" pitchFamily="18" charset="0"/>
                  <a:ea typeface="Cambria Math" panose="02040503050406030204" pitchFamily="18" charset="0"/>
                </a:endParaRPr>
              </a:p>
              <a:p>
                <a:pPr marL="342900" indent="-342900">
                  <a:buClr>
                    <a:srgbClr val="0070C0"/>
                  </a:buClr>
                  <a:buFont typeface="Wingdings" pitchFamily="2" charset="2"/>
                  <a:buChar char="§"/>
                </a:pPr>
                <a:r>
                  <a:rPr lang="en-GB" sz="2100" dirty="0">
                    <a:ea typeface="Cambria Math" panose="02040503050406030204" pitchFamily="18" charset="0"/>
                  </a:rPr>
                  <a:t>Discount Factor </a:t>
                </a:r>
                <a14:m>
                  <m:oMath xmlns:m="http://schemas.openxmlformats.org/officeDocument/2006/math">
                    <m:r>
                      <a:rPr lang="en-GB" sz="2100" i="1" smtClean="0">
                        <a:latin typeface="Cambria Math" panose="02040503050406030204" pitchFamily="18" charset="0"/>
                        <a:ea typeface="Cambria Math" panose="02040503050406030204" pitchFamily="18" charset="0"/>
                      </a:rPr>
                      <m:t>𝛾</m:t>
                    </m:r>
                    <m:r>
                      <a:rPr lang="en-GB" sz="2100" b="0" i="1" smtClean="0">
                        <a:latin typeface="Cambria Math" panose="02040503050406030204" pitchFamily="18" charset="0"/>
                        <a:ea typeface="Cambria Math" panose="02040503050406030204" pitchFamily="18" charset="0"/>
                      </a:rPr>
                      <m:t>=1</m:t>
                    </m:r>
                  </m:oMath>
                </a14:m>
                <a:endParaRPr lang="en-US" sz="2100" dirty="0"/>
              </a:p>
            </p:txBody>
          </p:sp>
        </mc:Choice>
        <mc:Fallback xmlns="">
          <p:sp>
            <p:nvSpPr>
              <p:cNvPr id="11" name="TextBox 10">
                <a:extLst>
                  <a:ext uri="{FF2B5EF4-FFF2-40B4-BE49-F238E27FC236}">
                    <a16:creationId xmlns:a16="http://schemas.microsoft.com/office/drawing/2014/main" id="{CB526863-EFF4-F8F2-2404-5776B7EF0961}"/>
                  </a:ext>
                </a:extLst>
              </p:cNvPr>
              <p:cNvSpPr txBox="1">
                <a:spLocks noRot="1" noChangeAspect="1" noMove="1" noResize="1" noEditPoints="1" noAdjustHandles="1" noChangeArrowheads="1" noChangeShapeType="1" noTextEdit="1"/>
              </p:cNvSpPr>
              <p:nvPr/>
            </p:nvSpPr>
            <p:spPr>
              <a:xfrm>
                <a:off x="838200" y="5113599"/>
                <a:ext cx="9972040" cy="1384995"/>
              </a:xfrm>
              <a:prstGeom prst="rect">
                <a:avLst/>
              </a:prstGeom>
              <a:blipFill>
                <a:blip r:embed="rId4"/>
                <a:stretch>
                  <a:fillRect l="-636" t="-1818" b="-7273"/>
                </a:stretch>
              </a:blipFill>
            </p:spPr>
            <p:txBody>
              <a:bodyPr/>
              <a:lstStyle/>
              <a:p>
                <a:r>
                  <a:rPr lang="en-US">
                    <a:noFill/>
                  </a:rPr>
                  <a:t> </a:t>
                </a:r>
              </a:p>
            </p:txBody>
          </p:sp>
        </mc:Fallback>
      </mc:AlternateContent>
      <p:graphicFrame>
        <p:nvGraphicFramePr>
          <p:cNvPr id="16" name="Table 15">
            <a:extLst>
              <a:ext uri="{FF2B5EF4-FFF2-40B4-BE49-F238E27FC236}">
                <a16:creationId xmlns:a16="http://schemas.microsoft.com/office/drawing/2014/main" id="{6DBD37D6-9B11-E29F-853B-99A735AE80B4}"/>
              </a:ext>
            </a:extLst>
          </p:cNvPr>
          <p:cNvGraphicFramePr>
            <a:graphicFrameLocks noGrp="1"/>
          </p:cNvGraphicFramePr>
          <p:nvPr>
            <p:extLst>
              <p:ext uri="{D42A27DB-BD31-4B8C-83A1-F6EECF244321}">
                <p14:modId xmlns:p14="http://schemas.microsoft.com/office/powerpoint/2010/main" val="1167855374"/>
              </p:ext>
            </p:extLst>
          </p:nvPr>
        </p:nvGraphicFramePr>
        <p:xfrm>
          <a:off x="2816762" y="2865729"/>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A</a:t>
                      </a:r>
                    </a:p>
                  </a:txBody>
                  <a:tcPr anchor="ctr"/>
                </a:tc>
                <a:tc>
                  <a:txBody>
                    <a:bodyPr/>
                    <a:lstStyle/>
                    <a:p>
                      <a:pPr algn="ctr"/>
                      <a:r>
                        <a:rPr lang="en-US" b="1" dirty="0"/>
                        <a:t>B</a:t>
                      </a:r>
                    </a:p>
                  </a:txBody>
                  <a:tcPr anchor="ctr"/>
                </a:tc>
                <a:extLst>
                  <a:ext uri="{0D108BD9-81ED-4DB2-BD59-A6C34878D82A}">
                    <a16:rowId xmlns:a16="http://schemas.microsoft.com/office/drawing/2014/main" val="3795677844"/>
                  </a:ext>
                </a:extLst>
              </a:tr>
              <a:tr h="1080000">
                <a:tc>
                  <a:txBody>
                    <a:bodyPr/>
                    <a:lstStyle/>
                    <a:p>
                      <a:pPr algn="ctr"/>
                      <a:r>
                        <a:rPr lang="en-US" b="1" dirty="0"/>
                        <a:t>C</a:t>
                      </a:r>
                    </a:p>
                  </a:txBody>
                  <a:tcPr anchor="ctr"/>
                </a:tc>
                <a:tc>
                  <a:txBody>
                    <a:bodyPr/>
                    <a:lstStyle/>
                    <a:p>
                      <a:pPr algn="ctr"/>
                      <a:r>
                        <a:rPr lang="en-US" b="1" dirty="0"/>
                        <a:t>D</a:t>
                      </a:r>
                    </a:p>
                  </a:txBody>
                  <a:tcPr anchor="ctr">
                    <a:solidFill>
                      <a:srgbClr val="92D050"/>
                    </a:solidFill>
                  </a:tcPr>
                </a:tc>
                <a:extLst>
                  <a:ext uri="{0D108BD9-81ED-4DB2-BD59-A6C34878D82A}">
                    <a16:rowId xmlns:a16="http://schemas.microsoft.com/office/drawing/2014/main" val="2896053955"/>
                  </a:ext>
                </a:extLst>
              </a:tr>
            </a:tbl>
          </a:graphicData>
        </a:graphic>
      </p:graphicFrame>
      <p:sp>
        <p:nvSpPr>
          <p:cNvPr id="5" name="TextBox 4">
            <a:extLst>
              <a:ext uri="{FF2B5EF4-FFF2-40B4-BE49-F238E27FC236}">
                <a16:creationId xmlns:a16="http://schemas.microsoft.com/office/drawing/2014/main" id="{41A91904-4D47-A0B0-E778-796939559A67}"/>
              </a:ext>
            </a:extLst>
          </p:cNvPr>
          <p:cNvSpPr txBox="1"/>
          <p:nvPr/>
        </p:nvSpPr>
        <p:spPr>
          <a:xfrm>
            <a:off x="8297754" y="4691007"/>
            <a:ext cx="854570"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DOWN</a:t>
            </a:r>
          </a:p>
        </p:txBody>
      </p:sp>
      <p:sp>
        <p:nvSpPr>
          <p:cNvPr id="6" name="TextBox 5">
            <a:extLst>
              <a:ext uri="{FF2B5EF4-FFF2-40B4-BE49-F238E27FC236}">
                <a16:creationId xmlns:a16="http://schemas.microsoft.com/office/drawing/2014/main" id="{78C99233-4426-E756-431F-38574B92ED55}"/>
              </a:ext>
            </a:extLst>
          </p:cNvPr>
          <p:cNvSpPr txBox="1"/>
          <p:nvPr/>
        </p:nvSpPr>
        <p:spPr>
          <a:xfrm>
            <a:off x="8454317" y="2865729"/>
            <a:ext cx="541445"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UP</a:t>
            </a:r>
          </a:p>
        </p:txBody>
      </p:sp>
      <p:sp>
        <p:nvSpPr>
          <p:cNvPr id="7" name="TextBox 6">
            <a:extLst>
              <a:ext uri="{FF2B5EF4-FFF2-40B4-BE49-F238E27FC236}">
                <a16:creationId xmlns:a16="http://schemas.microsoft.com/office/drawing/2014/main" id="{32E69429-BD51-A707-88E4-509B736ABB28}"/>
              </a:ext>
            </a:extLst>
          </p:cNvPr>
          <p:cNvSpPr txBox="1"/>
          <p:nvPr/>
        </p:nvSpPr>
        <p:spPr>
          <a:xfrm>
            <a:off x="7183121" y="3764889"/>
            <a:ext cx="735682"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LEFT</a:t>
            </a:r>
          </a:p>
        </p:txBody>
      </p:sp>
      <p:sp>
        <p:nvSpPr>
          <p:cNvPr id="10" name="TextBox 9">
            <a:extLst>
              <a:ext uri="{FF2B5EF4-FFF2-40B4-BE49-F238E27FC236}">
                <a16:creationId xmlns:a16="http://schemas.microsoft.com/office/drawing/2014/main" id="{1E938A81-0898-6211-9988-10CD1713BEE6}"/>
              </a:ext>
            </a:extLst>
          </p:cNvPr>
          <p:cNvSpPr txBox="1"/>
          <p:nvPr/>
        </p:nvSpPr>
        <p:spPr>
          <a:xfrm>
            <a:off x="9434757" y="3764889"/>
            <a:ext cx="832201"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RIGHT</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1DD2B83B-EC6B-F4F5-FCF0-BA19603A95D7}"/>
                  </a:ext>
                </a:extLst>
              </p:cNvPr>
              <p:cNvSpPr txBox="1"/>
              <p:nvPr/>
            </p:nvSpPr>
            <p:spPr>
              <a:xfrm>
                <a:off x="3656858" y="2151932"/>
                <a:ext cx="4878283" cy="553998"/>
              </a:xfrm>
              <a:prstGeom prst="rect">
                <a:avLst/>
              </a:prstGeom>
              <a:noFill/>
              <a:ln w="38100">
                <a:solidFill>
                  <a:schemeClr val="tx1"/>
                </a:solidFill>
              </a:ln>
            </p:spPr>
            <p:txBody>
              <a:bodyPr wrap="square">
                <a:spAutoFit/>
              </a:bodyPr>
              <a:lstStyle/>
              <a:p>
                <a:pPr>
                  <a:buClr>
                    <a:srgbClr val="0070C0"/>
                  </a:buClr>
                </a:pPr>
                <a:r>
                  <a:rPr lang="en-US" sz="3000" dirty="0"/>
                  <a:t>Input: MDP </a:t>
                </a:r>
                <a14:m>
                  <m:oMath xmlns:m="http://schemas.openxmlformats.org/officeDocument/2006/math">
                    <m:r>
                      <a:rPr lang="en-GB" sz="3000">
                        <a:latin typeface="Cambria Math" panose="02040503050406030204" pitchFamily="18" charset="0"/>
                        <a:ea typeface="Cambria Math" panose="02040503050406030204" pitchFamily="18" charset="0"/>
                      </a:rPr>
                      <m:t>&lt;</m:t>
                    </m:r>
                    <m:r>
                      <a:rPr lang="en-GB" sz="3000" i="1">
                        <a:latin typeface="Cambria Math" panose="02040503050406030204" pitchFamily="18" charset="0"/>
                        <a:ea typeface="Cambria Math" panose="02040503050406030204" pitchFamily="18" charset="0"/>
                      </a:rPr>
                      <m:t>𝒮</m:t>
                    </m:r>
                    <m:r>
                      <a:rPr lang="en-GB" sz="3000" i="1">
                        <a:latin typeface="Cambria Math" panose="02040503050406030204" pitchFamily="18" charset="0"/>
                        <a:ea typeface="Cambria Math" panose="02040503050406030204" pitchFamily="18" charset="0"/>
                      </a:rPr>
                      <m:t>, </m:t>
                    </m:r>
                    <m:r>
                      <a:rPr lang="en-GB" sz="3000" i="1">
                        <a:latin typeface="Cambria Math" panose="02040503050406030204" pitchFamily="18" charset="0"/>
                        <a:ea typeface="Cambria Math" panose="02040503050406030204" pitchFamily="18" charset="0"/>
                      </a:rPr>
                      <m:t>𝒜</m:t>
                    </m:r>
                    <m:r>
                      <a:rPr lang="en-GB" sz="3000" i="1">
                        <a:latin typeface="Cambria Math" panose="02040503050406030204" pitchFamily="18" charset="0"/>
                        <a:ea typeface="Cambria Math" panose="02040503050406030204" pitchFamily="18" charset="0"/>
                      </a:rPr>
                      <m:t>,</m:t>
                    </m:r>
                    <m:r>
                      <a:rPr lang="en-GB" sz="3000" i="1">
                        <a:latin typeface="Cambria Math" panose="02040503050406030204" pitchFamily="18" charset="0"/>
                        <a:ea typeface="Cambria Math" panose="02040503050406030204" pitchFamily="18" charset="0"/>
                      </a:rPr>
                      <m:t>𝒫</m:t>
                    </m:r>
                    <m:r>
                      <a:rPr lang="en-GB" sz="3000" i="1">
                        <a:latin typeface="Cambria Math" panose="02040503050406030204" pitchFamily="18" charset="0"/>
                        <a:ea typeface="Cambria Math" panose="02040503050406030204" pitchFamily="18" charset="0"/>
                      </a:rPr>
                      <m:t>,</m:t>
                    </m:r>
                    <m:r>
                      <a:rPr lang="en-GB" sz="3000" i="1">
                        <a:latin typeface="Cambria Math" panose="02040503050406030204" pitchFamily="18" charset="0"/>
                        <a:ea typeface="Cambria Math" panose="02040503050406030204" pitchFamily="18" charset="0"/>
                      </a:rPr>
                      <m:t>ℛ</m:t>
                    </m:r>
                    <m:r>
                      <a:rPr lang="en-GB" sz="3000" i="1">
                        <a:latin typeface="Cambria Math" panose="02040503050406030204" pitchFamily="18" charset="0"/>
                        <a:ea typeface="Cambria Math" panose="02040503050406030204" pitchFamily="18" charset="0"/>
                      </a:rPr>
                      <m:t>,</m:t>
                    </m:r>
                    <m:r>
                      <a:rPr lang="en-GB" sz="3000" i="1">
                        <a:latin typeface="Cambria Math" panose="02040503050406030204" pitchFamily="18" charset="0"/>
                        <a:ea typeface="Cambria Math" panose="02040503050406030204" pitchFamily="18" charset="0"/>
                      </a:rPr>
                      <m:t>𝛾</m:t>
                    </m:r>
                    <m:r>
                      <a:rPr lang="en-GB" sz="3000" i="1">
                        <a:latin typeface="Cambria Math" panose="02040503050406030204" pitchFamily="18" charset="0"/>
                        <a:ea typeface="Cambria Math" panose="02040503050406030204" pitchFamily="18" charset="0"/>
                      </a:rPr>
                      <m:t>&gt;</m:t>
                    </m:r>
                  </m:oMath>
                </a14:m>
                <a:endParaRPr lang="en-US" sz="3000" dirty="0"/>
              </a:p>
            </p:txBody>
          </p:sp>
        </mc:Choice>
        <mc:Fallback xmlns="">
          <p:sp>
            <p:nvSpPr>
              <p:cNvPr id="13" name="TextBox 12">
                <a:extLst>
                  <a:ext uri="{FF2B5EF4-FFF2-40B4-BE49-F238E27FC236}">
                    <a16:creationId xmlns:a16="http://schemas.microsoft.com/office/drawing/2014/main" id="{1DD2B83B-EC6B-F4F5-FCF0-BA19603A95D7}"/>
                  </a:ext>
                </a:extLst>
              </p:cNvPr>
              <p:cNvSpPr txBox="1">
                <a:spLocks noRot="1" noChangeAspect="1" noMove="1" noResize="1" noEditPoints="1" noAdjustHandles="1" noChangeArrowheads="1" noChangeShapeType="1" noTextEdit="1"/>
              </p:cNvSpPr>
              <p:nvPr/>
            </p:nvSpPr>
            <p:spPr>
              <a:xfrm>
                <a:off x="3656858" y="2151932"/>
                <a:ext cx="4878283" cy="553998"/>
              </a:xfrm>
              <a:prstGeom prst="rect">
                <a:avLst/>
              </a:prstGeom>
              <a:blipFill>
                <a:blip r:embed="rId5"/>
                <a:stretch>
                  <a:fillRect l="-2577" t="-10638" b="-27660"/>
                </a:stretch>
              </a:blipFill>
              <a:ln w="38100">
                <a:solidFill>
                  <a:schemeClr val="tx1"/>
                </a:solidFill>
              </a:ln>
            </p:spPr>
            <p:txBody>
              <a:bodyPr/>
              <a:lstStyle/>
              <a:p>
                <a:r>
                  <a:rPr lang="en-US">
                    <a:noFill/>
                  </a:rPr>
                  <a:t> </a:t>
                </a:r>
              </a:p>
            </p:txBody>
          </p:sp>
        </mc:Fallback>
      </mc:AlternateContent>
    </p:spTree>
    <p:extLst>
      <p:ext uri="{BB962C8B-B14F-4D97-AF65-F5344CB8AC3E}">
        <p14:creationId xmlns:p14="http://schemas.microsoft.com/office/powerpoint/2010/main" val="1185428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500"/>
                                        <p:tgtEl>
                                          <p:spTgt spid="16"/>
                                        </p:tgtEl>
                                      </p:cBhvr>
                                    </p:animEffect>
                                  </p:childTnLst>
                                </p:cTn>
                              </p:par>
                              <p:par>
                                <p:cTn id="13" presetID="10"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500"/>
                                        <p:tgtEl>
                                          <p:spTgt spid="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5" grpId="0"/>
      <p:bldP spid="6" grpId="0"/>
      <p:bldP spid="7" grpId="0"/>
      <p:bldP spid="10" grpId="0"/>
      <p:bldP spid="13"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1123E-B030-3B2A-B3B0-4A26AB3242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672F09-D6C1-5424-4B6C-D565FEB343C6}"/>
              </a:ext>
            </a:extLst>
          </p:cNvPr>
          <p:cNvSpPr>
            <a:spLocks noGrp="1"/>
          </p:cNvSpPr>
          <p:nvPr>
            <p:ph type="title"/>
          </p:nvPr>
        </p:nvSpPr>
        <p:spPr/>
        <p:txBody>
          <a:bodyPr>
            <a:normAutofit/>
          </a:bodyPr>
          <a:lstStyle/>
          <a:p>
            <a:r>
              <a:rPr lang="en-US" sz="3900" dirty="0"/>
              <a:t>For Control: </a:t>
            </a:r>
            <a:r>
              <a:rPr lang="en-US" sz="3900" dirty="0" err="1"/>
              <a:t>Gridworld</a:t>
            </a:r>
            <a:r>
              <a:rPr lang="en-US" sz="3900" dirty="0"/>
              <a:t> Example</a:t>
            </a:r>
          </a:p>
        </p:txBody>
      </p:sp>
      <p:graphicFrame>
        <p:nvGraphicFramePr>
          <p:cNvPr id="16" name="Table 15">
            <a:extLst>
              <a:ext uri="{FF2B5EF4-FFF2-40B4-BE49-F238E27FC236}">
                <a16:creationId xmlns:a16="http://schemas.microsoft.com/office/drawing/2014/main" id="{D9BAA6E7-FE24-897B-5011-ED163EE49646}"/>
              </a:ext>
            </a:extLst>
          </p:cNvPr>
          <p:cNvGraphicFramePr>
            <a:graphicFrameLocks noGrp="1"/>
          </p:cNvGraphicFramePr>
          <p:nvPr>
            <p:extLst>
              <p:ext uri="{D42A27DB-BD31-4B8C-83A1-F6EECF244321}">
                <p14:modId xmlns:p14="http://schemas.microsoft.com/office/powerpoint/2010/main" val="3542630143"/>
              </p:ext>
            </p:extLst>
          </p:nvPr>
        </p:nvGraphicFramePr>
        <p:xfrm>
          <a:off x="4650703" y="3120566"/>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-2</a:t>
                      </a:r>
                    </a:p>
                  </a:txBody>
                  <a:tcPr anchor="ctr"/>
                </a:tc>
                <a:tc>
                  <a:txBody>
                    <a:bodyPr/>
                    <a:lstStyle/>
                    <a:p>
                      <a:pPr algn="ctr"/>
                      <a:r>
                        <a:rPr lang="en-US" b="1" dirty="0"/>
                        <a:t>-1</a:t>
                      </a:r>
                    </a:p>
                  </a:txBody>
                  <a:tcPr anchor="ctr"/>
                </a:tc>
                <a:extLst>
                  <a:ext uri="{0D108BD9-81ED-4DB2-BD59-A6C34878D82A}">
                    <a16:rowId xmlns:a16="http://schemas.microsoft.com/office/drawing/2014/main" val="3795677844"/>
                  </a:ext>
                </a:extLst>
              </a:tr>
              <a:tr h="1080000">
                <a:tc>
                  <a:txBody>
                    <a:bodyPr/>
                    <a:lstStyle/>
                    <a:p>
                      <a:pPr algn="ctr"/>
                      <a:r>
                        <a:rPr lang="en-US" b="1" dirty="0"/>
                        <a:t>-1</a:t>
                      </a:r>
                    </a:p>
                  </a:txBody>
                  <a:tcPr anchor="ctr"/>
                </a:tc>
                <a:tc>
                  <a:txBody>
                    <a:bodyPr/>
                    <a:lstStyle/>
                    <a:p>
                      <a:pPr algn="ctr"/>
                      <a:r>
                        <a:rPr lang="en-US"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8440C09-957B-6CFF-2297-DDDA8CC587CC}"/>
                  </a:ext>
                </a:extLst>
              </p:cNvPr>
              <p:cNvSpPr txBox="1"/>
              <p:nvPr/>
            </p:nvSpPr>
            <p:spPr>
              <a:xfrm>
                <a:off x="3191504" y="2151932"/>
                <a:ext cx="5805597" cy="553998"/>
              </a:xfrm>
              <a:prstGeom prst="rect">
                <a:avLst/>
              </a:prstGeom>
              <a:noFill/>
              <a:ln w="38100">
                <a:solidFill>
                  <a:schemeClr val="tx1"/>
                </a:solidFill>
              </a:ln>
            </p:spPr>
            <p:txBody>
              <a:bodyPr wrap="square">
                <a:spAutoFit/>
              </a:bodyPr>
              <a:lstStyle/>
              <a:p>
                <a:pPr>
                  <a:buClr>
                    <a:srgbClr val="0070C0"/>
                  </a:buClr>
                </a:pPr>
                <a:r>
                  <a:rPr lang="en-US" sz="3000" dirty="0"/>
                  <a:t>Output: optimal </a:t>
                </a:r>
                <a:r>
                  <a:rPr lang="en-GB" sz="3000" dirty="0"/>
                  <a:t>value function </a:t>
                </a:r>
                <a14:m>
                  <m:oMath xmlns:m="http://schemas.openxmlformats.org/officeDocument/2006/math">
                    <m:sSub>
                      <m:sSubPr>
                        <m:ctrlPr>
                          <a:rPr lang="en-GB" sz="3000" i="1" smtClean="0">
                            <a:latin typeface="Cambria Math" panose="02040503050406030204" pitchFamily="18" charset="0"/>
                          </a:rPr>
                        </m:ctrlPr>
                      </m:sSubPr>
                      <m:e>
                        <m:r>
                          <a:rPr lang="en-GB" sz="3000" b="0" i="1" smtClean="0">
                            <a:latin typeface="Cambria Math" panose="02040503050406030204" pitchFamily="18" charset="0"/>
                          </a:rPr>
                          <m:t>𝑣</m:t>
                        </m:r>
                      </m:e>
                      <m:sub>
                        <m:r>
                          <a:rPr lang="en-GB" sz="3000" b="0" i="1" smtClean="0">
                            <a:latin typeface="Cambria Math" panose="02040503050406030204" pitchFamily="18" charset="0"/>
                          </a:rPr>
                          <m:t>∗</m:t>
                        </m:r>
                      </m:sub>
                    </m:sSub>
                  </m:oMath>
                </a14:m>
                <a:endParaRPr lang="en-US" sz="3000" dirty="0"/>
              </a:p>
            </p:txBody>
          </p:sp>
        </mc:Choice>
        <mc:Fallback xmlns="">
          <p:sp>
            <p:nvSpPr>
              <p:cNvPr id="12" name="TextBox 11">
                <a:extLst>
                  <a:ext uri="{FF2B5EF4-FFF2-40B4-BE49-F238E27FC236}">
                    <a16:creationId xmlns:a16="http://schemas.microsoft.com/office/drawing/2014/main" id="{D8440C09-957B-6CFF-2297-DDDA8CC587CC}"/>
                  </a:ext>
                </a:extLst>
              </p:cNvPr>
              <p:cNvSpPr txBox="1">
                <a:spLocks noRot="1" noChangeAspect="1" noMove="1" noResize="1" noEditPoints="1" noAdjustHandles="1" noChangeArrowheads="1" noChangeShapeType="1" noTextEdit="1"/>
              </p:cNvSpPr>
              <p:nvPr/>
            </p:nvSpPr>
            <p:spPr>
              <a:xfrm>
                <a:off x="3191504" y="2151932"/>
                <a:ext cx="5805597" cy="553998"/>
              </a:xfrm>
              <a:prstGeom prst="rect">
                <a:avLst/>
              </a:prstGeom>
              <a:blipFill>
                <a:blip r:embed="rId3"/>
                <a:stretch>
                  <a:fillRect l="-2174" t="-10638" b="-27660"/>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E9C5B79-83ED-AE9C-98DD-A97210D17DCB}"/>
                  </a:ext>
                </a:extLst>
              </p:cNvPr>
              <p:cNvSpPr>
                <a:spLocks noGrp="1"/>
              </p:cNvSpPr>
              <p:nvPr>
                <p:ph idx="1"/>
              </p:nvPr>
            </p:nvSpPr>
            <p:spPr>
              <a:xfrm>
                <a:off x="836503" y="5695202"/>
                <a:ext cx="10515600" cy="761131"/>
              </a:xfrm>
            </p:spPr>
            <p:txBody>
              <a:bodyPr>
                <a:normAutofit fontScale="92500" lnSpcReduction="20000"/>
              </a:bodyPr>
              <a:lstStyle/>
              <a:p>
                <a:pPr marL="0" indent="0">
                  <a:buNone/>
                </a:pPr>
                <a:r>
                  <a:rPr lang="en-US" sz="3000" dirty="0"/>
                  <a:t>For Control, we are finding the optimal value function </a:t>
                </a:r>
                <a14:m>
                  <m:oMath xmlns:m="http://schemas.openxmlformats.org/officeDocument/2006/math">
                    <m:sSub>
                      <m:sSubPr>
                        <m:ctrlPr>
                          <a:rPr lang="en-GB" sz="3000" i="1">
                            <a:latin typeface="Cambria Math" panose="02040503050406030204" pitchFamily="18" charset="0"/>
                          </a:rPr>
                        </m:ctrlPr>
                      </m:sSubPr>
                      <m:e>
                        <m:r>
                          <a:rPr lang="en-GB" sz="3000" i="1">
                            <a:latin typeface="Cambria Math" panose="02040503050406030204" pitchFamily="18" charset="0"/>
                          </a:rPr>
                          <m:t>𝑣</m:t>
                        </m:r>
                      </m:e>
                      <m:sub>
                        <m:r>
                          <a:rPr lang="en-GB" sz="3000" i="1">
                            <a:latin typeface="Cambria Math" panose="02040503050406030204" pitchFamily="18" charset="0"/>
                          </a:rPr>
                          <m:t>∗</m:t>
                        </m:r>
                      </m:sub>
                    </m:sSub>
                  </m:oMath>
                </a14:m>
                <a:r>
                  <a:rPr lang="en-US" sz="3000" dirty="0"/>
                  <a:t> over all policies</a:t>
                </a:r>
              </a:p>
            </p:txBody>
          </p:sp>
        </mc:Choice>
        <mc:Fallback xmlns="">
          <p:sp>
            <p:nvSpPr>
              <p:cNvPr id="3" name="Content Placeholder 2">
                <a:extLst>
                  <a:ext uri="{FF2B5EF4-FFF2-40B4-BE49-F238E27FC236}">
                    <a16:creationId xmlns:a16="http://schemas.microsoft.com/office/drawing/2014/main" id="{FE9C5B79-83ED-AE9C-98DD-A97210D17DCB}"/>
                  </a:ext>
                </a:extLst>
              </p:cNvPr>
              <p:cNvSpPr>
                <a:spLocks noGrp="1" noRot="1" noChangeAspect="1" noMove="1" noResize="1" noEditPoints="1" noAdjustHandles="1" noChangeArrowheads="1" noChangeShapeType="1" noTextEdit="1"/>
              </p:cNvSpPr>
              <p:nvPr>
                <p:ph idx="1"/>
              </p:nvPr>
            </p:nvSpPr>
            <p:spPr>
              <a:xfrm>
                <a:off x="836503" y="5695202"/>
                <a:ext cx="10515600" cy="761131"/>
              </a:xfrm>
              <a:blipFill>
                <a:blip r:embed="rId4"/>
                <a:stretch>
                  <a:fillRect l="-1206" t="-21311" b="-16393"/>
                </a:stretch>
              </a:blipFill>
            </p:spPr>
            <p:txBody>
              <a:bodyPr/>
              <a:lstStyle/>
              <a:p>
                <a:r>
                  <a:rPr lang="en-US">
                    <a:noFill/>
                  </a:rPr>
                  <a:t> </a:t>
                </a:r>
              </a:p>
            </p:txBody>
          </p:sp>
        </mc:Fallback>
      </mc:AlternateContent>
    </p:spTree>
    <p:extLst>
      <p:ext uri="{BB962C8B-B14F-4D97-AF65-F5344CB8AC3E}">
        <p14:creationId xmlns:p14="http://schemas.microsoft.com/office/powerpoint/2010/main" val="13816871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fade">
                                      <p:cBhvr>
                                        <p:cTn id="12" dur="50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3" grpId="0"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4774F-75EA-2053-60B4-E9E7D3E8DE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D86FB4-E174-FEFC-D8F2-EE591B555F10}"/>
              </a:ext>
            </a:extLst>
          </p:cNvPr>
          <p:cNvSpPr>
            <a:spLocks noGrp="1"/>
          </p:cNvSpPr>
          <p:nvPr>
            <p:ph type="title"/>
          </p:nvPr>
        </p:nvSpPr>
        <p:spPr/>
        <p:txBody>
          <a:bodyPr>
            <a:normAutofit/>
          </a:bodyPr>
          <a:lstStyle/>
          <a:p>
            <a:r>
              <a:rPr lang="en-US" sz="3900" dirty="0"/>
              <a:t>For Control: </a:t>
            </a:r>
            <a:r>
              <a:rPr lang="en-US" sz="3900" dirty="0" err="1"/>
              <a:t>Gridworld</a:t>
            </a:r>
            <a:r>
              <a:rPr lang="en-US" sz="3900" dirty="0"/>
              <a:t> Example</a:t>
            </a:r>
          </a:p>
        </p:txBody>
      </p:sp>
      <p:graphicFrame>
        <p:nvGraphicFramePr>
          <p:cNvPr id="16" name="Table 15">
            <a:extLst>
              <a:ext uri="{FF2B5EF4-FFF2-40B4-BE49-F238E27FC236}">
                <a16:creationId xmlns:a16="http://schemas.microsoft.com/office/drawing/2014/main" id="{3727EE85-ED3B-33FA-3BF9-C1A909729DF8}"/>
              </a:ext>
            </a:extLst>
          </p:cNvPr>
          <p:cNvGraphicFramePr>
            <a:graphicFrameLocks noGrp="1"/>
          </p:cNvGraphicFramePr>
          <p:nvPr>
            <p:extLst>
              <p:ext uri="{D42A27DB-BD31-4B8C-83A1-F6EECF244321}">
                <p14:modId xmlns:p14="http://schemas.microsoft.com/office/powerpoint/2010/main" val="245676288"/>
              </p:ext>
            </p:extLst>
          </p:nvPr>
        </p:nvGraphicFramePr>
        <p:xfrm>
          <a:off x="6957023" y="3272966"/>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B850BADA-4BE1-1626-C078-980D800BC251}"/>
                  </a:ext>
                </a:extLst>
              </p:cNvPr>
              <p:cNvSpPr txBox="1"/>
              <p:nvPr/>
            </p:nvSpPr>
            <p:spPr>
              <a:xfrm>
                <a:off x="3871592" y="2151932"/>
                <a:ext cx="4448816" cy="553998"/>
              </a:xfrm>
              <a:prstGeom prst="rect">
                <a:avLst/>
              </a:prstGeom>
              <a:noFill/>
              <a:ln w="38100">
                <a:solidFill>
                  <a:schemeClr val="tx1"/>
                </a:solidFill>
              </a:ln>
            </p:spPr>
            <p:txBody>
              <a:bodyPr wrap="square">
                <a:spAutoFit/>
              </a:bodyPr>
              <a:lstStyle/>
              <a:p>
                <a:pPr>
                  <a:buClr>
                    <a:srgbClr val="0070C0"/>
                  </a:buClr>
                </a:pPr>
                <a:r>
                  <a:rPr lang="en-US" sz="3000" dirty="0"/>
                  <a:t>Output: optimal </a:t>
                </a:r>
                <a:r>
                  <a:rPr lang="en-GB" sz="3000" dirty="0"/>
                  <a:t>policy</a:t>
                </a:r>
                <a14:m>
                  <m:oMath xmlns:m="http://schemas.openxmlformats.org/officeDocument/2006/math">
                    <m:sSub>
                      <m:sSubPr>
                        <m:ctrlPr>
                          <a:rPr lang="en-GB" sz="3000" i="1">
                            <a:latin typeface="Cambria Math" panose="02040503050406030204" pitchFamily="18" charset="0"/>
                          </a:rPr>
                        </m:ctrlPr>
                      </m:sSubPr>
                      <m:e>
                        <m:r>
                          <a:rPr lang="en-GB" sz="3000" b="0" i="1" smtClean="0">
                            <a:latin typeface="Cambria Math" panose="02040503050406030204" pitchFamily="18" charset="0"/>
                          </a:rPr>
                          <m:t> </m:t>
                        </m:r>
                        <m:r>
                          <a:rPr lang="el-GR" sz="3000" i="1">
                            <a:latin typeface="Cambria Math" panose="02040503050406030204" pitchFamily="18" charset="0"/>
                          </a:rPr>
                          <m:t>𝜋</m:t>
                        </m:r>
                      </m:e>
                      <m:sub>
                        <m:r>
                          <a:rPr lang="en-GB" sz="3000" i="1">
                            <a:latin typeface="Cambria Math" panose="02040503050406030204" pitchFamily="18" charset="0"/>
                          </a:rPr>
                          <m:t>∗</m:t>
                        </m:r>
                      </m:sub>
                    </m:sSub>
                  </m:oMath>
                </a14:m>
                <a:endParaRPr lang="en-US" sz="3000" dirty="0"/>
              </a:p>
            </p:txBody>
          </p:sp>
        </mc:Choice>
        <mc:Fallback xmlns="">
          <p:sp>
            <p:nvSpPr>
              <p:cNvPr id="12" name="TextBox 11">
                <a:extLst>
                  <a:ext uri="{FF2B5EF4-FFF2-40B4-BE49-F238E27FC236}">
                    <a16:creationId xmlns:a16="http://schemas.microsoft.com/office/drawing/2014/main" id="{B850BADA-4BE1-1626-C078-980D800BC251}"/>
                  </a:ext>
                </a:extLst>
              </p:cNvPr>
              <p:cNvSpPr txBox="1">
                <a:spLocks noRot="1" noChangeAspect="1" noMove="1" noResize="1" noEditPoints="1" noAdjustHandles="1" noChangeArrowheads="1" noChangeShapeType="1" noTextEdit="1"/>
              </p:cNvSpPr>
              <p:nvPr/>
            </p:nvSpPr>
            <p:spPr>
              <a:xfrm>
                <a:off x="3871592" y="2151932"/>
                <a:ext cx="4448816" cy="553998"/>
              </a:xfrm>
              <a:prstGeom prst="rect">
                <a:avLst/>
              </a:prstGeom>
              <a:blipFill>
                <a:blip r:embed="rId3"/>
                <a:stretch>
                  <a:fillRect l="-2825" t="-10638" b="-27660"/>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92EF281-82A5-AEBA-C2B6-B1F9D9F64383}"/>
                  </a:ext>
                </a:extLst>
              </p:cNvPr>
              <p:cNvSpPr>
                <a:spLocks noGrp="1"/>
              </p:cNvSpPr>
              <p:nvPr>
                <p:ph idx="1"/>
              </p:nvPr>
            </p:nvSpPr>
            <p:spPr>
              <a:xfrm>
                <a:off x="3478103" y="5695202"/>
                <a:ext cx="5086777" cy="761131"/>
              </a:xfrm>
            </p:spPr>
            <p:txBody>
              <a:bodyPr>
                <a:normAutofit/>
              </a:bodyPr>
              <a:lstStyle/>
              <a:p>
                <a:pPr marL="0" indent="0">
                  <a:buNone/>
                </a:pPr>
                <a:r>
                  <a:rPr lang="en-GB" sz="3000" dirty="0"/>
                  <a:t>And also the optimal policy </a:t>
                </a:r>
                <a14:m>
                  <m:oMath xmlns:m="http://schemas.openxmlformats.org/officeDocument/2006/math">
                    <m:sSub>
                      <m:sSubPr>
                        <m:ctrlPr>
                          <a:rPr lang="en-GB" sz="3000" i="1" smtClean="0">
                            <a:latin typeface="Cambria Math" panose="02040503050406030204" pitchFamily="18" charset="0"/>
                          </a:rPr>
                        </m:ctrlPr>
                      </m:sSubPr>
                      <m:e>
                        <m:r>
                          <a:rPr lang="el-GR" sz="3000" i="1">
                            <a:latin typeface="Cambria Math" panose="02040503050406030204" pitchFamily="18" charset="0"/>
                          </a:rPr>
                          <m:t>𝜋</m:t>
                        </m:r>
                      </m:e>
                      <m:sub>
                        <m:r>
                          <a:rPr lang="en-GB" sz="3000" b="0" i="1" smtClean="0">
                            <a:latin typeface="Cambria Math" panose="02040503050406030204" pitchFamily="18" charset="0"/>
                          </a:rPr>
                          <m:t>∗</m:t>
                        </m:r>
                      </m:sub>
                    </m:sSub>
                  </m:oMath>
                </a14:m>
                <a:endParaRPr lang="en-US" sz="3000" dirty="0"/>
              </a:p>
            </p:txBody>
          </p:sp>
        </mc:Choice>
        <mc:Fallback xmlns="">
          <p:sp>
            <p:nvSpPr>
              <p:cNvPr id="3" name="Content Placeholder 2">
                <a:extLst>
                  <a:ext uri="{FF2B5EF4-FFF2-40B4-BE49-F238E27FC236}">
                    <a16:creationId xmlns:a16="http://schemas.microsoft.com/office/drawing/2014/main" id="{D92EF281-82A5-AEBA-C2B6-B1F9D9F64383}"/>
                  </a:ext>
                </a:extLst>
              </p:cNvPr>
              <p:cNvSpPr>
                <a:spLocks noGrp="1" noRot="1" noChangeAspect="1" noMove="1" noResize="1" noEditPoints="1" noAdjustHandles="1" noChangeArrowheads="1" noChangeShapeType="1" noTextEdit="1"/>
              </p:cNvSpPr>
              <p:nvPr>
                <p:ph idx="1"/>
              </p:nvPr>
            </p:nvSpPr>
            <p:spPr>
              <a:xfrm>
                <a:off x="3478103" y="5695202"/>
                <a:ext cx="5086777" cy="761131"/>
              </a:xfrm>
              <a:blipFill>
                <a:blip r:embed="rId4"/>
                <a:stretch>
                  <a:fillRect l="-2743" t="-16393"/>
                </a:stretch>
              </a:blipFill>
            </p:spPr>
            <p:txBody>
              <a:bodyPr/>
              <a:lstStyle/>
              <a:p>
                <a:r>
                  <a:rPr lang="en-US">
                    <a:noFill/>
                  </a:rPr>
                  <a:t> </a:t>
                </a:r>
              </a:p>
            </p:txBody>
          </p:sp>
        </mc:Fallback>
      </mc:AlternateContent>
      <p:sp>
        <p:nvSpPr>
          <p:cNvPr id="5" name="Left-Up Arrow 4">
            <a:extLst>
              <a:ext uri="{FF2B5EF4-FFF2-40B4-BE49-F238E27FC236}">
                <a16:creationId xmlns:a16="http://schemas.microsoft.com/office/drawing/2014/main" id="{A1C486E1-D5B9-AA51-602F-7EF31213345A}"/>
              </a:ext>
            </a:extLst>
          </p:cNvPr>
          <p:cNvSpPr/>
          <p:nvPr/>
        </p:nvSpPr>
        <p:spPr>
          <a:xfrm flipH="1" flipV="1">
            <a:off x="7315200" y="3373772"/>
            <a:ext cx="850392" cy="850392"/>
          </a:xfrm>
          <a:prstGeom prst="leftUpArrow">
            <a:avLst>
              <a:gd name="adj1" fmla="val 27389"/>
              <a:gd name="adj2" fmla="val 25000"/>
              <a:gd name="adj3" fmla="val 25000"/>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Down Arrow 5">
            <a:extLst>
              <a:ext uri="{FF2B5EF4-FFF2-40B4-BE49-F238E27FC236}">
                <a16:creationId xmlns:a16="http://schemas.microsoft.com/office/drawing/2014/main" id="{A165881F-C0A5-9310-1C8C-5273C66F7E5C}"/>
              </a:ext>
            </a:extLst>
          </p:cNvPr>
          <p:cNvSpPr/>
          <p:nvPr/>
        </p:nvSpPr>
        <p:spPr>
          <a:xfrm>
            <a:off x="8890000" y="3373772"/>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own Arrow 6">
            <a:extLst>
              <a:ext uri="{FF2B5EF4-FFF2-40B4-BE49-F238E27FC236}">
                <a16:creationId xmlns:a16="http://schemas.microsoft.com/office/drawing/2014/main" id="{22DB81B4-5E14-83D5-0929-C335F833B3EB}"/>
              </a:ext>
            </a:extLst>
          </p:cNvPr>
          <p:cNvSpPr/>
          <p:nvPr/>
        </p:nvSpPr>
        <p:spPr>
          <a:xfrm rot="16200000">
            <a:off x="7498080" y="4391912"/>
            <a:ext cx="484632" cy="978408"/>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0" name="Table 9">
            <a:extLst>
              <a:ext uri="{FF2B5EF4-FFF2-40B4-BE49-F238E27FC236}">
                <a16:creationId xmlns:a16="http://schemas.microsoft.com/office/drawing/2014/main" id="{0831C34C-34C7-B8F1-F10C-38EF1A74ECE1}"/>
              </a:ext>
            </a:extLst>
          </p:cNvPr>
          <p:cNvGraphicFramePr>
            <a:graphicFrameLocks noGrp="1"/>
          </p:cNvGraphicFramePr>
          <p:nvPr>
            <p:extLst>
              <p:ext uri="{D42A27DB-BD31-4B8C-83A1-F6EECF244321}">
                <p14:modId xmlns:p14="http://schemas.microsoft.com/office/powerpoint/2010/main" val="3651109869"/>
              </p:ext>
            </p:extLst>
          </p:nvPr>
        </p:nvGraphicFramePr>
        <p:xfrm>
          <a:off x="2121680" y="3272966"/>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-2</a:t>
                      </a:r>
                    </a:p>
                  </a:txBody>
                  <a:tcPr anchor="ctr"/>
                </a:tc>
                <a:tc>
                  <a:txBody>
                    <a:bodyPr/>
                    <a:lstStyle/>
                    <a:p>
                      <a:pPr algn="ctr"/>
                      <a:r>
                        <a:rPr lang="en-US" b="1" dirty="0"/>
                        <a:t>-1</a:t>
                      </a:r>
                    </a:p>
                  </a:txBody>
                  <a:tcPr anchor="ctr"/>
                </a:tc>
                <a:extLst>
                  <a:ext uri="{0D108BD9-81ED-4DB2-BD59-A6C34878D82A}">
                    <a16:rowId xmlns:a16="http://schemas.microsoft.com/office/drawing/2014/main" val="3795677844"/>
                  </a:ext>
                </a:extLst>
              </a:tr>
              <a:tr h="1080000">
                <a:tc>
                  <a:txBody>
                    <a:bodyPr/>
                    <a:lstStyle/>
                    <a:p>
                      <a:pPr algn="ctr"/>
                      <a:r>
                        <a:rPr lang="en-US" b="1" dirty="0"/>
                        <a:t>-1</a:t>
                      </a:r>
                    </a:p>
                  </a:txBody>
                  <a:tcPr anchor="ctr"/>
                </a:tc>
                <a:tc>
                  <a:txBody>
                    <a:bodyPr/>
                    <a:lstStyle/>
                    <a:p>
                      <a:pPr algn="ctr"/>
                      <a:r>
                        <a:rPr lang="en-US"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p:spTree>
    <p:extLst>
      <p:ext uri="{BB962C8B-B14F-4D97-AF65-F5344CB8AC3E}">
        <p14:creationId xmlns:p14="http://schemas.microsoft.com/office/powerpoint/2010/main" val="3494224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500"/>
                                        <p:tgtEl>
                                          <p:spTgt spid="1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5" grpId="0" animBg="1"/>
      <p:bldP spid="6" grpId="0" animBg="1"/>
      <p:bldP spid="7"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612180-B568-08F0-E2CD-A4568502E9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B926F2-B068-8E6E-FD8A-2DB579830183}"/>
              </a:ext>
            </a:extLst>
          </p:cNvPr>
          <p:cNvSpPr>
            <a:spLocks noGrp="1"/>
          </p:cNvSpPr>
          <p:nvPr>
            <p:ph type="title"/>
          </p:nvPr>
        </p:nvSpPr>
        <p:spPr/>
        <p:txBody>
          <a:bodyPr/>
          <a:lstStyle/>
          <a:p>
            <a:r>
              <a:rPr lang="en-PH" dirty="0"/>
              <a:t>Outline</a:t>
            </a:r>
          </a:p>
        </p:txBody>
      </p:sp>
      <p:sp>
        <p:nvSpPr>
          <p:cNvPr id="3" name="Content Placeholder 2">
            <a:extLst>
              <a:ext uri="{FF2B5EF4-FFF2-40B4-BE49-F238E27FC236}">
                <a16:creationId xmlns:a16="http://schemas.microsoft.com/office/drawing/2014/main" id="{A8B0685B-2BEE-02E1-876D-136CE739116E}"/>
              </a:ext>
            </a:extLst>
          </p:cNvPr>
          <p:cNvSpPr>
            <a:spLocks noGrp="1"/>
          </p:cNvSpPr>
          <p:nvPr>
            <p:ph idx="1"/>
          </p:nvPr>
        </p:nvSpPr>
        <p:spPr>
          <a:xfrm>
            <a:off x="838200" y="2230966"/>
            <a:ext cx="10515600" cy="3800665"/>
          </a:xfrm>
        </p:spPr>
        <p:txBody>
          <a:bodyPr>
            <a:noAutofit/>
          </a:bodyPr>
          <a:lstStyle/>
          <a:p>
            <a:pPr>
              <a:buFont typeface="Wingdings" panose="05000000000000000000" pitchFamily="2" charset="2"/>
              <a:buChar char="Ø"/>
            </a:pPr>
            <a:r>
              <a:rPr lang="en-US" sz="3200" b="1" dirty="0">
                <a:solidFill>
                  <a:schemeClr val="bg2">
                    <a:lumMod val="90000"/>
                  </a:schemeClr>
                </a:solidFill>
              </a:rPr>
              <a:t> Dynamic Programming</a:t>
            </a:r>
          </a:p>
          <a:p>
            <a:pPr>
              <a:buFont typeface="Wingdings" panose="05000000000000000000" pitchFamily="2" charset="2"/>
              <a:buChar char="Ø"/>
            </a:pPr>
            <a:endParaRPr lang="en-US" sz="3200" b="1" dirty="0">
              <a:solidFill>
                <a:schemeClr val="bg2">
                  <a:lumMod val="90000"/>
                </a:schemeClr>
              </a:solidFill>
            </a:endParaRPr>
          </a:p>
          <a:p>
            <a:pPr>
              <a:buFont typeface="Wingdings" panose="05000000000000000000" pitchFamily="2" charset="2"/>
              <a:buChar char="Ø"/>
            </a:pPr>
            <a:r>
              <a:rPr lang="en-US" sz="3200" b="1" dirty="0">
                <a:solidFill>
                  <a:schemeClr val="bg2">
                    <a:lumMod val="90000"/>
                  </a:schemeClr>
                </a:solidFill>
              </a:rPr>
              <a:t> </a:t>
            </a:r>
            <a:r>
              <a:rPr lang="en-US" sz="3200" b="1" dirty="0"/>
              <a:t>Policy Evaluation</a:t>
            </a:r>
          </a:p>
          <a:p>
            <a:pPr>
              <a:buFont typeface="Wingdings" panose="05000000000000000000" pitchFamily="2" charset="2"/>
              <a:buChar char="Ø"/>
            </a:pPr>
            <a:endParaRPr lang="en-US" sz="3200" b="1" dirty="0">
              <a:solidFill>
                <a:schemeClr val="bg2">
                  <a:lumMod val="90000"/>
                </a:schemeClr>
              </a:solidFill>
            </a:endParaRPr>
          </a:p>
          <a:p>
            <a:pPr>
              <a:buFont typeface="Wingdings" panose="05000000000000000000" pitchFamily="2" charset="2"/>
              <a:buChar char="Ø"/>
            </a:pPr>
            <a:r>
              <a:rPr lang="en-US" sz="3200" b="1" dirty="0">
                <a:solidFill>
                  <a:schemeClr val="bg2">
                    <a:lumMod val="90000"/>
                  </a:schemeClr>
                </a:solidFill>
              </a:rPr>
              <a:t> Policy Iteration</a:t>
            </a:r>
          </a:p>
          <a:p>
            <a:pPr>
              <a:buFont typeface="Wingdings" panose="05000000000000000000" pitchFamily="2" charset="2"/>
              <a:buChar char="Ø"/>
            </a:pPr>
            <a:endParaRPr lang="en-US" sz="3200" b="1" dirty="0">
              <a:solidFill>
                <a:schemeClr val="bg2">
                  <a:lumMod val="90000"/>
                </a:schemeClr>
              </a:solidFill>
            </a:endParaRPr>
          </a:p>
          <a:p>
            <a:pPr>
              <a:buFont typeface="Wingdings" panose="05000000000000000000" pitchFamily="2" charset="2"/>
              <a:buChar char="Ø"/>
            </a:pPr>
            <a:r>
              <a:rPr lang="en-US" sz="3200" b="1" dirty="0">
                <a:solidFill>
                  <a:schemeClr val="bg2">
                    <a:lumMod val="90000"/>
                  </a:schemeClr>
                </a:solidFill>
              </a:rPr>
              <a:t> Value Iteration</a:t>
            </a:r>
          </a:p>
          <a:p>
            <a:pPr>
              <a:buFont typeface="Wingdings" panose="05000000000000000000" pitchFamily="2" charset="2"/>
              <a:buChar char="Ø"/>
            </a:pPr>
            <a:endParaRPr lang="en-US" sz="3200" b="1" dirty="0"/>
          </a:p>
          <a:p>
            <a:pPr>
              <a:buFont typeface="Wingdings" panose="05000000000000000000" pitchFamily="2" charset="2"/>
              <a:buChar char="Ø"/>
            </a:pPr>
            <a:endParaRPr lang="en-US" sz="3200" b="1" dirty="0"/>
          </a:p>
          <a:p>
            <a:pPr marL="0" indent="0">
              <a:buNone/>
            </a:pPr>
            <a:endParaRPr lang="en-US" sz="3200" dirty="0"/>
          </a:p>
        </p:txBody>
      </p:sp>
    </p:spTree>
    <p:extLst>
      <p:ext uri="{BB962C8B-B14F-4D97-AF65-F5344CB8AC3E}">
        <p14:creationId xmlns:p14="http://schemas.microsoft.com/office/powerpoint/2010/main" val="413907470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D3D162-856E-D076-6C55-4E3B7841736B}"/>
              </a:ext>
            </a:extLst>
          </p:cNvPr>
          <p:cNvSpPr>
            <a:spLocks noGrp="1"/>
          </p:cNvSpPr>
          <p:nvPr>
            <p:ph type="title"/>
          </p:nvPr>
        </p:nvSpPr>
        <p:spPr/>
        <p:txBody>
          <a:bodyPr/>
          <a:lstStyle/>
          <a:p>
            <a:r>
              <a:rPr lang="en-PH" b="1" i="0" u="none" strike="noStrike" dirty="0">
                <a:solidFill>
                  <a:srgbClr val="000000"/>
                </a:solidFill>
                <a:effectLst/>
              </a:rPr>
              <a:t>Policy Evaluation</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B53CBB0C-747E-1D6E-B8D7-6F0EF7194046}"/>
                  </a:ext>
                </a:extLst>
              </p:cNvPr>
              <p:cNvSpPr>
                <a:spLocks noGrp="1"/>
              </p:cNvSpPr>
              <p:nvPr>
                <p:ph idx="1"/>
              </p:nvPr>
            </p:nvSpPr>
            <p:spPr>
              <a:xfrm>
                <a:off x="838200" y="2286869"/>
                <a:ext cx="10515600" cy="1401211"/>
              </a:xfrm>
            </p:spPr>
            <p:txBody>
              <a:bodyPr>
                <a:normAutofit fontScale="85000" lnSpcReduction="10000"/>
              </a:bodyPr>
              <a:lstStyle/>
              <a:p>
                <a:pPr>
                  <a:buNone/>
                </a:pPr>
                <a:r>
                  <a:rPr lang="en-PH" dirty="0"/>
                  <a:t>In policy evaluation, given a fixed policy </a:t>
                </a:r>
                <a14:m>
                  <m:oMath xmlns:m="http://schemas.openxmlformats.org/officeDocument/2006/math">
                    <m:r>
                      <a:rPr lang="el-GR" sz="2800" i="1" dirty="0">
                        <a:solidFill>
                          <a:srgbClr val="000000"/>
                        </a:solidFill>
                        <a:latin typeface="Cambria Math" panose="02040503050406030204" pitchFamily="18" charset="0"/>
                      </a:rPr>
                      <m:t>𝜋</m:t>
                    </m:r>
                  </m:oMath>
                </a14:m>
                <a:r>
                  <a:rPr lang="el-GR" dirty="0"/>
                  <a:t>, </a:t>
                </a:r>
                <a:r>
                  <a:rPr lang="en-GB" dirty="0"/>
                  <a:t>we </a:t>
                </a:r>
                <a:r>
                  <a:rPr lang="en-PH" dirty="0"/>
                  <a:t>compute its value function </a:t>
                </a:r>
                <a14:m>
                  <m:oMath xmlns:m="http://schemas.openxmlformats.org/officeDocument/2006/math">
                    <m:r>
                      <a:rPr lang="en-GB" i="1" dirty="0">
                        <a:solidFill>
                          <a:srgbClr val="000000"/>
                        </a:solidFill>
                        <a:latin typeface="Cambria Math" panose="02040503050406030204" pitchFamily="18" charset="0"/>
                      </a:rPr>
                      <m:t>𝑣</m:t>
                    </m:r>
                    <m:r>
                      <a:rPr lang="en-GB" b="0" i="1" dirty="0" smtClean="0">
                        <a:solidFill>
                          <a:srgbClr val="000000"/>
                        </a:solidFill>
                        <a:latin typeface="Cambria Math" panose="02040503050406030204" pitchFamily="18" charset="0"/>
                      </a:rPr>
                      <m:t>(</m:t>
                    </m:r>
                    <m:r>
                      <a:rPr lang="en-GB" b="0" i="1" dirty="0" smtClean="0">
                        <a:solidFill>
                          <a:srgbClr val="000000"/>
                        </a:solidFill>
                        <a:latin typeface="Cambria Math" panose="02040503050406030204" pitchFamily="18" charset="0"/>
                      </a:rPr>
                      <m:t>𝑠</m:t>
                    </m:r>
                    <m:r>
                      <a:rPr lang="en-GB" b="0" i="1" dirty="0" smtClean="0">
                        <a:solidFill>
                          <a:srgbClr val="000000"/>
                        </a:solidFill>
                        <a:latin typeface="Cambria Math" panose="02040503050406030204" pitchFamily="18" charset="0"/>
                      </a:rPr>
                      <m:t>)</m:t>
                    </m:r>
                  </m:oMath>
                </a14:m>
                <a:r>
                  <a:rPr lang="en-PH" dirty="0"/>
                  <a:t>.</a:t>
                </a:r>
              </a:p>
              <a:p>
                <a:pPr>
                  <a:buNone/>
                </a:pPr>
                <a:endParaRPr lang="en-PH" dirty="0"/>
              </a:p>
              <a:p>
                <a:pPr>
                  <a:buClr>
                    <a:srgbClr val="0070C0"/>
                  </a:buClr>
                  <a:buFont typeface="Wingdings" pitchFamily="2" charset="2"/>
                  <a:buChar char="§"/>
                </a:pPr>
                <a:r>
                  <a:rPr lang="en-PH" dirty="0"/>
                  <a:t>Use the </a:t>
                </a:r>
                <a:r>
                  <a:rPr lang="en-PH" b="1" dirty="0"/>
                  <a:t>Bellman expectation equation</a:t>
                </a:r>
                <a:r>
                  <a:rPr lang="en-PH" dirty="0"/>
                  <a:t> repeatedly until </a:t>
                </a:r>
                <a14:m>
                  <m:oMath xmlns:m="http://schemas.openxmlformats.org/officeDocument/2006/math">
                    <m:sSub>
                      <m:sSubPr>
                        <m:ctrlPr>
                          <a:rPr lang="en-PH" i="1" smtClean="0">
                            <a:latin typeface="Cambria Math" panose="02040503050406030204" pitchFamily="18" charset="0"/>
                          </a:rPr>
                        </m:ctrlPr>
                      </m:sSubPr>
                      <m:e>
                        <m:r>
                          <a:rPr lang="en-GB" b="0" i="1" smtClean="0">
                            <a:latin typeface="Cambria Math" panose="02040503050406030204" pitchFamily="18" charset="0"/>
                          </a:rPr>
                          <m:t>𝑣</m:t>
                        </m:r>
                      </m:e>
                      <m:sub>
                        <m:r>
                          <a:rPr lang="en-PH" i="1" smtClean="0">
                            <a:latin typeface="Cambria Math" panose="02040503050406030204" pitchFamily="18" charset="0"/>
                            <a:ea typeface="Cambria Math" panose="02040503050406030204" pitchFamily="18" charset="0"/>
                          </a:rPr>
                          <m:t>𝜋</m:t>
                        </m:r>
                      </m:sub>
                    </m:sSub>
                  </m:oMath>
                </a14:m>
                <a:r>
                  <a:rPr lang="el-GR" dirty="0"/>
                  <a:t>​ </a:t>
                </a:r>
                <a:r>
                  <a:rPr lang="en-PH" dirty="0"/>
                  <a:t>converges</a:t>
                </a:r>
              </a:p>
              <a:p>
                <a:endParaRPr lang="en-US" dirty="0"/>
              </a:p>
            </p:txBody>
          </p:sp>
        </mc:Choice>
        <mc:Fallback>
          <p:sp>
            <p:nvSpPr>
              <p:cNvPr id="3" name="Content Placeholder 2">
                <a:extLst>
                  <a:ext uri="{FF2B5EF4-FFF2-40B4-BE49-F238E27FC236}">
                    <a16:creationId xmlns:a16="http://schemas.microsoft.com/office/drawing/2014/main" id="{B53CBB0C-747E-1D6E-B8D7-6F0EF7194046}"/>
                  </a:ext>
                </a:extLst>
              </p:cNvPr>
              <p:cNvSpPr>
                <a:spLocks noGrp="1" noRot="1" noChangeAspect="1" noMove="1" noResize="1" noEditPoints="1" noAdjustHandles="1" noChangeArrowheads="1" noChangeShapeType="1" noTextEdit="1"/>
              </p:cNvSpPr>
              <p:nvPr>
                <p:ph idx="1"/>
              </p:nvPr>
            </p:nvSpPr>
            <p:spPr>
              <a:xfrm>
                <a:off x="838200" y="2286869"/>
                <a:ext cx="10515600" cy="1401211"/>
              </a:xfrm>
              <a:blipFill>
                <a:blip r:embed="rId2"/>
                <a:stretch>
                  <a:fillRect l="-965" t="-81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2A7D5958-5861-27C2-9474-274C3D9A38BE}"/>
                  </a:ext>
                </a:extLst>
              </p:cNvPr>
              <p:cNvSpPr txBox="1"/>
              <p:nvPr/>
            </p:nvSpPr>
            <p:spPr>
              <a:xfrm>
                <a:off x="1016000" y="3952240"/>
                <a:ext cx="10160000" cy="1586012"/>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PH" sz="4000" b="0" i="1" u="none" strike="noStrike" dirty="0" smtClean="0">
                              <a:solidFill>
                                <a:srgbClr val="000000"/>
                              </a:solidFill>
                              <a:effectLst/>
                              <a:latin typeface="Cambria Math" panose="02040503050406030204" pitchFamily="18" charset="0"/>
                            </a:rPr>
                          </m:ctrlPr>
                        </m:sSubPr>
                        <m:e>
                          <m:r>
                            <a:rPr lang="en-GB" sz="4000" b="0" i="1" u="none" strike="noStrike" dirty="0" smtClean="0">
                              <a:solidFill>
                                <a:srgbClr val="000000"/>
                              </a:solidFill>
                              <a:effectLst/>
                              <a:latin typeface="Cambria Math" panose="02040503050406030204" pitchFamily="18" charset="0"/>
                            </a:rPr>
                            <m:t>𝑣</m:t>
                          </m:r>
                        </m:e>
                        <m:sub>
                          <m:r>
                            <a:rPr lang="en-GB" sz="4000" b="0" i="1" u="none" strike="noStrike" dirty="0" smtClean="0">
                              <a:solidFill>
                                <a:srgbClr val="000000"/>
                              </a:solidFill>
                              <a:effectLst/>
                              <a:latin typeface="Cambria Math" panose="02040503050406030204" pitchFamily="18" charset="0"/>
                            </a:rPr>
                            <m:t>𝑘</m:t>
                          </m:r>
                          <m:r>
                            <a:rPr lang="en-GB" sz="4000" b="0" i="1" u="none" strike="noStrike" dirty="0" smtClean="0">
                              <a:solidFill>
                                <a:srgbClr val="000000"/>
                              </a:solidFill>
                              <a:effectLst/>
                              <a:latin typeface="Cambria Math" panose="02040503050406030204" pitchFamily="18" charset="0"/>
                            </a:rPr>
                            <m:t>+1</m:t>
                          </m:r>
                        </m:sub>
                      </m:sSub>
                      <m:d>
                        <m:dPr>
                          <m:ctrlPr>
                            <a:rPr lang="en-GB" sz="4000" b="0" i="1" u="none" strike="noStrike" dirty="0" smtClean="0">
                              <a:solidFill>
                                <a:srgbClr val="000000"/>
                              </a:solidFill>
                              <a:effectLst/>
                              <a:latin typeface="Cambria Math" panose="02040503050406030204" pitchFamily="18" charset="0"/>
                            </a:rPr>
                          </m:ctrlPr>
                        </m:dPr>
                        <m:e>
                          <m:r>
                            <a:rPr lang="en-GB" sz="4000" b="0" i="1" u="none" strike="noStrike" dirty="0" smtClean="0">
                              <a:solidFill>
                                <a:srgbClr val="000000"/>
                              </a:solidFill>
                              <a:effectLst/>
                              <a:latin typeface="Cambria Math" panose="02040503050406030204" pitchFamily="18" charset="0"/>
                            </a:rPr>
                            <m:t>𝑠</m:t>
                          </m:r>
                        </m:e>
                      </m:d>
                      <m:r>
                        <a:rPr lang="en-PH" sz="4000" b="0" i="1" u="none" strike="noStrike" dirty="0">
                          <a:solidFill>
                            <a:srgbClr val="000000"/>
                          </a:solidFill>
                          <a:effectLst/>
                          <a:latin typeface="Cambria Math" panose="02040503050406030204" pitchFamily="18" charset="0"/>
                        </a:rPr>
                        <m:t>=</m:t>
                      </m:r>
                      <m:nary>
                        <m:naryPr>
                          <m:chr m:val="∑"/>
                          <m:supHide m:val="on"/>
                          <m:ctrlPr>
                            <a:rPr lang="en-PH" sz="4000" b="0" i="1" u="none" strike="noStrike" dirty="0" smtClean="0">
                              <a:solidFill>
                                <a:srgbClr val="000000"/>
                              </a:solidFill>
                              <a:effectLst/>
                              <a:latin typeface="Cambria Math" panose="02040503050406030204" pitchFamily="18" charset="0"/>
                            </a:rPr>
                          </m:ctrlPr>
                        </m:naryPr>
                        <m:sub>
                          <m:r>
                            <m:rPr>
                              <m:brk m:alnAt="7"/>
                            </m:rPr>
                            <a:rPr lang="en-GB" sz="4000" b="0" i="1" u="none" strike="noStrike" dirty="0" smtClean="0">
                              <a:solidFill>
                                <a:srgbClr val="000000"/>
                              </a:solidFill>
                              <a:effectLst/>
                              <a:latin typeface="Cambria Math" panose="02040503050406030204" pitchFamily="18" charset="0"/>
                            </a:rPr>
                            <m:t>𝑎</m:t>
                          </m:r>
                        </m:sub>
                        <m:sup/>
                        <m:e>
                          <m:r>
                            <a:rPr lang="el-GR" sz="4000" i="1" dirty="0">
                              <a:solidFill>
                                <a:srgbClr val="000000"/>
                              </a:solidFill>
                              <a:latin typeface="Cambria Math" panose="02040503050406030204" pitchFamily="18" charset="0"/>
                            </a:rPr>
                            <m:t>𝜋</m:t>
                          </m:r>
                          <m:r>
                            <a:rPr lang="el-GR" sz="4000" i="1" dirty="0">
                              <a:solidFill>
                                <a:srgbClr val="000000"/>
                              </a:solidFill>
                              <a:latin typeface="Cambria Math" panose="02040503050406030204" pitchFamily="18" charset="0"/>
                            </a:rPr>
                            <m:t>(</m:t>
                          </m:r>
                          <m:r>
                            <a:rPr lang="en-PH" sz="4000" i="1" dirty="0" err="1">
                              <a:solidFill>
                                <a:srgbClr val="000000"/>
                              </a:solidFill>
                              <a:latin typeface="Cambria Math" panose="02040503050406030204" pitchFamily="18" charset="0"/>
                            </a:rPr>
                            <m:t>𝑎</m:t>
                          </m:r>
                          <m:r>
                            <a:rPr lang="en-PH" sz="4000" i="1" dirty="0" err="1">
                              <a:solidFill>
                                <a:srgbClr val="000000"/>
                              </a:solidFill>
                              <a:latin typeface="Cambria Math" panose="02040503050406030204" pitchFamily="18" charset="0"/>
                            </a:rPr>
                            <m:t>∣</m:t>
                          </m:r>
                          <m:r>
                            <a:rPr lang="en-PH" sz="4000" i="1" dirty="0" err="1">
                              <a:solidFill>
                                <a:srgbClr val="000000"/>
                              </a:solidFill>
                              <a:latin typeface="Cambria Math" panose="02040503050406030204" pitchFamily="18" charset="0"/>
                            </a:rPr>
                            <m:t>𝑠</m:t>
                          </m:r>
                          <m:r>
                            <a:rPr lang="en-PH" sz="4000" i="1" dirty="0">
                              <a:solidFill>
                                <a:srgbClr val="000000"/>
                              </a:solidFill>
                              <a:latin typeface="Cambria Math" panose="02040503050406030204" pitchFamily="18" charset="0"/>
                            </a:rPr>
                            <m:t>)[</m:t>
                          </m:r>
                          <m:r>
                            <a:rPr lang="en-PH" sz="4000" i="1" dirty="0" smtClean="0">
                              <a:solidFill>
                                <a:srgbClr val="000000"/>
                              </a:solidFill>
                              <a:latin typeface="Cambria Math" panose="02040503050406030204" pitchFamily="18" charset="0"/>
                            </a:rPr>
                            <m:t>𝑟</m:t>
                          </m:r>
                          <m:r>
                            <a:rPr lang="en-PH" sz="4000" i="1" dirty="0">
                              <a:solidFill>
                                <a:srgbClr val="000000"/>
                              </a:solidFill>
                              <a:latin typeface="Cambria Math" panose="02040503050406030204" pitchFamily="18" charset="0"/>
                            </a:rPr>
                            <m:t>(</m:t>
                          </m:r>
                          <m:r>
                            <a:rPr lang="en-PH" sz="4000" i="1" dirty="0" err="1">
                              <a:solidFill>
                                <a:srgbClr val="000000"/>
                              </a:solidFill>
                              <a:latin typeface="Cambria Math" panose="02040503050406030204" pitchFamily="18" charset="0"/>
                            </a:rPr>
                            <m:t>𝑠</m:t>
                          </m:r>
                          <m:r>
                            <a:rPr lang="en-PH" sz="4000" i="1" dirty="0" err="1">
                              <a:solidFill>
                                <a:srgbClr val="000000"/>
                              </a:solidFill>
                              <a:latin typeface="Cambria Math" panose="02040503050406030204" pitchFamily="18" charset="0"/>
                            </a:rPr>
                            <m:t>,</m:t>
                          </m:r>
                          <m:r>
                            <a:rPr lang="en-PH" sz="4000" i="1" dirty="0" err="1">
                              <a:solidFill>
                                <a:srgbClr val="000000"/>
                              </a:solidFill>
                              <a:latin typeface="Cambria Math" panose="02040503050406030204" pitchFamily="18" charset="0"/>
                            </a:rPr>
                            <m:t>𝑎</m:t>
                          </m:r>
                          <m:r>
                            <a:rPr lang="en-PH" sz="4000" i="1" dirty="0">
                              <a:solidFill>
                                <a:srgbClr val="000000"/>
                              </a:solidFill>
                              <a:latin typeface="Cambria Math" panose="02040503050406030204" pitchFamily="18" charset="0"/>
                            </a:rPr>
                            <m:t>)+</m:t>
                          </m:r>
                          <m:r>
                            <a:rPr lang="el-GR" sz="4000" i="1" dirty="0">
                              <a:solidFill>
                                <a:srgbClr val="000000"/>
                              </a:solidFill>
                              <a:latin typeface="Cambria Math" panose="02040503050406030204" pitchFamily="18" charset="0"/>
                            </a:rPr>
                            <m:t>𝛾</m:t>
                          </m:r>
                          <m:sSub>
                            <m:sSubPr>
                              <m:ctrlPr>
                                <a:rPr lang="en-PH" sz="4000" i="1" dirty="0">
                                  <a:solidFill>
                                    <a:srgbClr val="000000"/>
                                  </a:solidFill>
                                  <a:latin typeface="Cambria Math" panose="02040503050406030204" pitchFamily="18" charset="0"/>
                                </a:rPr>
                              </m:ctrlPr>
                            </m:sSubPr>
                            <m:e>
                              <m:r>
                                <a:rPr lang="en-GB" sz="4000" i="1" dirty="0">
                                  <a:solidFill>
                                    <a:srgbClr val="000000"/>
                                  </a:solidFill>
                                  <a:latin typeface="Cambria Math" panose="02040503050406030204" pitchFamily="18" charset="0"/>
                                </a:rPr>
                                <m:t>𝑣</m:t>
                              </m:r>
                            </m:e>
                            <m:sub>
                              <m:r>
                                <a:rPr lang="en-GB" sz="4000" b="0" i="1" dirty="0" smtClean="0">
                                  <a:solidFill>
                                    <a:srgbClr val="000000"/>
                                  </a:solidFill>
                                  <a:latin typeface="Cambria Math" panose="02040503050406030204" pitchFamily="18" charset="0"/>
                                </a:rPr>
                                <m:t>𝑘</m:t>
                              </m:r>
                            </m:sub>
                          </m:sSub>
                          <m:r>
                            <a:rPr lang="en-PH" sz="4000" i="1" dirty="0">
                              <a:solidFill>
                                <a:srgbClr val="000000"/>
                              </a:solidFill>
                              <a:latin typeface="Cambria Math" panose="02040503050406030204" pitchFamily="18" charset="0"/>
                            </a:rPr>
                            <m:t>(</m:t>
                          </m:r>
                          <m:r>
                            <a:rPr lang="en-PH" sz="4000" i="1" dirty="0">
                              <a:solidFill>
                                <a:srgbClr val="000000"/>
                              </a:solidFill>
                              <a:latin typeface="Cambria Math" panose="02040503050406030204" pitchFamily="18" charset="0"/>
                            </a:rPr>
                            <m:t>𝑠</m:t>
                          </m:r>
                          <m:r>
                            <a:rPr lang="en-PH" sz="4000" i="1" dirty="0">
                              <a:solidFill>
                                <a:srgbClr val="000000"/>
                              </a:solidFill>
                              <a:latin typeface="Cambria Math" panose="02040503050406030204" pitchFamily="18" charset="0"/>
                            </a:rPr>
                            <m:t>′)]</m:t>
                          </m:r>
                        </m:e>
                      </m:nary>
                    </m:oMath>
                  </m:oMathPara>
                </a14:m>
                <a:endParaRPr lang="en-US" sz="4000" dirty="0"/>
              </a:p>
            </p:txBody>
          </p:sp>
        </mc:Choice>
        <mc:Fallback xmlns="">
          <p:sp>
            <p:nvSpPr>
              <p:cNvPr id="4" name="TextBox 3">
                <a:extLst>
                  <a:ext uri="{FF2B5EF4-FFF2-40B4-BE49-F238E27FC236}">
                    <a16:creationId xmlns:a16="http://schemas.microsoft.com/office/drawing/2014/main" id="{2A7D5958-5861-27C2-9474-274C3D9A38BE}"/>
                  </a:ext>
                </a:extLst>
              </p:cNvPr>
              <p:cNvSpPr txBox="1">
                <a:spLocks noRot="1" noChangeAspect="1" noMove="1" noResize="1" noEditPoints="1" noAdjustHandles="1" noChangeArrowheads="1" noChangeShapeType="1" noTextEdit="1"/>
              </p:cNvSpPr>
              <p:nvPr/>
            </p:nvSpPr>
            <p:spPr>
              <a:xfrm>
                <a:off x="1016000" y="3952240"/>
                <a:ext cx="10160000" cy="1586012"/>
              </a:xfrm>
              <a:prstGeom prst="rect">
                <a:avLst/>
              </a:prstGeom>
              <a:blipFill>
                <a:blip r:embed="rId3"/>
                <a:stretch>
                  <a:fillRect t="-131783" b="-181395"/>
                </a:stretch>
              </a:blipFill>
              <a:ln w="38100">
                <a:solidFill>
                  <a:schemeClr val="tx1"/>
                </a:solidFill>
              </a:ln>
            </p:spPr>
            <p:txBody>
              <a:bodyPr/>
              <a:lstStyle/>
              <a:p>
                <a:r>
                  <a:rPr lang="en-US">
                    <a:noFill/>
                  </a:rPr>
                  <a:t> </a:t>
                </a:r>
              </a:p>
            </p:txBody>
          </p:sp>
        </mc:Fallback>
      </mc:AlternateContent>
    </p:spTree>
    <p:extLst>
      <p:ext uri="{BB962C8B-B14F-4D97-AF65-F5344CB8AC3E}">
        <p14:creationId xmlns:p14="http://schemas.microsoft.com/office/powerpoint/2010/main" val="7827928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30D616-5761-21A9-BC4F-0F691EDFF254}"/>
              </a:ext>
            </a:extLst>
          </p:cNvPr>
          <p:cNvSpPr>
            <a:spLocks noGrp="1"/>
          </p:cNvSpPr>
          <p:nvPr>
            <p:ph type="title"/>
          </p:nvPr>
        </p:nvSpPr>
        <p:spPr/>
        <p:txBody>
          <a:bodyPr/>
          <a:lstStyle/>
          <a:p>
            <a:r>
              <a:rPr lang="en-US" dirty="0" err="1"/>
              <a:t>Gridworld</a:t>
            </a:r>
            <a:endParaRPr lang="en-US" dirty="0"/>
          </a:p>
        </p:txBody>
      </p:sp>
      <p:sp>
        <p:nvSpPr>
          <p:cNvPr id="4" name="TextBox 3">
            <a:extLst>
              <a:ext uri="{FF2B5EF4-FFF2-40B4-BE49-F238E27FC236}">
                <a16:creationId xmlns:a16="http://schemas.microsoft.com/office/drawing/2014/main" id="{2C7A4683-51D5-4390-4EFA-E7D8D7C1C8AE}"/>
              </a:ext>
            </a:extLst>
          </p:cNvPr>
          <p:cNvSpPr txBox="1"/>
          <p:nvPr/>
        </p:nvSpPr>
        <p:spPr>
          <a:xfrm>
            <a:off x="838200" y="2111472"/>
            <a:ext cx="6116320" cy="4154984"/>
          </a:xfrm>
          <a:prstGeom prst="rect">
            <a:avLst/>
          </a:prstGeom>
          <a:noFill/>
        </p:spPr>
        <p:txBody>
          <a:bodyPr wrap="square">
            <a:spAutoFit/>
          </a:bodyPr>
          <a:lstStyle/>
          <a:p>
            <a:r>
              <a:rPr lang="en-PH" sz="2400" dirty="0"/>
              <a:t>a 2D grid where each cell represents a </a:t>
            </a:r>
            <a:r>
              <a:rPr lang="en-PH" sz="2400" b="1" dirty="0">
                <a:solidFill>
                  <a:srgbClr val="7030A0"/>
                </a:solidFill>
              </a:rPr>
              <a:t>state</a:t>
            </a:r>
            <a:r>
              <a:rPr lang="en-PH" sz="2400" dirty="0"/>
              <a:t>.</a:t>
            </a:r>
          </a:p>
          <a:p>
            <a:endParaRPr lang="en-PH" sz="2400" dirty="0"/>
          </a:p>
          <a:p>
            <a:r>
              <a:rPr lang="en-PH" sz="2400" dirty="0"/>
              <a:t>An agent starts at a designated position and learns to navigate the grid by taking </a:t>
            </a:r>
            <a:r>
              <a:rPr lang="en-PH" sz="2400" b="1" dirty="0">
                <a:solidFill>
                  <a:srgbClr val="FF0000"/>
                </a:solidFill>
              </a:rPr>
              <a:t>actions</a:t>
            </a:r>
            <a:r>
              <a:rPr lang="en-PH" sz="2400" dirty="0"/>
              <a:t> </a:t>
            </a:r>
            <a:r>
              <a:rPr lang="en-PH" sz="2400" b="1" dirty="0"/>
              <a:t>(like up, down, left, or right) </a:t>
            </a:r>
            <a:r>
              <a:rPr lang="en-PH" sz="2400" dirty="0"/>
              <a:t>to reach a goal state, while avoiding obstacles. </a:t>
            </a:r>
          </a:p>
          <a:p>
            <a:endParaRPr lang="en-PH" sz="2400" dirty="0"/>
          </a:p>
          <a:p>
            <a:r>
              <a:rPr lang="en-PH" sz="2400" b="1" dirty="0">
                <a:solidFill>
                  <a:srgbClr val="00B050"/>
                </a:solidFill>
              </a:rPr>
              <a:t>Rewards</a:t>
            </a:r>
            <a:r>
              <a:rPr lang="en-PH" sz="2400" dirty="0"/>
              <a:t> and penalties are given for actions and reaching certain states, helping the agent learn an optimal path through trial and error.</a:t>
            </a:r>
            <a:endParaRPr lang="en-US" sz="2400" dirty="0"/>
          </a:p>
        </p:txBody>
      </p:sp>
      <p:pic>
        <p:nvPicPr>
          <p:cNvPr id="6" name="Picture 5" descr="A grid of squares with a blue square in the middle&#10;&#10;AI-generated content may be incorrect.">
            <a:extLst>
              <a:ext uri="{FF2B5EF4-FFF2-40B4-BE49-F238E27FC236}">
                <a16:creationId xmlns:a16="http://schemas.microsoft.com/office/drawing/2014/main" id="{AB6999A6-AE8B-5CCD-EB69-A0889916796E}"/>
              </a:ext>
            </a:extLst>
          </p:cNvPr>
          <p:cNvPicPr>
            <a:picLocks noChangeAspect="1"/>
          </p:cNvPicPr>
          <p:nvPr/>
        </p:nvPicPr>
        <p:blipFill>
          <a:blip r:embed="rId2"/>
          <a:stretch>
            <a:fillRect/>
          </a:stretch>
        </p:blipFill>
        <p:spPr>
          <a:xfrm>
            <a:off x="7807960" y="2111472"/>
            <a:ext cx="3606800" cy="3060700"/>
          </a:xfrm>
          <a:prstGeom prst="rect">
            <a:avLst/>
          </a:prstGeom>
        </p:spPr>
      </p:pic>
    </p:spTree>
    <p:extLst>
      <p:ext uri="{BB962C8B-B14F-4D97-AF65-F5344CB8AC3E}">
        <p14:creationId xmlns:p14="http://schemas.microsoft.com/office/powerpoint/2010/main" val="46064301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AFB29E0E-5DA4-F678-26BB-EBBB63EC68B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550D731-D9A3-871F-8A6B-EF5786C8A9C9}"/>
                  </a:ext>
                </a:extLst>
              </p:cNvPr>
              <p:cNvSpPr txBox="1"/>
              <p:nvPr/>
            </p:nvSpPr>
            <p:spPr>
              <a:xfrm>
                <a:off x="838200" y="4239746"/>
                <a:ext cx="8519160" cy="1708160"/>
              </a:xfrm>
              <a:prstGeom prst="rect">
                <a:avLst/>
              </a:prstGeom>
              <a:noFill/>
            </p:spPr>
            <p:txBody>
              <a:bodyPr wrap="square">
                <a:spAutoFit/>
              </a:bodyPr>
              <a:lstStyle/>
              <a:p>
                <a:pPr marL="342900" indent="-342900">
                  <a:buClr>
                    <a:srgbClr val="0070C0"/>
                  </a:buClr>
                  <a:buFont typeface="Wingdings" pitchFamily="2" charset="2"/>
                  <a:buChar char="§"/>
                </a:pPr>
                <a:r>
                  <a:rPr lang="en-GB" sz="2100" b="1" dirty="0">
                    <a:solidFill>
                      <a:srgbClr val="7030A0"/>
                    </a:solidFill>
                    <a:ea typeface="Cambria Math" panose="02040503050406030204" pitchFamily="18" charset="0"/>
                  </a:rPr>
                  <a:t>States</a:t>
                </a:r>
                <a:r>
                  <a:rPr lang="en-GB" sz="2100" dirty="0">
                    <a:ea typeface="Cambria Math" panose="02040503050406030204" pitchFamily="18" charset="0"/>
                  </a:rPr>
                  <a:t> </a:t>
                </a:r>
                <a14:m>
                  <m:oMath xmlns:m="http://schemas.openxmlformats.org/officeDocument/2006/math">
                    <m:r>
                      <a:rPr lang="en-GB" sz="2100" i="1" smtClean="0">
                        <a:latin typeface="Cambria Math" panose="02040503050406030204" pitchFamily="18" charset="0"/>
                        <a:ea typeface="Cambria Math" panose="02040503050406030204" pitchFamily="18" charset="0"/>
                      </a:rPr>
                      <m:t>𝒮</m:t>
                    </m:r>
                    <m:r>
                      <a:rPr lang="en-GB" sz="2100" b="0" i="1" smtClean="0">
                        <a:latin typeface="Cambria Math" panose="02040503050406030204" pitchFamily="18" charset="0"/>
                        <a:ea typeface="Cambria Math" panose="02040503050406030204" pitchFamily="18" charset="0"/>
                      </a:rPr>
                      <m:t>=</m:t>
                    </m:r>
                    <m:d>
                      <m:dPr>
                        <m:ctrlPr>
                          <a:rPr lang="en-GB" sz="2100" b="0" i="1" smtClean="0">
                            <a:latin typeface="Cambria Math" panose="02040503050406030204" pitchFamily="18" charset="0"/>
                            <a:ea typeface="Cambria Math" panose="02040503050406030204" pitchFamily="18" charset="0"/>
                          </a:rPr>
                        </m:ctrlPr>
                      </m:dPr>
                      <m:e>
                        <m:r>
                          <a:rPr lang="en-GB" sz="2100" b="0" i="1" smtClean="0">
                            <a:latin typeface="Cambria Math" panose="02040503050406030204" pitchFamily="18" charset="0"/>
                            <a:ea typeface="Cambria Math" panose="02040503050406030204" pitchFamily="18" charset="0"/>
                          </a:rPr>
                          <m:t>𝐴</m:t>
                        </m:r>
                        <m:r>
                          <a:rPr lang="en-GB" sz="2100" b="0" i="1" smtClean="0">
                            <a:latin typeface="Cambria Math" panose="02040503050406030204" pitchFamily="18" charset="0"/>
                            <a:ea typeface="Cambria Math" panose="02040503050406030204" pitchFamily="18" charset="0"/>
                          </a:rPr>
                          <m:t>,</m:t>
                        </m:r>
                        <m:r>
                          <a:rPr lang="en-GB" sz="2100" b="0" i="1" smtClean="0">
                            <a:latin typeface="Cambria Math" panose="02040503050406030204" pitchFamily="18" charset="0"/>
                            <a:ea typeface="Cambria Math" panose="02040503050406030204" pitchFamily="18" charset="0"/>
                          </a:rPr>
                          <m:t>𝐵</m:t>
                        </m:r>
                        <m:r>
                          <a:rPr lang="en-GB" sz="2100" b="0" i="1" smtClean="0">
                            <a:latin typeface="Cambria Math" panose="02040503050406030204" pitchFamily="18" charset="0"/>
                            <a:ea typeface="Cambria Math" panose="02040503050406030204" pitchFamily="18" charset="0"/>
                          </a:rPr>
                          <m:t>,</m:t>
                        </m:r>
                        <m:r>
                          <a:rPr lang="en-GB" sz="2100" b="0" i="1" smtClean="0">
                            <a:latin typeface="Cambria Math" panose="02040503050406030204" pitchFamily="18" charset="0"/>
                            <a:ea typeface="Cambria Math" panose="02040503050406030204" pitchFamily="18" charset="0"/>
                          </a:rPr>
                          <m:t>𝐶</m:t>
                        </m:r>
                        <m:r>
                          <a:rPr lang="en-GB" sz="2100" b="0" i="1" smtClean="0">
                            <a:latin typeface="Cambria Math" panose="02040503050406030204" pitchFamily="18" charset="0"/>
                            <a:ea typeface="Cambria Math" panose="02040503050406030204" pitchFamily="18" charset="0"/>
                          </a:rPr>
                          <m:t>,</m:t>
                        </m:r>
                        <m:r>
                          <a:rPr lang="en-GB" sz="2100" b="0" i="1" smtClean="0">
                            <a:latin typeface="Cambria Math" panose="02040503050406030204" pitchFamily="18" charset="0"/>
                            <a:ea typeface="Cambria Math" panose="02040503050406030204" pitchFamily="18" charset="0"/>
                          </a:rPr>
                          <m:t>𝐷</m:t>
                        </m:r>
                      </m:e>
                    </m:d>
                  </m:oMath>
                </a14:m>
                <a:endParaRPr lang="en-GB" sz="2100" b="0" i="1" dirty="0">
                  <a:latin typeface="Cambria Math" panose="02040503050406030204" pitchFamily="18" charset="0"/>
                  <a:ea typeface="Cambria Math" panose="02040503050406030204" pitchFamily="18" charset="0"/>
                </a:endParaRPr>
              </a:p>
              <a:p>
                <a:pPr marL="342900" indent="-342900">
                  <a:buClr>
                    <a:srgbClr val="0070C0"/>
                  </a:buClr>
                  <a:buFont typeface="Wingdings" pitchFamily="2" charset="2"/>
                  <a:buChar char="§"/>
                </a:pPr>
                <a:r>
                  <a:rPr lang="en-GB" sz="2100" b="1" dirty="0">
                    <a:solidFill>
                      <a:srgbClr val="FF0000"/>
                    </a:solidFill>
                    <a:ea typeface="Cambria Math" panose="02040503050406030204" pitchFamily="18" charset="0"/>
                  </a:rPr>
                  <a:t>Actions</a:t>
                </a:r>
                <a:r>
                  <a:rPr lang="en-GB" sz="2100" dirty="0">
                    <a:ea typeface="Cambria Math" panose="02040503050406030204" pitchFamily="18" charset="0"/>
                  </a:rPr>
                  <a:t> </a:t>
                </a:r>
                <a14:m>
                  <m:oMath xmlns:m="http://schemas.openxmlformats.org/officeDocument/2006/math">
                    <m:r>
                      <a:rPr lang="en-GB" sz="2100" i="1" smtClean="0">
                        <a:latin typeface="Cambria Math" panose="02040503050406030204" pitchFamily="18" charset="0"/>
                        <a:ea typeface="Cambria Math" panose="02040503050406030204" pitchFamily="18" charset="0"/>
                      </a:rPr>
                      <m:t>𝒜</m:t>
                    </m:r>
                    <m:r>
                      <a:rPr lang="en-GB" sz="2100" b="0" i="1" smtClean="0">
                        <a:latin typeface="Cambria Math" panose="02040503050406030204" pitchFamily="18" charset="0"/>
                        <a:ea typeface="Cambria Math" panose="02040503050406030204" pitchFamily="18" charset="0"/>
                      </a:rPr>
                      <m:t>=(</m:t>
                    </m:r>
                    <m:r>
                      <a:rPr lang="en-GB" sz="2100" b="0" i="1" smtClean="0">
                        <a:latin typeface="Cambria Math" panose="02040503050406030204" pitchFamily="18" charset="0"/>
                        <a:ea typeface="Cambria Math" panose="02040503050406030204" pitchFamily="18" charset="0"/>
                      </a:rPr>
                      <m:t>𝑈𝑃</m:t>
                    </m:r>
                    <m:r>
                      <a:rPr lang="en-GB" sz="2100" b="0" i="1" smtClean="0">
                        <a:latin typeface="Cambria Math" panose="02040503050406030204" pitchFamily="18" charset="0"/>
                        <a:ea typeface="Cambria Math" panose="02040503050406030204" pitchFamily="18" charset="0"/>
                      </a:rPr>
                      <m:t>, </m:t>
                    </m:r>
                    <m:r>
                      <a:rPr lang="en-GB" sz="2100" b="0" i="1" smtClean="0">
                        <a:latin typeface="Cambria Math" panose="02040503050406030204" pitchFamily="18" charset="0"/>
                        <a:ea typeface="Cambria Math" panose="02040503050406030204" pitchFamily="18" charset="0"/>
                      </a:rPr>
                      <m:t>𝐷𝑂𝑊𝑁</m:t>
                    </m:r>
                    <m:r>
                      <a:rPr lang="en-GB" sz="2100" b="0" i="1" smtClean="0">
                        <a:latin typeface="Cambria Math" panose="02040503050406030204" pitchFamily="18" charset="0"/>
                        <a:ea typeface="Cambria Math" panose="02040503050406030204" pitchFamily="18" charset="0"/>
                      </a:rPr>
                      <m:t>, </m:t>
                    </m:r>
                    <m:r>
                      <a:rPr lang="en-GB" sz="2100" b="0" i="1" smtClean="0">
                        <a:latin typeface="Cambria Math" panose="02040503050406030204" pitchFamily="18" charset="0"/>
                        <a:ea typeface="Cambria Math" panose="02040503050406030204" pitchFamily="18" charset="0"/>
                      </a:rPr>
                      <m:t>𝐿𝐸𝐹𝑇</m:t>
                    </m:r>
                    <m:r>
                      <a:rPr lang="en-GB" sz="2100" b="0" i="1" smtClean="0">
                        <a:latin typeface="Cambria Math" panose="02040503050406030204" pitchFamily="18" charset="0"/>
                        <a:ea typeface="Cambria Math" panose="02040503050406030204" pitchFamily="18" charset="0"/>
                      </a:rPr>
                      <m:t>, </m:t>
                    </m:r>
                    <m:r>
                      <a:rPr lang="en-GB" sz="2100" b="0" i="1" smtClean="0">
                        <a:latin typeface="Cambria Math" panose="02040503050406030204" pitchFamily="18" charset="0"/>
                        <a:ea typeface="Cambria Math" panose="02040503050406030204" pitchFamily="18" charset="0"/>
                      </a:rPr>
                      <m:t>𝑅𝐼𝐺𝐻𝑇</m:t>
                    </m:r>
                    <m:r>
                      <a:rPr lang="en-GB" sz="2100" b="0" i="1" smtClean="0">
                        <a:latin typeface="Cambria Math" panose="02040503050406030204" pitchFamily="18" charset="0"/>
                        <a:ea typeface="Cambria Math" panose="02040503050406030204" pitchFamily="18" charset="0"/>
                      </a:rPr>
                      <m:t>)</m:t>
                    </m:r>
                  </m:oMath>
                </a14:m>
                <a:endParaRPr lang="en-GB" sz="2100" b="0" i="1" dirty="0">
                  <a:latin typeface="Cambria Math" panose="02040503050406030204" pitchFamily="18" charset="0"/>
                  <a:ea typeface="Cambria Math" panose="02040503050406030204" pitchFamily="18" charset="0"/>
                </a:endParaRPr>
              </a:p>
              <a:p>
                <a:pPr marL="342900" indent="-342900">
                  <a:buClr>
                    <a:srgbClr val="0070C0"/>
                  </a:buClr>
                  <a:buFont typeface="Wingdings" pitchFamily="2" charset="2"/>
                  <a:buChar char="§"/>
                </a:pPr>
                <a:r>
                  <a:rPr lang="en-GB" sz="2100" b="1" dirty="0">
                    <a:solidFill>
                      <a:srgbClr val="00B0F0"/>
                    </a:solidFill>
                    <a:ea typeface="Cambria Math" panose="02040503050406030204" pitchFamily="18" charset="0"/>
                  </a:rPr>
                  <a:t>Policy</a:t>
                </a:r>
                <a:r>
                  <a:rPr lang="en-GB" sz="2100" dirty="0">
                    <a:ea typeface="Cambria Math" panose="02040503050406030204" pitchFamily="18" charset="0"/>
                  </a:rPr>
                  <a:t> </a:t>
                </a:r>
                <a14:m>
                  <m:oMath xmlns:m="http://schemas.openxmlformats.org/officeDocument/2006/math">
                    <m:r>
                      <a:rPr lang="en-GB" sz="2100" i="1">
                        <a:latin typeface="Cambria Math" panose="02040503050406030204" pitchFamily="18" charset="0"/>
                        <a:ea typeface="Cambria Math" panose="02040503050406030204" pitchFamily="18" charset="0"/>
                      </a:rPr>
                      <m:t>𝒫</m:t>
                    </m:r>
                    <m:r>
                      <a:rPr lang="en-GB" sz="2100" b="0" i="1" smtClean="0">
                        <a:latin typeface="Cambria Math" panose="02040503050406030204" pitchFamily="18" charset="0"/>
                        <a:ea typeface="Cambria Math" panose="02040503050406030204" pitchFamily="18" charset="0"/>
                      </a:rPr>
                      <m:t>=</m:t>
                    </m:r>
                    <m:r>
                      <m:rPr>
                        <m:nor/>
                      </m:rPr>
                      <a:rPr lang="en-PH" sz="2100"/>
                      <m:t>From</m:t>
                    </m:r>
                    <m:r>
                      <m:rPr>
                        <m:nor/>
                      </m:rPr>
                      <a:rPr lang="en-PH" sz="2100"/>
                      <m:t> </m:t>
                    </m:r>
                    <m:r>
                      <m:rPr>
                        <m:nor/>
                      </m:rPr>
                      <a:rPr lang="en-PH" sz="2100"/>
                      <m:t>every</m:t>
                    </m:r>
                    <m:r>
                      <m:rPr>
                        <m:nor/>
                      </m:rPr>
                      <a:rPr lang="en-PH" sz="2100"/>
                      <m:t> </m:t>
                    </m:r>
                    <m:r>
                      <m:rPr>
                        <m:nor/>
                      </m:rPr>
                      <a:rPr lang="en-PH" sz="2100"/>
                      <m:t>state</m:t>
                    </m:r>
                    <m:r>
                      <m:rPr>
                        <m:nor/>
                      </m:rPr>
                      <a:rPr lang="en-PH" sz="2100"/>
                      <m:t>, </m:t>
                    </m:r>
                    <m:r>
                      <m:rPr>
                        <m:nor/>
                      </m:rPr>
                      <a:rPr lang="en-PH" sz="2100"/>
                      <m:t>choose</m:t>
                    </m:r>
                    <m:r>
                      <m:rPr>
                        <m:nor/>
                      </m:rPr>
                      <a:rPr lang="en-PH" sz="2100"/>
                      <m:t> </m:t>
                    </m:r>
                    <m:r>
                      <m:rPr>
                        <m:nor/>
                      </m:rPr>
                      <a:rPr lang="en-PH" sz="2100"/>
                      <m:t>each</m:t>
                    </m:r>
                    <m:r>
                      <m:rPr>
                        <m:nor/>
                      </m:rPr>
                      <a:rPr lang="en-PH" sz="2100"/>
                      <m:t> </m:t>
                    </m:r>
                    <m:r>
                      <m:rPr>
                        <m:nor/>
                      </m:rPr>
                      <a:rPr lang="en-PH" sz="2100"/>
                      <m:t>action</m:t>
                    </m:r>
                    <m:r>
                      <m:rPr>
                        <m:nor/>
                      </m:rPr>
                      <a:rPr lang="en-PH" sz="2100"/>
                      <m:t> </m:t>
                    </m:r>
                    <m:r>
                      <m:rPr>
                        <m:nor/>
                      </m:rPr>
                      <a:rPr lang="en-PH" sz="2100"/>
                      <m:t>with</m:t>
                    </m:r>
                    <m:r>
                      <m:rPr>
                        <m:nor/>
                      </m:rPr>
                      <a:rPr lang="en-PH" sz="2100"/>
                      <m:t> </m:t>
                    </m:r>
                    <m:r>
                      <m:rPr>
                        <m:nor/>
                      </m:rPr>
                      <a:rPr lang="en-PH" sz="2100"/>
                      <m:t>probability</m:t>
                    </m:r>
                    <m:r>
                      <m:rPr>
                        <m:nor/>
                      </m:rPr>
                      <a:rPr lang="en-PH" sz="2100"/>
                      <m:t> 0.25</m:t>
                    </m:r>
                  </m:oMath>
                </a14:m>
                <a:endParaRPr lang="en-GB" sz="2100" b="0" i="1" dirty="0">
                  <a:latin typeface="Cambria Math" panose="02040503050406030204" pitchFamily="18" charset="0"/>
                  <a:ea typeface="Cambria Math" panose="02040503050406030204" pitchFamily="18" charset="0"/>
                </a:endParaRPr>
              </a:p>
              <a:p>
                <a:pPr marL="342900" indent="-342900">
                  <a:buClr>
                    <a:srgbClr val="0070C0"/>
                  </a:buClr>
                  <a:buFont typeface="Wingdings" pitchFamily="2" charset="2"/>
                  <a:buChar char="§"/>
                </a:pPr>
                <a:r>
                  <a:rPr lang="en-GB" sz="2100" b="1" dirty="0">
                    <a:solidFill>
                      <a:srgbClr val="00B050"/>
                    </a:solidFill>
                    <a:ea typeface="Cambria Math" panose="02040503050406030204" pitchFamily="18" charset="0"/>
                  </a:rPr>
                  <a:t>Reward</a:t>
                </a:r>
                <a:r>
                  <a:rPr lang="en-GB" sz="2100" dirty="0">
                    <a:ea typeface="Cambria Math" panose="02040503050406030204" pitchFamily="18" charset="0"/>
                  </a:rPr>
                  <a:t> (</a:t>
                </a:r>
                <a14:m>
                  <m:oMath xmlns:m="http://schemas.openxmlformats.org/officeDocument/2006/math">
                    <m:r>
                      <a:rPr lang="en-GB" sz="2100" i="1">
                        <a:latin typeface="Cambria Math" panose="02040503050406030204" pitchFamily="18" charset="0"/>
                        <a:ea typeface="Cambria Math" panose="02040503050406030204" pitchFamily="18" charset="0"/>
                      </a:rPr>
                      <m:t>ℛ</m:t>
                    </m:r>
                    <m:r>
                      <a:rPr lang="en-GB" sz="2100" b="0" i="1" smtClean="0">
                        <a:latin typeface="Cambria Math" panose="02040503050406030204" pitchFamily="18" charset="0"/>
                        <a:ea typeface="Cambria Math" panose="02040503050406030204" pitchFamily="18" charset="0"/>
                      </a:rPr>
                      <m:t>=−1) </m:t>
                    </m:r>
                    <m:r>
                      <a:rPr lang="en-GB" sz="2100" b="0" i="1" smtClean="0">
                        <a:latin typeface="Cambria Math" panose="02040503050406030204" pitchFamily="18" charset="0"/>
                        <a:ea typeface="Cambria Math" panose="02040503050406030204" pitchFamily="18" charset="0"/>
                      </a:rPr>
                      <m:t>𝑝𝑒𝑟</m:t>
                    </m:r>
                    <m:r>
                      <a:rPr lang="en-GB" sz="2100" b="0" i="1" smtClean="0">
                        <a:latin typeface="Cambria Math" panose="02040503050406030204" pitchFamily="18" charset="0"/>
                        <a:ea typeface="Cambria Math" panose="02040503050406030204" pitchFamily="18" charset="0"/>
                      </a:rPr>
                      <m:t> </m:t>
                    </m:r>
                    <m:r>
                      <a:rPr lang="en-GB" sz="2100" b="0" i="1" smtClean="0">
                        <a:latin typeface="Cambria Math" panose="02040503050406030204" pitchFamily="18" charset="0"/>
                        <a:ea typeface="Cambria Math" panose="02040503050406030204" pitchFamily="18" charset="0"/>
                      </a:rPr>
                      <m:t>𝑠𝑡𝑒𝑝</m:t>
                    </m:r>
                  </m:oMath>
                </a14:m>
                <a:endParaRPr lang="en-GB" sz="2100" b="0" i="1" dirty="0">
                  <a:latin typeface="Cambria Math" panose="02040503050406030204" pitchFamily="18" charset="0"/>
                  <a:ea typeface="Cambria Math" panose="02040503050406030204" pitchFamily="18" charset="0"/>
                </a:endParaRPr>
              </a:p>
              <a:p>
                <a:pPr marL="342900" indent="-342900">
                  <a:buClr>
                    <a:srgbClr val="0070C0"/>
                  </a:buClr>
                  <a:buFont typeface="Wingdings" pitchFamily="2" charset="2"/>
                  <a:buChar char="§"/>
                </a:pPr>
                <a:r>
                  <a:rPr lang="en-GB" sz="2100" dirty="0">
                    <a:ea typeface="Cambria Math" panose="02040503050406030204" pitchFamily="18" charset="0"/>
                  </a:rPr>
                  <a:t>Discount Factor </a:t>
                </a:r>
                <a14:m>
                  <m:oMath xmlns:m="http://schemas.openxmlformats.org/officeDocument/2006/math">
                    <m:r>
                      <a:rPr lang="en-GB" sz="2100" b="0" i="0" smtClean="0">
                        <a:latin typeface="Cambria Math" panose="02040503050406030204" pitchFamily="18" charset="0"/>
                        <a:ea typeface="Cambria Math" panose="02040503050406030204" pitchFamily="18" charset="0"/>
                      </a:rPr>
                      <m:t>(</m:t>
                    </m:r>
                    <m:r>
                      <a:rPr lang="en-GB" sz="2100" i="1" smtClean="0">
                        <a:latin typeface="Cambria Math" panose="02040503050406030204" pitchFamily="18" charset="0"/>
                        <a:ea typeface="Cambria Math" panose="02040503050406030204" pitchFamily="18" charset="0"/>
                      </a:rPr>
                      <m:t>𝛾</m:t>
                    </m:r>
                    <m:r>
                      <a:rPr lang="en-GB" sz="2100" b="0" i="1" smtClean="0">
                        <a:latin typeface="Cambria Math" panose="02040503050406030204" pitchFamily="18" charset="0"/>
                        <a:ea typeface="Cambria Math" panose="02040503050406030204" pitchFamily="18" charset="0"/>
                      </a:rPr>
                      <m:t>=1</m:t>
                    </m:r>
                  </m:oMath>
                </a14:m>
                <a:r>
                  <a:rPr lang="en-US" sz="2100" dirty="0"/>
                  <a:t>)</a:t>
                </a:r>
              </a:p>
            </p:txBody>
          </p:sp>
        </mc:Choice>
        <mc:Fallback xmlns="">
          <p:sp>
            <p:nvSpPr>
              <p:cNvPr id="11" name="TextBox 10">
                <a:extLst>
                  <a:ext uri="{FF2B5EF4-FFF2-40B4-BE49-F238E27FC236}">
                    <a16:creationId xmlns:a16="http://schemas.microsoft.com/office/drawing/2014/main" id="{2550D731-D9A3-871F-8A6B-EF5786C8A9C9}"/>
                  </a:ext>
                </a:extLst>
              </p:cNvPr>
              <p:cNvSpPr txBox="1">
                <a:spLocks noRot="1" noChangeAspect="1" noMove="1" noResize="1" noEditPoints="1" noAdjustHandles="1" noChangeArrowheads="1" noChangeShapeType="1" noTextEdit="1"/>
              </p:cNvSpPr>
              <p:nvPr/>
            </p:nvSpPr>
            <p:spPr>
              <a:xfrm>
                <a:off x="838200" y="4239746"/>
                <a:ext cx="8519160" cy="1708160"/>
              </a:xfrm>
              <a:prstGeom prst="rect">
                <a:avLst/>
              </a:prstGeom>
              <a:blipFill>
                <a:blip r:embed="rId2"/>
                <a:stretch>
                  <a:fillRect l="-745" t="-735" b="-5882"/>
                </a:stretch>
              </a:blipFill>
            </p:spPr>
            <p:txBody>
              <a:bodyPr/>
              <a:lstStyle/>
              <a:p>
                <a:r>
                  <a:rPr lang="en-US">
                    <a:noFill/>
                  </a:rPr>
                  <a:t> </a:t>
                </a:r>
              </a:p>
            </p:txBody>
          </p:sp>
        </mc:Fallback>
      </mc:AlternateContent>
      <p:sp>
        <p:nvSpPr>
          <p:cNvPr id="12" name="Title 1">
            <a:extLst>
              <a:ext uri="{FF2B5EF4-FFF2-40B4-BE49-F238E27FC236}">
                <a16:creationId xmlns:a16="http://schemas.microsoft.com/office/drawing/2014/main" id="{241D281F-158E-27AF-9F2F-97116AD39388}"/>
              </a:ext>
            </a:extLst>
          </p:cNvPr>
          <p:cNvSpPr>
            <a:spLocks noGrp="1"/>
          </p:cNvSpPr>
          <p:nvPr>
            <p:ph type="title"/>
          </p:nvPr>
        </p:nvSpPr>
        <p:spPr>
          <a:xfrm>
            <a:off x="838200" y="142727"/>
            <a:ext cx="10515600" cy="1325563"/>
          </a:xfrm>
        </p:spPr>
        <p:txBody>
          <a:bodyPr>
            <a:normAutofit/>
          </a:bodyPr>
          <a:lstStyle/>
          <a:p>
            <a:r>
              <a:rPr lang="en-US" sz="3900" dirty="0"/>
              <a:t>Example: 2x2 </a:t>
            </a:r>
            <a:r>
              <a:rPr lang="en-US" sz="3900" dirty="0" err="1"/>
              <a:t>Gridworld</a:t>
            </a:r>
            <a:endParaRPr lang="en-US" sz="3900" dirty="0"/>
          </a:p>
        </p:txBody>
      </p:sp>
      <p:pic>
        <p:nvPicPr>
          <p:cNvPr id="27" name="Picture 26" descr="A screenshot of a computer&#10;&#10;AI-generated content may be incorrect.">
            <a:extLst>
              <a:ext uri="{FF2B5EF4-FFF2-40B4-BE49-F238E27FC236}">
                <a16:creationId xmlns:a16="http://schemas.microsoft.com/office/drawing/2014/main" id="{B260256A-C550-1F29-12D1-1BA88C2E0657}"/>
              </a:ext>
            </a:extLst>
          </p:cNvPr>
          <p:cNvPicPr>
            <a:picLocks noChangeAspect="1"/>
          </p:cNvPicPr>
          <p:nvPr/>
        </p:nvPicPr>
        <p:blipFill>
          <a:blip r:embed="rId3"/>
          <a:srcRect l="42368" t="53425" r="35802" b="25544"/>
          <a:stretch/>
        </p:blipFill>
        <p:spPr>
          <a:xfrm>
            <a:off x="7279640" y="1532148"/>
            <a:ext cx="2890800" cy="1800258"/>
          </a:xfrm>
          <a:prstGeom prst="rect">
            <a:avLst/>
          </a:prstGeom>
        </p:spPr>
      </p:pic>
      <p:graphicFrame>
        <p:nvGraphicFramePr>
          <p:cNvPr id="28" name="Table 27">
            <a:extLst>
              <a:ext uri="{FF2B5EF4-FFF2-40B4-BE49-F238E27FC236}">
                <a16:creationId xmlns:a16="http://schemas.microsoft.com/office/drawing/2014/main" id="{C821AAD4-3D38-D00F-5775-FB72C99A1150}"/>
              </a:ext>
            </a:extLst>
          </p:cNvPr>
          <p:cNvGraphicFramePr>
            <a:graphicFrameLocks noGrp="1"/>
          </p:cNvGraphicFramePr>
          <p:nvPr>
            <p:extLst>
              <p:ext uri="{D42A27DB-BD31-4B8C-83A1-F6EECF244321}">
                <p14:modId xmlns:p14="http://schemas.microsoft.com/office/powerpoint/2010/main" val="482664617"/>
              </p:ext>
            </p:extLst>
          </p:nvPr>
        </p:nvGraphicFramePr>
        <p:xfrm>
          <a:off x="2816762" y="146829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A</a:t>
                      </a:r>
                    </a:p>
                  </a:txBody>
                  <a:tcPr anchor="ctr"/>
                </a:tc>
                <a:tc>
                  <a:txBody>
                    <a:bodyPr/>
                    <a:lstStyle/>
                    <a:p>
                      <a:pPr algn="ctr"/>
                      <a:r>
                        <a:rPr lang="en-US" b="1" dirty="0"/>
                        <a:t>B</a:t>
                      </a:r>
                    </a:p>
                  </a:txBody>
                  <a:tcPr anchor="ctr"/>
                </a:tc>
                <a:extLst>
                  <a:ext uri="{0D108BD9-81ED-4DB2-BD59-A6C34878D82A}">
                    <a16:rowId xmlns:a16="http://schemas.microsoft.com/office/drawing/2014/main" val="3795677844"/>
                  </a:ext>
                </a:extLst>
              </a:tr>
              <a:tr h="1080000">
                <a:tc>
                  <a:txBody>
                    <a:bodyPr/>
                    <a:lstStyle/>
                    <a:p>
                      <a:pPr algn="ctr"/>
                      <a:r>
                        <a:rPr lang="en-US" b="1" dirty="0"/>
                        <a:t>C</a:t>
                      </a:r>
                    </a:p>
                  </a:txBody>
                  <a:tcPr anchor="ctr"/>
                </a:tc>
                <a:tc>
                  <a:txBody>
                    <a:bodyPr/>
                    <a:lstStyle/>
                    <a:p>
                      <a:pPr algn="ctr"/>
                      <a:r>
                        <a:rPr lang="en-US" b="1" dirty="0"/>
                        <a:t>D</a:t>
                      </a:r>
                    </a:p>
                  </a:txBody>
                  <a:tcPr anchor="ctr">
                    <a:solidFill>
                      <a:srgbClr val="92D050"/>
                    </a:solidFill>
                  </a:tcPr>
                </a:tc>
                <a:extLst>
                  <a:ext uri="{0D108BD9-81ED-4DB2-BD59-A6C34878D82A}">
                    <a16:rowId xmlns:a16="http://schemas.microsoft.com/office/drawing/2014/main" val="2896053955"/>
                  </a:ext>
                </a:extLst>
              </a:tr>
            </a:tbl>
          </a:graphicData>
        </a:graphic>
      </p:graphicFrame>
      <p:sp>
        <p:nvSpPr>
          <p:cNvPr id="29" name="TextBox 28">
            <a:extLst>
              <a:ext uri="{FF2B5EF4-FFF2-40B4-BE49-F238E27FC236}">
                <a16:creationId xmlns:a16="http://schemas.microsoft.com/office/drawing/2014/main" id="{85550636-F4E0-186B-DF44-1ECE441372B1}"/>
              </a:ext>
            </a:extLst>
          </p:cNvPr>
          <p:cNvSpPr txBox="1"/>
          <p:nvPr/>
        </p:nvSpPr>
        <p:spPr>
          <a:xfrm>
            <a:off x="8297754" y="3293568"/>
            <a:ext cx="854570"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DOWN</a:t>
            </a:r>
          </a:p>
        </p:txBody>
      </p:sp>
      <p:sp>
        <p:nvSpPr>
          <p:cNvPr id="30" name="TextBox 29">
            <a:extLst>
              <a:ext uri="{FF2B5EF4-FFF2-40B4-BE49-F238E27FC236}">
                <a16:creationId xmlns:a16="http://schemas.microsoft.com/office/drawing/2014/main" id="{DC1BC05C-E74D-810E-BAA6-9CD909E47D93}"/>
              </a:ext>
            </a:extLst>
          </p:cNvPr>
          <p:cNvSpPr txBox="1"/>
          <p:nvPr/>
        </p:nvSpPr>
        <p:spPr>
          <a:xfrm>
            <a:off x="8454317" y="1468290"/>
            <a:ext cx="541445"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UP</a:t>
            </a:r>
          </a:p>
        </p:txBody>
      </p:sp>
      <p:sp>
        <p:nvSpPr>
          <p:cNvPr id="31" name="TextBox 30">
            <a:extLst>
              <a:ext uri="{FF2B5EF4-FFF2-40B4-BE49-F238E27FC236}">
                <a16:creationId xmlns:a16="http://schemas.microsoft.com/office/drawing/2014/main" id="{C1C19F54-FD26-1BF8-66D0-0922066098ED}"/>
              </a:ext>
            </a:extLst>
          </p:cNvPr>
          <p:cNvSpPr txBox="1"/>
          <p:nvPr/>
        </p:nvSpPr>
        <p:spPr>
          <a:xfrm>
            <a:off x="7183121" y="2367450"/>
            <a:ext cx="735682"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LEFT</a:t>
            </a:r>
          </a:p>
        </p:txBody>
      </p:sp>
      <p:sp>
        <p:nvSpPr>
          <p:cNvPr id="32" name="TextBox 31">
            <a:extLst>
              <a:ext uri="{FF2B5EF4-FFF2-40B4-BE49-F238E27FC236}">
                <a16:creationId xmlns:a16="http://schemas.microsoft.com/office/drawing/2014/main" id="{9062CA4C-DD32-3838-A6AB-D99CAA67F1C6}"/>
              </a:ext>
            </a:extLst>
          </p:cNvPr>
          <p:cNvSpPr txBox="1"/>
          <p:nvPr/>
        </p:nvSpPr>
        <p:spPr>
          <a:xfrm>
            <a:off x="9434757" y="2367450"/>
            <a:ext cx="832201"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RIGHT</a:t>
            </a:r>
          </a:p>
        </p:txBody>
      </p:sp>
    </p:spTree>
    <p:extLst>
      <p:ext uri="{BB962C8B-B14F-4D97-AF65-F5344CB8AC3E}">
        <p14:creationId xmlns:p14="http://schemas.microsoft.com/office/powerpoint/2010/main" val="562183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500"/>
                                        <p:tgtEl>
                                          <p:spTgt spid="28"/>
                                        </p:tgtEl>
                                      </p:cBhvr>
                                    </p:animEffect>
                                  </p:childTnLst>
                                </p:cTn>
                              </p:par>
                              <p:par>
                                <p:cTn id="8" presetID="10" presetClass="entr" presetSubtype="0" fill="hold"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fade">
                                      <p:cBhvr>
                                        <p:cTn id="10" dur="500"/>
                                        <p:tgtEl>
                                          <p:spTgt spid="2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animEffect transition="in" filter="fade">
                                      <p:cBhvr>
                                        <p:cTn id="13" dur="500"/>
                                        <p:tgtEl>
                                          <p:spTgt spid="2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500"/>
                                        <p:tgtEl>
                                          <p:spTgt spid="3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1"/>
                                        </p:tgtEl>
                                        <p:attrNameLst>
                                          <p:attrName>style.visibility</p:attrName>
                                        </p:attrNameLst>
                                      </p:cBhvr>
                                      <p:to>
                                        <p:strVal val="visible"/>
                                      </p:to>
                                    </p:set>
                                    <p:animEffect transition="in" filter="fade">
                                      <p:cBhvr>
                                        <p:cTn id="19" dur="500"/>
                                        <p:tgtEl>
                                          <p:spTgt spid="3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5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29" grpId="0"/>
      <p:bldP spid="30" grpId="0"/>
      <p:bldP spid="31" grpId="0"/>
      <p:bldP spid="32" grpId="0"/>
    </p:bldLst>
  </p:timing>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6C6B1ED8-A737-9BA1-2A1C-91697286F3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AAF7AB-4C5C-EB5E-B41B-F37D15FBF59D}"/>
              </a:ext>
            </a:extLst>
          </p:cNvPr>
          <p:cNvSpPr>
            <a:spLocks noGrp="1"/>
          </p:cNvSpPr>
          <p:nvPr>
            <p:ph type="title"/>
          </p:nvPr>
        </p:nvSpPr>
        <p:spPr>
          <a:xfrm>
            <a:off x="838200" y="142727"/>
            <a:ext cx="10515600" cy="1325563"/>
          </a:xfrm>
        </p:spPr>
        <p:txBody>
          <a:bodyPr>
            <a:normAutofit/>
          </a:bodyPr>
          <a:lstStyle/>
          <a:p>
            <a:r>
              <a:rPr lang="en-US" sz="3900" dirty="0"/>
              <a:t>Example: 2x2 </a:t>
            </a:r>
            <a:r>
              <a:rPr lang="en-US" sz="3900" dirty="0" err="1"/>
              <a:t>Gridworld</a:t>
            </a:r>
            <a:endParaRPr lang="en-US" sz="3900" dirty="0"/>
          </a:p>
        </p:txBody>
      </p:sp>
      <p:pic>
        <p:nvPicPr>
          <p:cNvPr id="8" name="Picture 7" descr="A screenshot of a computer&#10;&#10;AI-generated content may be incorrect.">
            <a:extLst>
              <a:ext uri="{FF2B5EF4-FFF2-40B4-BE49-F238E27FC236}">
                <a16:creationId xmlns:a16="http://schemas.microsoft.com/office/drawing/2014/main" id="{8DA369A9-06F3-1A0D-ADA2-CC378BBCB9D3}"/>
              </a:ext>
            </a:extLst>
          </p:cNvPr>
          <p:cNvPicPr>
            <a:picLocks noChangeAspect="1"/>
          </p:cNvPicPr>
          <p:nvPr/>
        </p:nvPicPr>
        <p:blipFill>
          <a:blip r:embed="rId2"/>
          <a:srcRect l="42368" t="53425" r="35802" b="25544"/>
          <a:stretch/>
        </p:blipFill>
        <p:spPr>
          <a:xfrm>
            <a:off x="7279640" y="1532148"/>
            <a:ext cx="2890800" cy="1800258"/>
          </a:xfrm>
          <a:prstGeom prst="rect">
            <a:avLst/>
          </a:prstGeom>
        </p:spPr>
      </p:pic>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B4DAAFC-03E9-DE6B-0B6D-B21EC96B3C36}"/>
                  </a:ext>
                </a:extLst>
              </p:cNvPr>
              <p:cNvSpPr txBox="1"/>
              <p:nvPr/>
            </p:nvSpPr>
            <p:spPr>
              <a:xfrm>
                <a:off x="838200" y="3935039"/>
                <a:ext cx="10957560" cy="2215991"/>
              </a:xfrm>
              <a:prstGeom prst="rect">
                <a:avLst/>
              </a:prstGeom>
              <a:noFill/>
            </p:spPr>
            <p:txBody>
              <a:bodyPr wrap="square">
                <a:spAutoFit/>
              </a:bodyPr>
              <a:lstStyle/>
              <a:p>
                <a:pPr marL="342900" indent="-342900">
                  <a:buClr>
                    <a:srgbClr val="0070C0"/>
                  </a:buClr>
                  <a:buFont typeface="Wingdings" pitchFamily="2" charset="2"/>
                  <a:buChar char="§"/>
                </a:pPr>
                <a:r>
                  <a:rPr lang="en-GB" sz="2300" dirty="0">
                    <a:ea typeface="Cambria Math" panose="02040503050406030204" pitchFamily="18" charset="0"/>
                  </a:rPr>
                  <a:t>Undiscounted MDP </a:t>
                </a:r>
                <a14:m>
                  <m:oMath xmlns:m="http://schemas.openxmlformats.org/officeDocument/2006/math">
                    <m:r>
                      <a:rPr lang="en-GB" sz="2300" b="0" i="0" smtClean="0">
                        <a:latin typeface="Cambria Math" panose="02040503050406030204" pitchFamily="18" charset="0"/>
                        <a:ea typeface="Cambria Math" panose="02040503050406030204" pitchFamily="18" charset="0"/>
                      </a:rPr>
                      <m:t>(</m:t>
                    </m:r>
                    <m:r>
                      <a:rPr lang="en-GB" sz="2300" i="1">
                        <a:latin typeface="Cambria Math" panose="02040503050406030204" pitchFamily="18" charset="0"/>
                        <a:ea typeface="Cambria Math" panose="02040503050406030204" pitchFamily="18" charset="0"/>
                      </a:rPr>
                      <m:t>𝛾</m:t>
                    </m:r>
                    <m:r>
                      <a:rPr lang="en-GB" sz="2300" i="1">
                        <a:latin typeface="Cambria Math" panose="02040503050406030204" pitchFamily="18" charset="0"/>
                        <a:ea typeface="Cambria Math" panose="02040503050406030204" pitchFamily="18" charset="0"/>
                      </a:rPr>
                      <m:t>=1</m:t>
                    </m:r>
                  </m:oMath>
                </a14:m>
                <a:r>
                  <a:rPr lang="en-GB" sz="2300" dirty="0">
                    <a:ea typeface="Cambria Math" panose="02040503050406030204" pitchFamily="18" charset="0"/>
                  </a:rPr>
                  <a:t>)</a:t>
                </a:r>
              </a:p>
              <a:p>
                <a:pPr marL="342900" indent="-342900">
                  <a:buClr>
                    <a:srgbClr val="0070C0"/>
                  </a:buClr>
                  <a:buFont typeface="Wingdings" pitchFamily="2" charset="2"/>
                  <a:buChar char="§"/>
                </a:pPr>
                <a:r>
                  <a:rPr lang="en-GB" sz="2300" dirty="0">
                    <a:ea typeface="Cambria Math" panose="02040503050406030204" pitchFamily="18" charset="0"/>
                  </a:rPr>
                  <a:t>Non-terminal states (A,B,</a:t>
                </a:r>
                <a:r>
                  <a:rPr lang="en-US" sz="2300" dirty="0"/>
                  <a:t>C)</a:t>
                </a:r>
              </a:p>
              <a:p>
                <a:pPr marL="342900" indent="-342900">
                  <a:buClr>
                    <a:srgbClr val="0070C0"/>
                  </a:buClr>
                  <a:buFont typeface="Wingdings" pitchFamily="2" charset="2"/>
                  <a:buChar char="§"/>
                </a:pPr>
                <a:r>
                  <a:rPr lang="en-US" sz="2300" dirty="0">
                    <a:ea typeface="Cambria Math" panose="02040503050406030204" pitchFamily="18" charset="0"/>
                  </a:rPr>
                  <a:t>Terminal State (D)</a:t>
                </a:r>
              </a:p>
              <a:p>
                <a:pPr marL="342900" indent="-342900">
                  <a:buClr>
                    <a:srgbClr val="0070C0"/>
                  </a:buClr>
                  <a:buFont typeface="Wingdings" pitchFamily="2" charset="2"/>
                  <a:buChar char="§"/>
                </a:pPr>
                <a:r>
                  <a:rPr lang="en-GB" sz="2300" dirty="0">
                    <a:ea typeface="Cambria Math" panose="02040503050406030204" pitchFamily="18" charset="0"/>
                  </a:rPr>
                  <a:t>Agent follows a uniform random policy </a:t>
                </a:r>
              </a:p>
              <a:p>
                <a:endParaRPr lang="en-GB" sz="2300" dirty="0">
                  <a:ea typeface="Cambria Math" panose="02040503050406030204" pitchFamily="18" charset="0"/>
                </a:endParaRPr>
              </a:p>
              <a:p>
                <a:pPr algn="ctr"/>
                <a14:m>
                  <m:oMath xmlns:m="http://schemas.openxmlformats.org/officeDocument/2006/math">
                    <m:r>
                      <a:rPr lang="en-GB" sz="2300" i="1">
                        <a:latin typeface="Cambria Math" panose="02040503050406030204" pitchFamily="18" charset="0"/>
                        <a:ea typeface="Cambria Math" panose="02040503050406030204" pitchFamily="18" charset="0"/>
                      </a:rPr>
                      <m:t>𝜋</m:t>
                    </m:r>
                  </m:oMath>
                </a14:m>
                <a:r>
                  <a:rPr lang="en-GB" sz="2300" dirty="0">
                    <a:ea typeface="Cambria Math" panose="02040503050406030204" pitchFamily="18" charset="0"/>
                  </a:rPr>
                  <a:t>(up | </a:t>
                </a:r>
                <a14:m>
                  <m:oMath xmlns:m="http://schemas.openxmlformats.org/officeDocument/2006/math">
                    <m:r>
                      <a:rPr lang="en-GB" sz="2300" i="1" smtClean="0">
                        <a:latin typeface="Cambria Math" panose="02040503050406030204" pitchFamily="18" charset="0"/>
                        <a:ea typeface="Cambria Math" panose="02040503050406030204" pitchFamily="18" charset="0"/>
                      </a:rPr>
                      <m:t>∙</m:t>
                    </m:r>
                  </m:oMath>
                </a14:m>
                <a:r>
                  <a:rPr lang="en-GB" sz="2300" dirty="0">
                    <a:ea typeface="Cambria Math" panose="02040503050406030204" pitchFamily="18" charset="0"/>
                  </a:rPr>
                  <a:t> ) = </a:t>
                </a:r>
                <a14:m>
                  <m:oMath xmlns:m="http://schemas.openxmlformats.org/officeDocument/2006/math">
                    <m:r>
                      <a:rPr lang="en-GB" sz="2300" i="1">
                        <a:latin typeface="Cambria Math" panose="02040503050406030204" pitchFamily="18" charset="0"/>
                        <a:ea typeface="Cambria Math" panose="02040503050406030204" pitchFamily="18" charset="0"/>
                      </a:rPr>
                      <m:t>𝜋</m:t>
                    </m:r>
                  </m:oMath>
                </a14:m>
                <a:r>
                  <a:rPr lang="en-GB" sz="2300" dirty="0">
                    <a:ea typeface="Cambria Math" panose="02040503050406030204" pitchFamily="18" charset="0"/>
                  </a:rPr>
                  <a:t>(left | </a:t>
                </a:r>
                <a14:m>
                  <m:oMath xmlns:m="http://schemas.openxmlformats.org/officeDocument/2006/math">
                    <m:r>
                      <a:rPr lang="en-GB" sz="2300" i="1">
                        <a:latin typeface="Cambria Math" panose="02040503050406030204" pitchFamily="18" charset="0"/>
                        <a:ea typeface="Cambria Math" panose="02040503050406030204" pitchFamily="18" charset="0"/>
                      </a:rPr>
                      <m:t>∙</m:t>
                    </m:r>
                  </m:oMath>
                </a14:m>
                <a:r>
                  <a:rPr lang="en-GB" sz="2300" dirty="0">
                    <a:ea typeface="Cambria Math" panose="02040503050406030204" pitchFamily="18" charset="0"/>
                  </a:rPr>
                  <a:t> ) =  </a:t>
                </a:r>
                <a14:m>
                  <m:oMath xmlns:m="http://schemas.openxmlformats.org/officeDocument/2006/math">
                    <m:r>
                      <a:rPr lang="en-GB" sz="2300" i="1">
                        <a:latin typeface="Cambria Math" panose="02040503050406030204" pitchFamily="18" charset="0"/>
                        <a:ea typeface="Cambria Math" panose="02040503050406030204" pitchFamily="18" charset="0"/>
                      </a:rPr>
                      <m:t>𝜋</m:t>
                    </m:r>
                  </m:oMath>
                </a14:m>
                <a:r>
                  <a:rPr lang="en-GB" sz="2300" dirty="0">
                    <a:ea typeface="Cambria Math" panose="02040503050406030204" pitchFamily="18" charset="0"/>
                  </a:rPr>
                  <a:t>(down | </a:t>
                </a:r>
                <a14:m>
                  <m:oMath xmlns:m="http://schemas.openxmlformats.org/officeDocument/2006/math">
                    <m:r>
                      <a:rPr lang="en-GB" sz="2300" i="1">
                        <a:latin typeface="Cambria Math" panose="02040503050406030204" pitchFamily="18" charset="0"/>
                        <a:ea typeface="Cambria Math" panose="02040503050406030204" pitchFamily="18" charset="0"/>
                      </a:rPr>
                      <m:t>∙</m:t>
                    </m:r>
                  </m:oMath>
                </a14:m>
                <a:r>
                  <a:rPr lang="en-GB" sz="2300" dirty="0">
                    <a:ea typeface="Cambria Math" panose="02040503050406030204" pitchFamily="18" charset="0"/>
                  </a:rPr>
                  <a:t> ) = </a:t>
                </a:r>
                <a14:m>
                  <m:oMath xmlns:m="http://schemas.openxmlformats.org/officeDocument/2006/math">
                    <m:r>
                      <a:rPr lang="en-GB" sz="2300" i="1">
                        <a:latin typeface="Cambria Math" panose="02040503050406030204" pitchFamily="18" charset="0"/>
                        <a:ea typeface="Cambria Math" panose="02040503050406030204" pitchFamily="18" charset="0"/>
                      </a:rPr>
                      <m:t>𝜋</m:t>
                    </m:r>
                  </m:oMath>
                </a14:m>
                <a:r>
                  <a:rPr lang="en-GB" sz="2300" dirty="0">
                    <a:ea typeface="Cambria Math" panose="02040503050406030204" pitchFamily="18" charset="0"/>
                  </a:rPr>
                  <a:t>(right | </a:t>
                </a:r>
                <a14:m>
                  <m:oMath xmlns:m="http://schemas.openxmlformats.org/officeDocument/2006/math">
                    <m:r>
                      <a:rPr lang="en-GB" sz="2300" i="1">
                        <a:latin typeface="Cambria Math" panose="02040503050406030204" pitchFamily="18" charset="0"/>
                        <a:ea typeface="Cambria Math" panose="02040503050406030204" pitchFamily="18" charset="0"/>
                      </a:rPr>
                      <m:t>∙</m:t>
                    </m:r>
                  </m:oMath>
                </a14:m>
                <a:r>
                  <a:rPr lang="en-GB" sz="2300" dirty="0">
                    <a:ea typeface="Cambria Math" panose="02040503050406030204" pitchFamily="18" charset="0"/>
                  </a:rPr>
                  <a:t> ) = 0.25 </a:t>
                </a:r>
              </a:p>
            </p:txBody>
          </p:sp>
        </mc:Choice>
        <mc:Fallback xmlns="">
          <p:sp>
            <p:nvSpPr>
              <p:cNvPr id="11" name="TextBox 10">
                <a:extLst>
                  <a:ext uri="{FF2B5EF4-FFF2-40B4-BE49-F238E27FC236}">
                    <a16:creationId xmlns:a16="http://schemas.microsoft.com/office/drawing/2014/main" id="{EB4DAAFC-03E9-DE6B-0B6D-B21EC96B3C36}"/>
                  </a:ext>
                </a:extLst>
              </p:cNvPr>
              <p:cNvSpPr txBox="1">
                <a:spLocks noRot="1" noChangeAspect="1" noMove="1" noResize="1" noEditPoints="1" noAdjustHandles="1" noChangeArrowheads="1" noChangeShapeType="1" noTextEdit="1"/>
              </p:cNvSpPr>
              <p:nvPr/>
            </p:nvSpPr>
            <p:spPr>
              <a:xfrm>
                <a:off x="838200" y="3935039"/>
                <a:ext cx="10957560" cy="2215991"/>
              </a:xfrm>
              <a:prstGeom prst="rect">
                <a:avLst/>
              </a:prstGeom>
              <a:blipFill>
                <a:blip r:embed="rId3"/>
                <a:stretch>
                  <a:fillRect l="-695" t="-2286" b="-4571"/>
                </a:stretch>
              </a:blipFill>
            </p:spPr>
            <p:txBody>
              <a:bodyPr/>
              <a:lstStyle/>
              <a:p>
                <a:r>
                  <a:rPr lang="en-US">
                    <a:noFill/>
                  </a:rPr>
                  <a:t> </a:t>
                </a:r>
              </a:p>
            </p:txBody>
          </p:sp>
        </mc:Fallback>
      </mc:AlternateContent>
      <p:graphicFrame>
        <p:nvGraphicFramePr>
          <p:cNvPr id="16" name="Table 15">
            <a:extLst>
              <a:ext uri="{FF2B5EF4-FFF2-40B4-BE49-F238E27FC236}">
                <a16:creationId xmlns:a16="http://schemas.microsoft.com/office/drawing/2014/main" id="{9FE0E91A-BA72-2097-D648-708D18C372F2}"/>
              </a:ext>
            </a:extLst>
          </p:cNvPr>
          <p:cNvGraphicFramePr>
            <a:graphicFrameLocks noGrp="1"/>
          </p:cNvGraphicFramePr>
          <p:nvPr>
            <p:extLst>
              <p:ext uri="{D42A27DB-BD31-4B8C-83A1-F6EECF244321}">
                <p14:modId xmlns:p14="http://schemas.microsoft.com/office/powerpoint/2010/main" val="103474096"/>
              </p:ext>
            </p:extLst>
          </p:nvPr>
        </p:nvGraphicFramePr>
        <p:xfrm>
          <a:off x="2816762" y="146829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A</a:t>
                      </a:r>
                    </a:p>
                  </a:txBody>
                  <a:tcPr anchor="ctr"/>
                </a:tc>
                <a:tc>
                  <a:txBody>
                    <a:bodyPr/>
                    <a:lstStyle/>
                    <a:p>
                      <a:pPr algn="ctr"/>
                      <a:r>
                        <a:rPr lang="en-US" b="1" dirty="0"/>
                        <a:t>B</a:t>
                      </a:r>
                    </a:p>
                  </a:txBody>
                  <a:tcPr anchor="ctr"/>
                </a:tc>
                <a:extLst>
                  <a:ext uri="{0D108BD9-81ED-4DB2-BD59-A6C34878D82A}">
                    <a16:rowId xmlns:a16="http://schemas.microsoft.com/office/drawing/2014/main" val="3795677844"/>
                  </a:ext>
                </a:extLst>
              </a:tr>
              <a:tr h="1080000">
                <a:tc>
                  <a:txBody>
                    <a:bodyPr/>
                    <a:lstStyle/>
                    <a:p>
                      <a:pPr algn="ctr"/>
                      <a:r>
                        <a:rPr lang="en-US" b="1" dirty="0"/>
                        <a:t>C</a:t>
                      </a:r>
                    </a:p>
                  </a:txBody>
                  <a:tcPr anchor="ctr"/>
                </a:tc>
                <a:tc>
                  <a:txBody>
                    <a:bodyPr/>
                    <a:lstStyle/>
                    <a:p>
                      <a:pPr algn="ctr"/>
                      <a:r>
                        <a:rPr lang="en-US" b="1" dirty="0"/>
                        <a:t>D</a:t>
                      </a:r>
                    </a:p>
                  </a:txBody>
                  <a:tcPr anchor="ctr">
                    <a:solidFill>
                      <a:srgbClr val="92D050"/>
                    </a:solidFill>
                  </a:tcPr>
                </a:tc>
                <a:extLst>
                  <a:ext uri="{0D108BD9-81ED-4DB2-BD59-A6C34878D82A}">
                    <a16:rowId xmlns:a16="http://schemas.microsoft.com/office/drawing/2014/main" val="2896053955"/>
                  </a:ext>
                </a:extLst>
              </a:tr>
            </a:tbl>
          </a:graphicData>
        </a:graphic>
      </p:graphicFrame>
      <p:sp>
        <p:nvSpPr>
          <p:cNvPr id="5" name="TextBox 4">
            <a:extLst>
              <a:ext uri="{FF2B5EF4-FFF2-40B4-BE49-F238E27FC236}">
                <a16:creationId xmlns:a16="http://schemas.microsoft.com/office/drawing/2014/main" id="{5095176F-B673-52FB-23B0-F588D752EA9B}"/>
              </a:ext>
            </a:extLst>
          </p:cNvPr>
          <p:cNvSpPr txBox="1"/>
          <p:nvPr/>
        </p:nvSpPr>
        <p:spPr>
          <a:xfrm>
            <a:off x="8297754" y="3293568"/>
            <a:ext cx="854570"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DOWN</a:t>
            </a:r>
          </a:p>
        </p:txBody>
      </p:sp>
      <p:sp>
        <p:nvSpPr>
          <p:cNvPr id="6" name="TextBox 5">
            <a:extLst>
              <a:ext uri="{FF2B5EF4-FFF2-40B4-BE49-F238E27FC236}">
                <a16:creationId xmlns:a16="http://schemas.microsoft.com/office/drawing/2014/main" id="{6BB9B1D5-478C-FB43-8385-0D514A96874D}"/>
              </a:ext>
            </a:extLst>
          </p:cNvPr>
          <p:cNvSpPr txBox="1"/>
          <p:nvPr/>
        </p:nvSpPr>
        <p:spPr>
          <a:xfrm>
            <a:off x="8454317" y="1468290"/>
            <a:ext cx="541445"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UP</a:t>
            </a:r>
          </a:p>
        </p:txBody>
      </p:sp>
      <p:sp>
        <p:nvSpPr>
          <p:cNvPr id="7" name="TextBox 6">
            <a:extLst>
              <a:ext uri="{FF2B5EF4-FFF2-40B4-BE49-F238E27FC236}">
                <a16:creationId xmlns:a16="http://schemas.microsoft.com/office/drawing/2014/main" id="{82E077C4-55F3-9BDC-DDEB-209339C3FF58}"/>
              </a:ext>
            </a:extLst>
          </p:cNvPr>
          <p:cNvSpPr txBox="1"/>
          <p:nvPr/>
        </p:nvSpPr>
        <p:spPr>
          <a:xfrm>
            <a:off x="7183121" y="2367450"/>
            <a:ext cx="735682"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LEFT</a:t>
            </a:r>
          </a:p>
        </p:txBody>
      </p:sp>
      <p:sp>
        <p:nvSpPr>
          <p:cNvPr id="10" name="TextBox 9">
            <a:extLst>
              <a:ext uri="{FF2B5EF4-FFF2-40B4-BE49-F238E27FC236}">
                <a16:creationId xmlns:a16="http://schemas.microsoft.com/office/drawing/2014/main" id="{2E7D5F61-43E1-ABF5-ADF1-C8FB023187A0}"/>
              </a:ext>
            </a:extLst>
          </p:cNvPr>
          <p:cNvSpPr txBox="1"/>
          <p:nvPr/>
        </p:nvSpPr>
        <p:spPr>
          <a:xfrm>
            <a:off x="9434757" y="2367450"/>
            <a:ext cx="832201"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RIGHT</a:t>
            </a:r>
          </a:p>
        </p:txBody>
      </p:sp>
    </p:spTree>
    <p:extLst>
      <p:ext uri="{BB962C8B-B14F-4D97-AF65-F5344CB8AC3E}">
        <p14:creationId xmlns:p14="http://schemas.microsoft.com/office/powerpoint/2010/main" val="21421622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5" grpId="0"/>
      <p:bldP spid="6" grpId="0"/>
      <p:bldP spid="7" grpId="0"/>
      <p:bldP spid="10" grpId="0"/>
    </p:bldLst>
  </p:timing>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E94A67B5-FB3B-5B4A-9505-C6FFEA7D3C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62ABD3-EE95-43B5-19DA-E17E07C614FA}"/>
              </a:ext>
            </a:extLst>
          </p:cNvPr>
          <p:cNvSpPr>
            <a:spLocks noGrp="1"/>
          </p:cNvSpPr>
          <p:nvPr>
            <p:ph type="title"/>
          </p:nvPr>
        </p:nvSpPr>
        <p:spPr>
          <a:xfrm>
            <a:off x="838200" y="142727"/>
            <a:ext cx="10515600" cy="1325563"/>
          </a:xfrm>
        </p:spPr>
        <p:txBody>
          <a:bodyPr>
            <a:normAutofit/>
          </a:bodyPr>
          <a:lstStyle/>
          <a:p>
            <a:r>
              <a:rPr lang="en-US" sz="3900" dirty="0"/>
              <a:t>Example: 2x2 </a:t>
            </a:r>
            <a:r>
              <a:rPr lang="en-US" sz="3900" dirty="0" err="1"/>
              <a:t>Gridworld</a:t>
            </a:r>
            <a:endParaRPr lang="en-US" sz="3900" dirty="0"/>
          </a:p>
        </p:txBody>
      </p:sp>
      <p:pic>
        <p:nvPicPr>
          <p:cNvPr id="8" name="Picture 7" descr="A screenshot of a computer&#10;&#10;AI-generated content may be incorrect.">
            <a:extLst>
              <a:ext uri="{FF2B5EF4-FFF2-40B4-BE49-F238E27FC236}">
                <a16:creationId xmlns:a16="http://schemas.microsoft.com/office/drawing/2014/main" id="{D7B9B18E-1BD5-9C12-9D55-421B56B3684C}"/>
              </a:ext>
            </a:extLst>
          </p:cNvPr>
          <p:cNvPicPr>
            <a:picLocks noChangeAspect="1"/>
          </p:cNvPicPr>
          <p:nvPr/>
        </p:nvPicPr>
        <p:blipFill>
          <a:blip r:embed="rId2"/>
          <a:srcRect l="42368" t="53425" r="35802" b="25544"/>
          <a:stretch/>
        </p:blipFill>
        <p:spPr>
          <a:xfrm>
            <a:off x="7279640" y="1532148"/>
            <a:ext cx="2890800" cy="1800258"/>
          </a:xfrm>
          <a:prstGeom prst="rect">
            <a:avLst/>
          </a:prstGeom>
        </p:spPr>
      </p:pic>
      <p:sp>
        <p:nvSpPr>
          <p:cNvPr id="11" name="TextBox 10">
            <a:extLst>
              <a:ext uri="{FF2B5EF4-FFF2-40B4-BE49-F238E27FC236}">
                <a16:creationId xmlns:a16="http://schemas.microsoft.com/office/drawing/2014/main" id="{821858E9-F9B4-79C7-E6C0-D37B98DC8A75}"/>
              </a:ext>
            </a:extLst>
          </p:cNvPr>
          <p:cNvSpPr txBox="1"/>
          <p:nvPr/>
        </p:nvSpPr>
        <p:spPr>
          <a:xfrm>
            <a:off x="838200" y="3935039"/>
            <a:ext cx="10957560" cy="1938992"/>
          </a:xfrm>
          <a:prstGeom prst="rect">
            <a:avLst/>
          </a:prstGeom>
          <a:noFill/>
        </p:spPr>
        <p:txBody>
          <a:bodyPr wrap="square">
            <a:spAutoFit/>
          </a:bodyPr>
          <a:lstStyle/>
          <a:p>
            <a:r>
              <a:rPr lang="en-PH" sz="2400" b="1" dirty="0"/>
              <a:t>Rules:</a:t>
            </a:r>
          </a:p>
          <a:p>
            <a:pPr marL="342900" indent="-342900">
              <a:buClr>
                <a:srgbClr val="0070C0"/>
              </a:buClr>
              <a:buFont typeface="Wingdings" pitchFamily="2" charset="2"/>
              <a:buChar char="§"/>
            </a:pPr>
            <a:r>
              <a:rPr lang="en-PH" sz="2400" dirty="0"/>
              <a:t>From each state, actions move you in that direction if possible, otherwise you stay in the same square.</a:t>
            </a:r>
          </a:p>
          <a:p>
            <a:pPr marL="342900" indent="-342900">
              <a:buClr>
                <a:srgbClr val="0070C0"/>
              </a:buClr>
              <a:buFont typeface="Wingdings" pitchFamily="2" charset="2"/>
              <a:buChar char="§"/>
            </a:pPr>
            <a:r>
              <a:rPr lang="en-GB" sz="2400" dirty="0">
                <a:ea typeface="Cambria Math" panose="02040503050406030204" pitchFamily="18" charset="0"/>
              </a:rPr>
              <a:t>Reward is -1 until the terminal state is reached.</a:t>
            </a:r>
          </a:p>
          <a:p>
            <a:pPr marL="342900" indent="-342900">
              <a:buClr>
                <a:srgbClr val="0070C0"/>
              </a:buClr>
              <a:buFont typeface="Wingdings" pitchFamily="2" charset="2"/>
              <a:buChar char="§"/>
            </a:pPr>
            <a:r>
              <a:rPr lang="en-PH" sz="2400" dirty="0"/>
              <a:t>The goal is to reach state D which gives </a:t>
            </a:r>
            <a:r>
              <a:rPr lang="en-PH" sz="2400" b="1" dirty="0"/>
              <a:t>0 reward</a:t>
            </a:r>
            <a:r>
              <a:rPr lang="en-PH" sz="2400" dirty="0"/>
              <a:t> and ends the episode.</a:t>
            </a:r>
          </a:p>
        </p:txBody>
      </p:sp>
      <p:graphicFrame>
        <p:nvGraphicFramePr>
          <p:cNvPr id="16" name="Table 15">
            <a:extLst>
              <a:ext uri="{FF2B5EF4-FFF2-40B4-BE49-F238E27FC236}">
                <a16:creationId xmlns:a16="http://schemas.microsoft.com/office/drawing/2014/main" id="{7FBFE631-E4F4-8DB9-F160-4430A88F06C3}"/>
              </a:ext>
            </a:extLst>
          </p:cNvPr>
          <p:cNvGraphicFramePr>
            <a:graphicFrameLocks noGrp="1"/>
          </p:cNvGraphicFramePr>
          <p:nvPr/>
        </p:nvGraphicFramePr>
        <p:xfrm>
          <a:off x="2816762" y="146829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A</a:t>
                      </a:r>
                    </a:p>
                  </a:txBody>
                  <a:tcPr anchor="ctr"/>
                </a:tc>
                <a:tc>
                  <a:txBody>
                    <a:bodyPr/>
                    <a:lstStyle/>
                    <a:p>
                      <a:pPr algn="ctr"/>
                      <a:r>
                        <a:rPr lang="en-US" b="1" dirty="0"/>
                        <a:t>B</a:t>
                      </a:r>
                    </a:p>
                  </a:txBody>
                  <a:tcPr anchor="ctr"/>
                </a:tc>
                <a:extLst>
                  <a:ext uri="{0D108BD9-81ED-4DB2-BD59-A6C34878D82A}">
                    <a16:rowId xmlns:a16="http://schemas.microsoft.com/office/drawing/2014/main" val="3795677844"/>
                  </a:ext>
                </a:extLst>
              </a:tr>
              <a:tr h="1080000">
                <a:tc>
                  <a:txBody>
                    <a:bodyPr/>
                    <a:lstStyle/>
                    <a:p>
                      <a:pPr algn="ctr"/>
                      <a:r>
                        <a:rPr lang="en-US" b="1" dirty="0"/>
                        <a:t>C</a:t>
                      </a:r>
                    </a:p>
                  </a:txBody>
                  <a:tcPr anchor="ctr"/>
                </a:tc>
                <a:tc>
                  <a:txBody>
                    <a:bodyPr/>
                    <a:lstStyle/>
                    <a:p>
                      <a:pPr algn="ctr"/>
                      <a:r>
                        <a:rPr lang="en-US" b="1" dirty="0"/>
                        <a:t>D</a:t>
                      </a:r>
                    </a:p>
                  </a:txBody>
                  <a:tcPr anchor="ctr">
                    <a:solidFill>
                      <a:srgbClr val="92D050"/>
                    </a:solidFill>
                  </a:tcPr>
                </a:tc>
                <a:extLst>
                  <a:ext uri="{0D108BD9-81ED-4DB2-BD59-A6C34878D82A}">
                    <a16:rowId xmlns:a16="http://schemas.microsoft.com/office/drawing/2014/main" val="2896053955"/>
                  </a:ext>
                </a:extLst>
              </a:tr>
            </a:tbl>
          </a:graphicData>
        </a:graphic>
      </p:graphicFrame>
      <p:sp>
        <p:nvSpPr>
          <p:cNvPr id="5" name="TextBox 4">
            <a:extLst>
              <a:ext uri="{FF2B5EF4-FFF2-40B4-BE49-F238E27FC236}">
                <a16:creationId xmlns:a16="http://schemas.microsoft.com/office/drawing/2014/main" id="{70286FAD-06C9-7D13-B107-09B8168EA008}"/>
              </a:ext>
            </a:extLst>
          </p:cNvPr>
          <p:cNvSpPr txBox="1"/>
          <p:nvPr/>
        </p:nvSpPr>
        <p:spPr>
          <a:xfrm>
            <a:off x="8297754" y="3293568"/>
            <a:ext cx="854570"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DOWN</a:t>
            </a:r>
          </a:p>
        </p:txBody>
      </p:sp>
      <p:sp>
        <p:nvSpPr>
          <p:cNvPr id="6" name="TextBox 5">
            <a:extLst>
              <a:ext uri="{FF2B5EF4-FFF2-40B4-BE49-F238E27FC236}">
                <a16:creationId xmlns:a16="http://schemas.microsoft.com/office/drawing/2014/main" id="{02DB5660-AC90-FE87-06CC-8CF69A4D2956}"/>
              </a:ext>
            </a:extLst>
          </p:cNvPr>
          <p:cNvSpPr txBox="1"/>
          <p:nvPr/>
        </p:nvSpPr>
        <p:spPr>
          <a:xfrm>
            <a:off x="8454317" y="1468290"/>
            <a:ext cx="541445"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UP</a:t>
            </a:r>
          </a:p>
        </p:txBody>
      </p:sp>
      <p:sp>
        <p:nvSpPr>
          <p:cNvPr id="7" name="TextBox 6">
            <a:extLst>
              <a:ext uri="{FF2B5EF4-FFF2-40B4-BE49-F238E27FC236}">
                <a16:creationId xmlns:a16="http://schemas.microsoft.com/office/drawing/2014/main" id="{6902F4C8-9A7F-7942-F64C-0BE85635F8AC}"/>
              </a:ext>
            </a:extLst>
          </p:cNvPr>
          <p:cNvSpPr txBox="1"/>
          <p:nvPr/>
        </p:nvSpPr>
        <p:spPr>
          <a:xfrm>
            <a:off x="7183121" y="2367450"/>
            <a:ext cx="735682"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LEFT</a:t>
            </a:r>
          </a:p>
        </p:txBody>
      </p:sp>
      <p:sp>
        <p:nvSpPr>
          <p:cNvPr id="10" name="TextBox 9">
            <a:extLst>
              <a:ext uri="{FF2B5EF4-FFF2-40B4-BE49-F238E27FC236}">
                <a16:creationId xmlns:a16="http://schemas.microsoft.com/office/drawing/2014/main" id="{A689A428-A13D-59E2-1D81-ED832D5C00FF}"/>
              </a:ext>
            </a:extLst>
          </p:cNvPr>
          <p:cNvSpPr txBox="1"/>
          <p:nvPr/>
        </p:nvSpPr>
        <p:spPr>
          <a:xfrm>
            <a:off x="9434757" y="2367450"/>
            <a:ext cx="832201"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RIGHT</a:t>
            </a:r>
          </a:p>
        </p:txBody>
      </p:sp>
    </p:spTree>
    <p:extLst>
      <p:ext uri="{BB962C8B-B14F-4D97-AF65-F5344CB8AC3E}">
        <p14:creationId xmlns:p14="http://schemas.microsoft.com/office/powerpoint/2010/main" val="3957294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5" grpId="0"/>
      <p:bldP spid="6" grpId="0"/>
      <p:bldP spid="7" grpId="0"/>
      <p:bldP spid="10" grpId="0"/>
    </p:bld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19E3BAF9-FCDC-B3F7-4123-1EEBF936CFCC}"/>
              </a:ext>
            </a:extLst>
          </p:cNvPr>
          <p:cNvGraphicFramePr>
            <a:graphicFrameLocks noGrp="1"/>
          </p:cNvGraphicFramePr>
          <p:nvPr>
            <p:extLst>
              <p:ext uri="{D42A27DB-BD31-4B8C-83A1-F6EECF244321}">
                <p14:modId xmlns:p14="http://schemas.microsoft.com/office/powerpoint/2010/main" val="3282497370"/>
              </p:ext>
            </p:extLst>
          </p:nvPr>
        </p:nvGraphicFramePr>
        <p:xfrm>
          <a:off x="3689300" y="1600370"/>
          <a:ext cx="4813400" cy="4320000"/>
        </p:xfrm>
        <a:graphic>
          <a:graphicData uri="http://schemas.openxmlformats.org/drawingml/2006/table">
            <a:tbl>
              <a:tblPr firstRow="1" bandRow="1">
                <a:tableStyleId>{5940675A-B579-460E-94D1-54222C63F5DA}</a:tableStyleId>
              </a:tblPr>
              <a:tblGrid>
                <a:gridCol w="962680">
                  <a:extLst>
                    <a:ext uri="{9D8B030D-6E8A-4147-A177-3AD203B41FA5}">
                      <a16:colId xmlns:a16="http://schemas.microsoft.com/office/drawing/2014/main" val="3375932888"/>
                    </a:ext>
                  </a:extLst>
                </a:gridCol>
                <a:gridCol w="962680">
                  <a:extLst>
                    <a:ext uri="{9D8B030D-6E8A-4147-A177-3AD203B41FA5}">
                      <a16:colId xmlns:a16="http://schemas.microsoft.com/office/drawing/2014/main" val="3168524881"/>
                    </a:ext>
                  </a:extLst>
                </a:gridCol>
                <a:gridCol w="962680">
                  <a:extLst>
                    <a:ext uri="{9D8B030D-6E8A-4147-A177-3AD203B41FA5}">
                      <a16:colId xmlns:a16="http://schemas.microsoft.com/office/drawing/2014/main" val="2495485863"/>
                    </a:ext>
                  </a:extLst>
                </a:gridCol>
                <a:gridCol w="962680">
                  <a:extLst>
                    <a:ext uri="{9D8B030D-6E8A-4147-A177-3AD203B41FA5}">
                      <a16:colId xmlns:a16="http://schemas.microsoft.com/office/drawing/2014/main" val="3896376721"/>
                    </a:ext>
                  </a:extLst>
                </a:gridCol>
                <a:gridCol w="962680">
                  <a:extLst>
                    <a:ext uri="{9D8B030D-6E8A-4147-A177-3AD203B41FA5}">
                      <a16:colId xmlns:a16="http://schemas.microsoft.com/office/drawing/2014/main" val="2327073684"/>
                    </a:ext>
                  </a:extLst>
                </a:gridCol>
              </a:tblGrid>
              <a:tr h="1080000">
                <a:tc>
                  <a:txBody>
                    <a:bodyPr/>
                    <a:lstStyle/>
                    <a:p>
                      <a:pPr algn="ctr"/>
                      <a:endParaRPr lang="en-US" b="1" dirty="0"/>
                    </a:p>
                  </a:txBody>
                  <a:tcPr anchor="ctr"/>
                </a:tc>
                <a:tc>
                  <a:txBody>
                    <a:bodyPr/>
                    <a:lstStyle/>
                    <a:p>
                      <a:pPr algn="ctr"/>
                      <a:r>
                        <a:rPr lang="en-US" b="1" dirty="0"/>
                        <a:t>UP</a:t>
                      </a:r>
                    </a:p>
                  </a:txBody>
                  <a:tcPr anchor="ctr"/>
                </a:tc>
                <a:tc>
                  <a:txBody>
                    <a:bodyPr/>
                    <a:lstStyle/>
                    <a:p>
                      <a:pPr algn="ctr"/>
                      <a:r>
                        <a:rPr lang="en-US" b="1" dirty="0"/>
                        <a:t>DOWN</a:t>
                      </a:r>
                    </a:p>
                  </a:txBody>
                  <a:tcPr anchor="ctr"/>
                </a:tc>
                <a:tc>
                  <a:txBody>
                    <a:bodyPr/>
                    <a:lstStyle/>
                    <a:p>
                      <a:pPr algn="ctr"/>
                      <a:r>
                        <a:rPr lang="en-US" b="1" dirty="0"/>
                        <a:t>LEFT </a:t>
                      </a:r>
                    </a:p>
                  </a:txBody>
                  <a:tcPr anchor="ctr"/>
                </a:tc>
                <a:tc>
                  <a:txBody>
                    <a:bodyPr/>
                    <a:lstStyle/>
                    <a:p>
                      <a:pPr algn="ctr"/>
                      <a:r>
                        <a:rPr lang="en-US" b="1" dirty="0"/>
                        <a:t>RIGHT</a:t>
                      </a:r>
                    </a:p>
                  </a:txBody>
                  <a:tcPr anchor="ctr"/>
                </a:tc>
                <a:extLst>
                  <a:ext uri="{0D108BD9-81ED-4DB2-BD59-A6C34878D82A}">
                    <a16:rowId xmlns:a16="http://schemas.microsoft.com/office/drawing/2014/main" val="3795677844"/>
                  </a:ext>
                </a:extLst>
              </a:tr>
              <a:tr h="1080000">
                <a:tc>
                  <a:txBody>
                    <a:bodyPr/>
                    <a:lstStyle/>
                    <a:p>
                      <a:pPr algn="ctr"/>
                      <a:r>
                        <a:rPr lang="en-US" b="1" dirty="0"/>
                        <a:t>A</a:t>
                      </a:r>
                    </a:p>
                  </a:txBody>
                  <a:tcPr anchor="ctr"/>
                </a:tc>
                <a:tc>
                  <a:txBody>
                    <a:bodyPr/>
                    <a:lstStyle/>
                    <a:p>
                      <a:pPr algn="ctr"/>
                      <a:r>
                        <a:rPr lang="en-US" b="1" dirty="0">
                          <a:solidFill>
                            <a:srgbClr val="FF0000"/>
                          </a:solidFill>
                        </a:rPr>
                        <a:t>-1</a:t>
                      </a:r>
                    </a:p>
                  </a:txBody>
                  <a:tcPr anchor="ctr"/>
                </a:tc>
                <a:tc>
                  <a:txBody>
                    <a:bodyPr/>
                    <a:lstStyle/>
                    <a:p>
                      <a:pPr algn="ctr"/>
                      <a:r>
                        <a:rPr lang="en-US" b="1" dirty="0">
                          <a:solidFill>
                            <a:srgbClr val="FF0000"/>
                          </a:solidFill>
                        </a:rPr>
                        <a:t>-1</a:t>
                      </a:r>
                    </a:p>
                  </a:txBody>
                  <a:tcPr anchor="ctr"/>
                </a:tc>
                <a:tc>
                  <a:txBody>
                    <a:bodyPr/>
                    <a:lstStyle/>
                    <a:p>
                      <a:pPr algn="ctr"/>
                      <a:r>
                        <a:rPr lang="en-US" b="1" dirty="0">
                          <a:solidFill>
                            <a:srgbClr val="FF0000"/>
                          </a:solidFill>
                        </a:rPr>
                        <a:t>-1</a:t>
                      </a:r>
                    </a:p>
                  </a:txBody>
                  <a:tcPr anchor="ctr"/>
                </a:tc>
                <a:tc>
                  <a:txBody>
                    <a:bodyPr/>
                    <a:lstStyle/>
                    <a:p>
                      <a:pPr algn="ctr"/>
                      <a:r>
                        <a:rPr lang="en-US" b="1" dirty="0">
                          <a:solidFill>
                            <a:srgbClr val="FF0000"/>
                          </a:solidFill>
                        </a:rPr>
                        <a:t>-1</a:t>
                      </a:r>
                    </a:p>
                  </a:txBody>
                  <a:tcPr anchor="ctr"/>
                </a:tc>
                <a:extLst>
                  <a:ext uri="{0D108BD9-81ED-4DB2-BD59-A6C34878D82A}">
                    <a16:rowId xmlns:a16="http://schemas.microsoft.com/office/drawing/2014/main" val="554002186"/>
                  </a:ext>
                </a:extLst>
              </a:tr>
              <a:tr h="1080000">
                <a:tc>
                  <a:txBody>
                    <a:bodyPr/>
                    <a:lstStyle/>
                    <a:p>
                      <a:pPr algn="ctr"/>
                      <a:r>
                        <a:rPr lang="en-US" b="1" dirty="0"/>
                        <a:t>B</a:t>
                      </a:r>
                    </a:p>
                  </a:txBody>
                  <a:tcPr anchor="ctr"/>
                </a:tc>
                <a:tc>
                  <a:txBody>
                    <a:bodyPr/>
                    <a:lstStyle/>
                    <a:p>
                      <a:pPr algn="ctr"/>
                      <a:r>
                        <a:rPr lang="en-US" b="1" dirty="0">
                          <a:solidFill>
                            <a:srgbClr val="FF0000"/>
                          </a:solidFill>
                        </a:rPr>
                        <a:t>-1</a:t>
                      </a:r>
                    </a:p>
                  </a:txBody>
                  <a:tcPr anchor="ctr">
                    <a:noFill/>
                  </a:tcPr>
                </a:tc>
                <a:tc>
                  <a:txBody>
                    <a:bodyPr/>
                    <a:lstStyle/>
                    <a:p>
                      <a:pPr algn="ctr"/>
                      <a:r>
                        <a:rPr lang="en-US" b="1" dirty="0">
                          <a:solidFill>
                            <a:srgbClr val="00B050"/>
                          </a:solidFill>
                        </a:rPr>
                        <a:t>0</a:t>
                      </a:r>
                    </a:p>
                  </a:txBody>
                  <a:tcPr anchor="ctr">
                    <a:noFill/>
                  </a:tcPr>
                </a:tc>
                <a:tc>
                  <a:txBody>
                    <a:bodyPr/>
                    <a:lstStyle/>
                    <a:p>
                      <a:pPr algn="ctr"/>
                      <a:r>
                        <a:rPr lang="en-US" b="1" dirty="0">
                          <a:solidFill>
                            <a:srgbClr val="FF0000"/>
                          </a:solidFill>
                        </a:rPr>
                        <a:t>-1</a:t>
                      </a:r>
                    </a:p>
                  </a:txBody>
                  <a:tcPr anchor="ctr">
                    <a:noFill/>
                  </a:tcPr>
                </a:tc>
                <a:tc>
                  <a:txBody>
                    <a:bodyPr/>
                    <a:lstStyle/>
                    <a:p>
                      <a:pPr algn="ctr"/>
                      <a:r>
                        <a:rPr lang="en-US" b="1" dirty="0">
                          <a:solidFill>
                            <a:srgbClr val="FF0000"/>
                          </a:solidFill>
                        </a:rPr>
                        <a:t>-1</a:t>
                      </a:r>
                    </a:p>
                  </a:txBody>
                  <a:tcPr anchor="ctr">
                    <a:noFill/>
                  </a:tcPr>
                </a:tc>
                <a:extLst>
                  <a:ext uri="{0D108BD9-81ED-4DB2-BD59-A6C34878D82A}">
                    <a16:rowId xmlns:a16="http://schemas.microsoft.com/office/drawing/2014/main" val="2896053955"/>
                  </a:ext>
                </a:extLst>
              </a:tr>
              <a:tr h="1080000">
                <a:tc>
                  <a:txBody>
                    <a:bodyPr/>
                    <a:lstStyle/>
                    <a:p>
                      <a:pPr algn="ctr"/>
                      <a:r>
                        <a:rPr lang="en-US" b="1" dirty="0"/>
                        <a:t>C</a:t>
                      </a:r>
                    </a:p>
                  </a:txBody>
                  <a:tcPr anchor="ctr"/>
                </a:tc>
                <a:tc>
                  <a:txBody>
                    <a:bodyPr/>
                    <a:lstStyle/>
                    <a:p>
                      <a:pPr algn="ctr"/>
                      <a:r>
                        <a:rPr lang="en-US" b="1" dirty="0">
                          <a:solidFill>
                            <a:srgbClr val="FF0000"/>
                          </a:solidFill>
                        </a:rPr>
                        <a:t>-1</a:t>
                      </a:r>
                    </a:p>
                  </a:txBody>
                  <a:tcPr anchor="ctr">
                    <a:noFill/>
                  </a:tcPr>
                </a:tc>
                <a:tc>
                  <a:txBody>
                    <a:bodyPr/>
                    <a:lstStyle/>
                    <a:p>
                      <a:pPr algn="ctr"/>
                      <a:r>
                        <a:rPr lang="en-US" b="1" dirty="0">
                          <a:solidFill>
                            <a:srgbClr val="FF0000"/>
                          </a:solidFill>
                        </a:rPr>
                        <a:t>-1</a:t>
                      </a:r>
                    </a:p>
                  </a:txBody>
                  <a:tcPr anchor="ctr">
                    <a:noFill/>
                  </a:tcPr>
                </a:tc>
                <a:tc>
                  <a:txBody>
                    <a:bodyPr/>
                    <a:lstStyle/>
                    <a:p>
                      <a:pPr algn="ctr"/>
                      <a:r>
                        <a:rPr lang="en-US" b="1" dirty="0">
                          <a:solidFill>
                            <a:srgbClr val="FF0000"/>
                          </a:solidFill>
                        </a:rPr>
                        <a:t>-1</a:t>
                      </a:r>
                    </a:p>
                  </a:txBody>
                  <a:tcPr anchor="ctr">
                    <a:noFill/>
                  </a:tcPr>
                </a:tc>
                <a:tc>
                  <a:txBody>
                    <a:bodyPr/>
                    <a:lstStyle/>
                    <a:p>
                      <a:pPr algn="ctr"/>
                      <a:r>
                        <a:rPr lang="en-US" b="1" dirty="0">
                          <a:solidFill>
                            <a:srgbClr val="00B050"/>
                          </a:solidFill>
                        </a:rPr>
                        <a:t>0</a:t>
                      </a:r>
                    </a:p>
                  </a:txBody>
                  <a:tcPr anchor="ctr">
                    <a:noFill/>
                  </a:tcPr>
                </a:tc>
                <a:extLst>
                  <a:ext uri="{0D108BD9-81ED-4DB2-BD59-A6C34878D82A}">
                    <a16:rowId xmlns:a16="http://schemas.microsoft.com/office/drawing/2014/main" val="4277451990"/>
                  </a:ext>
                </a:extLst>
              </a:tr>
            </a:tbl>
          </a:graphicData>
        </a:graphic>
      </p:graphicFrame>
    </p:spTree>
    <p:extLst>
      <p:ext uri="{BB962C8B-B14F-4D97-AF65-F5344CB8AC3E}">
        <p14:creationId xmlns:p14="http://schemas.microsoft.com/office/powerpoint/2010/main" val="2269849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B74086C4-23FE-7AD5-7EE3-05063083665D}"/>
            </a:ext>
          </a:extLst>
        </p:cNvPr>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AC0D9E72-9A48-CD66-FFB0-5954717A54D7}"/>
              </a:ext>
            </a:extLst>
          </p:cNvPr>
          <p:cNvGraphicFramePr>
            <a:graphicFrameLocks noGrp="1"/>
          </p:cNvGraphicFramePr>
          <p:nvPr>
            <p:extLst>
              <p:ext uri="{D42A27DB-BD31-4B8C-83A1-F6EECF244321}">
                <p14:modId xmlns:p14="http://schemas.microsoft.com/office/powerpoint/2010/main" val="454149797"/>
              </p:ext>
            </p:extLst>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0</a:t>
                      </a:r>
                    </a:p>
                  </a:txBody>
                  <a:tcPr anchor="ctr"/>
                </a:tc>
                <a:tc>
                  <a:txBody>
                    <a:bodyPr/>
                    <a:lstStyle/>
                    <a:p>
                      <a:pPr algn="ctr"/>
                      <a:r>
                        <a:rPr lang="en-US" b="1" dirty="0"/>
                        <a:t>0</a:t>
                      </a:r>
                    </a:p>
                  </a:txBody>
                  <a:tcPr anchor="ctr"/>
                </a:tc>
                <a:extLst>
                  <a:ext uri="{0D108BD9-81ED-4DB2-BD59-A6C34878D82A}">
                    <a16:rowId xmlns:a16="http://schemas.microsoft.com/office/drawing/2014/main" val="3795677844"/>
                  </a:ext>
                </a:extLst>
              </a:tr>
              <a:tr h="1080000">
                <a:tc>
                  <a:txBody>
                    <a:bodyPr/>
                    <a:lstStyle/>
                    <a:p>
                      <a:pPr algn="ctr"/>
                      <a:r>
                        <a:rPr lang="en-US" b="1" dirty="0"/>
                        <a:t>0</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11B4B63E-7F34-0079-BEE8-393C8211D81D}"/>
                  </a:ext>
                </a:extLst>
              </p:cNvPr>
              <p:cNvGraphicFramePr>
                <a:graphicFrameLocks noGrp="1"/>
              </p:cNvGraphicFramePr>
              <p:nvPr>
                <p:extLst>
                  <p:ext uri="{D42A27DB-BD31-4B8C-83A1-F6EECF244321}">
                    <p14:modId xmlns:p14="http://schemas.microsoft.com/office/powerpoint/2010/main" val="2992169778"/>
                  </p:ext>
                </p:extLst>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3708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𝟏</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𝟐</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53390574"/>
                      </a:ext>
                    </a:extLst>
                  </a:tr>
                  <a:tr h="3708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3708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3708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Choice>
        <mc:Fallback xmlns="">
          <p:graphicFrame>
            <p:nvGraphicFramePr>
              <p:cNvPr id="2" name="Table 1">
                <a:extLst>
                  <a:ext uri="{FF2B5EF4-FFF2-40B4-BE49-F238E27FC236}">
                    <a16:creationId xmlns:a16="http://schemas.microsoft.com/office/drawing/2014/main" id="{11B4B63E-7F34-0079-BEE8-393C8211D81D}"/>
                  </a:ext>
                </a:extLst>
              </p:cNvPr>
              <p:cNvGraphicFramePr>
                <a:graphicFrameLocks noGrp="1"/>
              </p:cNvGraphicFramePr>
              <p:nvPr>
                <p:extLst>
                  <p:ext uri="{D42A27DB-BD31-4B8C-83A1-F6EECF244321}">
                    <p14:modId xmlns:p14="http://schemas.microsoft.com/office/powerpoint/2010/main" val="2992169778"/>
                  </p:ext>
                </p:extLst>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548640">
                    <a:tc>
                      <a:txBody>
                        <a:bodyPr/>
                        <a:lstStyle/>
                        <a:p>
                          <a:pPr/>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00820" t="-2326" r="-2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00820" t="-2326" r="-1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00820" t="-2326" r="-820" b="-337209"/>
                          </a:stretch>
                        </a:blipFill>
                      </a:tcPr>
                    </a:tc>
                    <a:extLst>
                      <a:ext uri="{0D108BD9-81ED-4DB2-BD59-A6C34878D82A}">
                        <a16:rowId xmlns:a16="http://schemas.microsoft.com/office/drawing/2014/main" val="153390574"/>
                      </a:ext>
                    </a:extLst>
                  </a:tr>
                  <a:tr h="5486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5486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5486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6998D91-47D0-3D57-970D-748FB71F834F}"/>
                  </a:ext>
                </a:extLst>
              </p:cNvPr>
              <p:cNvSpPr txBox="1"/>
              <p:nvPr/>
            </p:nvSpPr>
            <p:spPr>
              <a:xfrm>
                <a:off x="10232906" y="2293353"/>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=0</m:t>
                      </m:r>
                    </m:oMath>
                  </m:oMathPara>
                </a14:m>
                <a:endParaRPr lang="en-US" sz="2500" dirty="0"/>
              </a:p>
            </p:txBody>
          </p:sp>
        </mc:Choice>
        <mc:Fallback xmlns="">
          <p:sp>
            <p:nvSpPr>
              <p:cNvPr id="9" name="TextBox 8">
                <a:extLst>
                  <a:ext uri="{FF2B5EF4-FFF2-40B4-BE49-F238E27FC236}">
                    <a16:creationId xmlns:a16="http://schemas.microsoft.com/office/drawing/2014/main" id="{56998D91-47D0-3D57-970D-748FB71F834F}"/>
                  </a:ext>
                </a:extLst>
              </p:cNvPr>
              <p:cNvSpPr txBox="1">
                <a:spLocks noRot="1" noChangeAspect="1" noMove="1" noResize="1" noEditPoints="1" noAdjustHandles="1" noChangeArrowheads="1" noChangeShapeType="1" noTextEdit="1"/>
              </p:cNvSpPr>
              <p:nvPr/>
            </p:nvSpPr>
            <p:spPr>
              <a:xfrm>
                <a:off x="10232906" y="2293353"/>
                <a:ext cx="1030988" cy="477054"/>
              </a:xfrm>
              <a:prstGeom prst="rect">
                <a:avLst/>
              </a:prstGeom>
              <a:blipFill>
                <a:blip r:embed="rId3"/>
                <a:stretch>
                  <a:fillRect/>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7A6F41E-130F-FDF5-1CD1-2C2936B0424D}"/>
                  </a:ext>
                </a:extLst>
              </p:cNvPr>
              <p:cNvSpPr txBox="1"/>
              <p:nvPr/>
            </p:nvSpPr>
            <p:spPr>
              <a:xfrm>
                <a:off x="1069624" y="3656707"/>
                <a:ext cx="10052751" cy="1015663"/>
              </a:xfrm>
              <a:prstGeom prst="rect">
                <a:avLst/>
              </a:prstGeom>
              <a:noFill/>
            </p:spPr>
            <p:txBody>
              <a:bodyPr wrap="square">
                <a:spAutoFit/>
              </a:bodyPr>
              <a:lstStyle/>
              <a:p>
                <a:r>
                  <a:rPr lang="en-PH" sz="3000" dirty="0"/>
                  <a:t>Initially, we set the value functions </a:t>
                </a:r>
                <a14:m>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sub>
                    </m:sSub>
                    <m:d>
                      <m:dPr>
                        <m:ctrlPr>
                          <a:rPr lang="en-GB" sz="3000" b="1" i="1" smtClean="0">
                            <a:solidFill>
                              <a:schemeClr val="tx1"/>
                            </a:solidFill>
                            <a:latin typeface="Cambria Math" panose="02040503050406030204" pitchFamily="18" charset="0"/>
                          </a:rPr>
                        </m:ctrlPr>
                      </m:dPr>
                      <m:e>
                        <m:r>
                          <a:rPr lang="en-GB" sz="3000" b="1" i="1" smtClean="0">
                            <a:solidFill>
                              <a:schemeClr val="tx1"/>
                            </a:solidFill>
                            <a:latin typeface="Cambria Math" panose="02040503050406030204" pitchFamily="18" charset="0"/>
                          </a:rPr>
                          <m:t>𝒔</m:t>
                        </m:r>
                      </m:e>
                    </m:d>
                  </m:oMath>
                </a14:m>
                <a:r>
                  <a:rPr lang="en-US" sz="3000" dirty="0">
                    <a:solidFill>
                      <a:schemeClr val="tx1"/>
                    </a:solidFill>
                  </a:rPr>
                  <a:t> of all states to </a:t>
                </a:r>
                <a:r>
                  <a:rPr lang="en-US" sz="3000" b="1" dirty="0">
                    <a:solidFill>
                      <a:schemeClr val="tx1"/>
                    </a:solidFill>
                  </a:rPr>
                  <a:t>zero</a:t>
                </a:r>
              </a:p>
              <a:p>
                <a:pPr>
                  <a:buNone/>
                </a:pPr>
                <a:r>
                  <a:rPr lang="en-PH" sz="3000" dirty="0"/>
                  <a:t> </a:t>
                </a:r>
              </a:p>
            </p:txBody>
          </p:sp>
        </mc:Choice>
        <mc:Fallback xmlns="">
          <p:sp>
            <p:nvSpPr>
              <p:cNvPr id="10" name="TextBox 9">
                <a:extLst>
                  <a:ext uri="{FF2B5EF4-FFF2-40B4-BE49-F238E27FC236}">
                    <a16:creationId xmlns:a16="http://schemas.microsoft.com/office/drawing/2014/main" id="{17A6F41E-130F-FDF5-1CD1-2C2936B0424D}"/>
                  </a:ext>
                </a:extLst>
              </p:cNvPr>
              <p:cNvSpPr txBox="1">
                <a:spLocks noRot="1" noChangeAspect="1" noMove="1" noResize="1" noEditPoints="1" noAdjustHandles="1" noChangeArrowheads="1" noChangeShapeType="1" noTextEdit="1"/>
              </p:cNvSpPr>
              <p:nvPr/>
            </p:nvSpPr>
            <p:spPr>
              <a:xfrm>
                <a:off x="1069624" y="3656707"/>
                <a:ext cx="10052751" cy="1015663"/>
              </a:xfrm>
              <a:prstGeom prst="rect">
                <a:avLst/>
              </a:prstGeom>
              <a:blipFill>
                <a:blip r:embed="rId4"/>
                <a:stretch>
                  <a:fillRect l="-1513" t="-7500" r="-631"/>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E6C82197-69ED-4C40-3B3F-A4B686D694DB}"/>
              </a:ext>
            </a:extLst>
          </p:cNvPr>
          <p:cNvSpPr/>
          <p:nvPr/>
        </p:nvSpPr>
        <p:spPr>
          <a:xfrm>
            <a:off x="1544320" y="545366"/>
            <a:ext cx="1564640" cy="1649193"/>
          </a:xfrm>
          <a:prstGeom prst="rect">
            <a:avLst/>
          </a:prstGeom>
          <a:solidFill>
            <a:schemeClr val="accent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215130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1"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 calcmode="lin" valueType="num">
                                      <p:cBhvr additive="base">
                                        <p:cTn id="12" dur="500" fill="hold"/>
                                        <p:tgtEl>
                                          <p:spTgt spid="10"/>
                                        </p:tgtEl>
                                        <p:attrNameLst>
                                          <p:attrName>ppt_x</p:attrName>
                                        </p:attrNameLst>
                                      </p:cBhvr>
                                      <p:tavLst>
                                        <p:tav tm="0">
                                          <p:val>
                                            <p:strVal val="#ppt_x"/>
                                          </p:val>
                                        </p:tav>
                                        <p:tav tm="100000">
                                          <p:val>
                                            <p:strVal val="#ppt_x"/>
                                          </p:val>
                                        </p:tav>
                                      </p:tavLst>
                                    </p:anim>
                                    <p:anim calcmode="lin" valueType="num">
                                      <p:cBhvr additive="base">
                                        <p:cTn id="13"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3" grpId="1" animBg="1"/>
    </p:bldLst>
  </p:timing>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05C04BBD-32E8-21DF-38F6-DFEF4B0E853F}"/>
            </a:ext>
          </a:extLst>
        </p:cNvPr>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2B813D73-B242-5F16-2ECC-F161307A9638}"/>
              </a:ext>
            </a:extLst>
          </p:cNvPr>
          <p:cNvGraphicFramePr>
            <a:graphicFrameLocks noGrp="1"/>
          </p:cNvGraphicFramePr>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0</a:t>
                      </a:r>
                    </a:p>
                  </a:txBody>
                  <a:tcPr anchor="ctr"/>
                </a:tc>
                <a:tc>
                  <a:txBody>
                    <a:bodyPr/>
                    <a:lstStyle/>
                    <a:p>
                      <a:pPr algn="ctr"/>
                      <a:r>
                        <a:rPr lang="en-US" b="1" dirty="0"/>
                        <a:t>0</a:t>
                      </a:r>
                    </a:p>
                  </a:txBody>
                  <a:tcPr anchor="ctr"/>
                </a:tc>
                <a:extLst>
                  <a:ext uri="{0D108BD9-81ED-4DB2-BD59-A6C34878D82A}">
                    <a16:rowId xmlns:a16="http://schemas.microsoft.com/office/drawing/2014/main" val="3795677844"/>
                  </a:ext>
                </a:extLst>
              </a:tr>
              <a:tr h="1080000">
                <a:tc>
                  <a:txBody>
                    <a:bodyPr/>
                    <a:lstStyle/>
                    <a:p>
                      <a:pPr algn="ctr"/>
                      <a:r>
                        <a:rPr lang="en-US" b="1" dirty="0"/>
                        <a:t>0</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08B7B233-2AC9-DD91-FC6C-07833AF30643}"/>
                  </a:ext>
                </a:extLst>
              </p:cNvPr>
              <p:cNvGraphicFramePr>
                <a:graphicFrameLocks noGrp="1"/>
              </p:cNvGraphicFramePr>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3708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𝟏</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𝟐</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53390574"/>
                      </a:ext>
                    </a:extLst>
                  </a:tr>
                  <a:tr h="3708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3708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3708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Choice>
        <mc:Fallback xmlns="">
          <p:graphicFrame>
            <p:nvGraphicFramePr>
              <p:cNvPr id="2" name="Table 1">
                <a:extLst>
                  <a:ext uri="{FF2B5EF4-FFF2-40B4-BE49-F238E27FC236}">
                    <a16:creationId xmlns:a16="http://schemas.microsoft.com/office/drawing/2014/main" id="{08B7B233-2AC9-DD91-FC6C-07833AF30643}"/>
                  </a:ext>
                </a:extLst>
              </p:cNvPr>
              <p:cNvGraphicFramePr>
                <a:graphicFrameLocks noGrp="1"/>
              </p:cNvGraphicFramePr>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5486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00820" t="-2326" r="-2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00820" t="-2326" r="-1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00820" t="-2326" r="-820" b="-337209"/>
                          </a:stretch>
                        </a:blipFill>
                      </a:tcPr>
                    </a:tc>
                    <a:extLst>
                      <a:ext uri="{0D108BD9-81ED-4DB2-BD59-A6C34878D82A}">
                        <a16:rowId xmlns:a16="http://schemas.microsoft.com/office/drawing/2014/main" val="153390574"/>
                      </a:ext>
                    </a:extLst>
                  </a:tr>
                  <a:tr h="5486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5486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5486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70F4CAD8-4F67-C498-84B5-3E8CD15E1C52}"/>
                  </a:ext>
                </a:extLst>
              </p:cNvPr>
              <p:cNvSpPr txBox="1"/>
              <p:nvPr/>
            </p:nvSpPr>
            <p:spPr>
              <a:xfrm>
                <a:off x="10232906" y="2293353"/>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=0</m:t>
                      </m:r>
                    </m:oMath>
                  </m:oMathPara>
                </a14:m>
                <a:endParaRPr lang="en-US" sz="2500" dirty="0"/>
              </a:p>
            </p:txBody>
          </p:sp>
        </mc:Choice>
        <mc:Fallback xmlns="">
          <p:sp>
            <p:nvSpPr>
              <p:cNvPr id="9" name="TextBox 8">
                <a:extLst>
                  <a:ext uri="{FF2B5EF4-FFF2-40B4-BE49-F238E27FC236}">
                    <a16:creationId xmlns:a16="http://schemas.microsoft.com/office/drawing/2014/main" id="{70F4CAD8-4F67-C498-84B5-3E8CD15E1C52}"/>
                  </a:ext>
                </a:extLst>
              </p:cNvPr>
              <p:cNvSpPr txBox="1">
                <a:spLocks noRot="1" noChangeAspect="1" noMove="1" noResize="1" noEditPoints="1" noAdjustHandles="1" noChangeArrowheads="1" noChangeShapeType="1" noTextEdit="1"/>
              </p:cNvSpPr>
              <p:nvPr/>
            </p:nvSpPr>
            <p:spPr>
              <a:xfrm>
                <a:off x="10232906" y="2293353"/>
                <a:ext cx="1030988" cy="477054"/>
              </a:xfrm>
              <a:prstGeom prst="rect">
                <a:avLst/>
              </a:prstGeom>
              <a:blipFill>
                <a:blip r:embed="rId3"/>
                <a:stretch>
                  <a:fillRect/>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40B3772C-6AF9-BEBA-4358-815288689D8A}"/>
                  </a:ext>
                </a:extLst>
              </p:cNvPr>
              <p:cNvSpPr txBox="1"/>
              <p:nvPr/>
            </p:nvSpPr>
            <p:spPr>
              <a:xfrm>
                <a:off x="187960" y="3656707"/>
                <a:ext cx="11816080" cy="1015663"/>
              </a:xfrm>
              <a:prstGeom prst="rect">
                <a:avLst/>
              </a:prstGeom>
              <a:noFill/>
            </p:spPr>
            <p:txBody>
              <a:bodyPr wrap="square">
                <a:spAutoFit/>
              </a:bodyPr>
              <a:lstStyle/>
              <a:p>
                <a:r>
                  <a:rPr lang="en-GB" sz="3000" dirty="0"/>
                  <a:t>We then use the </a:t>
                </a:r>
                <a:r>
                  <a:rPr lang="en-GB" sz="3000" b="1" dirty="0"/>
                  <a:t>Bellman equation </a:t>
                </a:r>
                <a:r>
                  <a:rPr lang="en-GB" sz="3000" dirty="0"/>
                  <a:t>to update the value function </a:t>
                </a:r>
                <a14:m>
                  <m:oMath xmlns:m="http://schemas.openxmlformats.org/officeDocument/2006/math">
                    <m:sSub>
                      <m:sSubPr>
                        <m:ctrlPr>
                          <a:rPr lang="en-GB" sz="3000" b="1" i="1">
                            <a:latin typeface="Cambria Math" panose="02040503050406030204" pitchFamily="18" charset="0"/>
                          </a:rPr>
                        </m:ctrlPr>
                      </m:sSubPr>
                      <m:e>
                        <m:r>
                          <a:rPr lang="en-GB" sz="3000" b="1" i="1">
                            <a:latin typeface="Cambria Math" panose="02040503050406030204" pitchFamily="18" charset="0"/>
                          </a:rPr>
                          <m:t>𝒗</m:t>
                        </m:r>
                      </m:e>
                      <m:sub>
                        <m:r>
                          <a:rPr lang="en-GB" sz="3000" b="1" i="1">
                            <a:latin typeface="Cambria Math" panose="02040503050406030204" pitchFamily="18" charset="0"/>
                          </a:rPr>
                          <m:t>𝒌</m:t>
                        </m:r>
                      </m:sub>
                    </m:sSub>
                    <m:r>
                      <a:rPr lang="en-GB" sz="3000" b="1" i="1">
                        <a:latin typeface="Cambria Math" panose="02040503050406030204" pitchFamily="18" charset="0"/>
                      </a:rPr>
                      <m:t>(</m:t>
                    </m:r>
                    <m:r>
                      <a:rPr lang="en-GB" sz="3000" b="1" i="1">
                        <a:latin typeface="Cambria Math" panose="02040503050406030204" pitchFamily="18" charset="0"/>
                      </a:rPr>
                      <m:t>𝒔</m:t>
                    </m:r>
                    <m:r>
                      <a:rPr lang="en-GB" sz="3000" b="1" i="1">
                        <a:latin typeface="Cambria Math" panose="02040503050406030204" pitchFamily="18" charset="0"/>
                      </a:rPr>
                      <m:t>)</m:t>
                    </m:r>
                  </m:oMath>
                </a14:m>
                <a:endParaRPr lang="en-US" sz="3000" dirty="0"/>
              </a:p>
              <a:p>
                <a:r>
                  <a:rPr lang="en-GB" sz="3000" dirty="0"/>
                  <a:t> of all states at each </a:t>
                </a:r>
                <a14:m>
                  <m:oMath xmlns:m="http://schemas.openxmlformats.org/officeDocument/2006/math">
                    <m:r>
                      <a:rPr lang="en-GB" sz="3000" i="1" dirty="0" smtClean="0">
                        <a:latin typeface="Cambria Math" panose="02040503050406030204" pitchFamily="18" charset="0"/>
                      </a:rPr>
                      <m:t>𝑘</m:t>
                    </m:r>
                  </m:oMath>
                </a14:m>
                <a:r>
                  <a:rPr lang="en-GB" sz="3000" dirty="0"/>
                  <a:t> iteration.</a:t>
                </a:r>
                <a:endParaRPr lang="en-PH" sz="3000" dirty="0"/>
              </a:p>
            </p:txBody>
          </p:sp>
        </mc:Choice>
        <mc:Fallback xmlns="">
          <p:sp>
            <p:nvSpPr>
              <p:cNvPr id="10" name="TextBox 9">
                <a:extLst>
                  <a:ext uri="{FF2B5EF4-FFF2-40B4-BE49-F238E27FC236}">
                    <a16:creationId xmlns:a16="http://schemas.microsoft.com/office/drawing/2014/main" id="{40B3772C-6AF9-BEBA-4358-815288689D8A}"/>
                  </a:ext>
                </a:extLst>
              </p:cNvPr>
              <p:cNvSpPr txBox="1">
                <a:spLocks noRot="1" noChangeAspect="1" noMove="1" noResize="1" noEditPoints="1" noAdjustHandles="1" noChangeArrowheads="1" noChangeShapeType="1" noTextEdit="1"/>
              </p:cNvSpPr>
              <p:nvPr/>
            </p:nvSpPr>
            <p:spPr>
              <a:xfrm>
                <a:off x="187960" y="3656707"/>
                <a:ext cx="11816080" cy="1015663"/>
              </a:xfrm>
              <a:prstGeom prst="rect">
                <a:avLst/>
              </a:prstGeom>
              <a:blipFill>
                <a:blip r:embed="rId4"/>
                <a:stretch>
                  <a:fillRect l="-1180" t="-7500" b="-17500"/>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7B27B522-746B-5DFF-D067-23398EA966B2}"/>
              </a:ext>
            </a:extLst>
          </p:cNvPr>
          <p:cNvSpPr/>
          <p:nvPr/>
        </p:nvSpPr>
        <p:spPr>
          <a:xfrm>
            <a:off x="1544320" y="545366"/>
            <a:ext cx="1564640" cy="1649193"/>
          </a:xfrm>
          <a:prstGeom prst="rect">
            <a:avLst/>
          </a:prstGeom>
          <a:solidFill>
            <a:schemeClr val="accent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80447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500" fill="hold"/>
                                        <p:tgtEl>
                                          <p:spTgt spid="10"/>
                                        </p:tgtEl>
                                        <p:attrNameLst>
                                          <p:attrName>ppt_x</p:attrName>
                                        </p:attrNameLst>
                                      </p:cBhvr>
                                      <p:tavLst>
                                        <p:tav tm="0">
                                          <p:val>
                                            <p:strVal val="#ppt_x"/>
                                          </p:val>
                                        </p:tav>
                                        <p:tav tm="100000">
                                          <p:val>
                                            <p:strVal val="#ppt_x"/>
                                          </p:val>
                                        </p:tav>
                                      </p:tavLst>
                                    </p:anim>
                                    <p:anim calcmode="lin" valueType="num">
                                      <p:cBhvr additive="base">
                                        <p:cTn id="8"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5C7BF1D2-8040-2851-51F6-546607B7DB1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8F9F2E0-4DAC-33DE-A842-C89964ECC741}"/>
                  </a:ext>
                </a:extLst>
              </p:cNvPr>
              <p:cNvSpPr txBox="1"/>
              <p:nvPr/>
            </p:nvSpPr>
            <p:spPr>
              <a:xfrm>
                <a:off x="81744" y="2459954"/>
                <a:ext cx="7162800" cy="1212576"/>
              </a:xfrm>
              <a:prstGeom prst="rect">
                <a:avLst/>
              </a:prstGeom>
              <a:noFill/>
              <a:ln w="28575">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PH" sz="3000" b="0" i="1" u="none" strike="noStrike" dirty="0" smtClean="0">
                              <a:solidFill>
                                <a:srgbClr val="000000"/>
                              </a:solidFill>
                              <a:effectLst/>
                              <a:latin typeface="Cambria Math" panose="02040503050406030204" pitchFamily="18" charset="0"/>
                            </a:rPr>
                          </m:ctrlPr>
                        </m:sSubPr>
                        <m:e>
                          <m:r>
                            <a:rPr lang="en-GB" sz="3000" b="0" i="1" u="none" strike="noStrike" dirty="0" smtClean="0">
                              <a:solidFill>
                                <a:srgbClr val="000000"/>
                              </a:solidFill>
                              <a:effectLst/>
                              <a:latin typeface="Cambria Math" panose="02040503050406030204" pitchFamily="18" charset="0"/>
                            </a:rPr>
                            <m:t>𝑣</m:t>
                          </m:r>
                        </m:e>
                        <m:sub>
                          <m:r>
                            <a:rPr lang="en-GB" sz="3000" b="0" i="1" u="none" strike="noStrike" dirty="0" smtClean="0">
                              <a:solidFill>
                                <a:srgbClr val="000000"/>
                              </a:solidFill>
                              <a:effectLst/>
                              <a:latin typeface="Cambria Math" panose="02040503050406030204" pitchFamily="18" charset="0"/>
                            </a:rPr>
                            <m:t>𝑘</m:t>
                          </m:r>
                          <m:r>
                            <a:rPr lang="en-GB" sz="3000" b="0" i="1" u="none" strike="noStrike" dirty="0" smtClean="0">
                              <a:solidFill>
                                <a:srgbClr val="000000"/>
                              </a:solidFill>
                              <a:effectLst/>
                              <a:latin typeface="Cambria Math" panose="02040503050406030204" pitchFamily="18" charset="0"/>
                            </a:rPr>
                            <m:t>+1</m:t>
                          </m:r>
                        </m:sub>
                      </m:sSub>
                      <m:d>
                        <m:dPr>
                          <m:ctrlPr>
                            <a:rPr lang="en-GB" sz="3000" b="0" i="1" u="none" strike="noStrike" dirty="0" smtClean="0">
                              <a:solidFill>
                                <a:srgbClr val="000000"/>
                              </a:solidFill>
                              <a:effectLst/>
                              <a:latin typeface="Cambria Math" panose="02040503050406030204" pitchFamily="18" charset="0"/>
                            </a:rPr>
                          </m:ctrlPr>
                        </m:dPr>
                        <m:e>
                          <m:r>
                            <a:rPr lang="en-GB" sz="3000" b="0" i="1" u="none" strike="noStrike" dirty="0" smtClean="0">
                              <a:solidFill>
                                <a:srgbClr val="000000"/>
                              </a:solidFill>
                              <a:effectLst/>
                              <a:latin typeface="Cambria Math" panose="02040503050406030204" pitchFamily="18" charset="0"/>
                            </a:rPr>
                            <m:t>𝑠</m:t>
                          </m:r>
                        </m:e>
                      </m:d>
                      <m:r>
                        <a:rPr lang="en-PH" sz="3000" b="0" i="1" u="none" strike="noStrike" dirty="0">
                          <a:solidFill>
                            <a:srgbClr val="000000"/>
                          </a:solidFill>
                          <a:effectLst/>
                          <a:latin typeface="Cambria Math" panose="02040503050406030204" pitchFamily="18" charset="0"/>
                        </a:rPr>
                        <m:t>=</m:t>
                      </m:r>
                      <m:nary>
                        <m:naryPr>
                          <m:chr m:val="∑"/>
                          <m:supHide m:val="on"/>
                          <m:ctrlPr>
                            <a:rPr lang="en-PH" sz="3000" b="0" i="1" u="none" strike="noStrike" dirty="0" smtClean="0">
                              <a:solidFill>
                                <a:srgbClr val="000000"/>
                              </a:solidFill>
                              <a:effectLst/>
                              <a:latin typeface="Cambria Math" panose="02040503050406030204" pitchFamily="18" charset="0"/>
                            </a:rPr>
                          </m:ctrlPr>
                        </m:naryPr>
                        <m:sub>
                          <m:r>
                            <m:rPr>
                              <m:brk m:alnAt="7"/>
                            </m:rPr>
                            <a:rPr lang="en-GB" sz="3000" b="0" i="1" u="none" strike="noStrike" dirty="0" smtClean="0">
                              <a:solidFill>
                                <a:srgbClr val="000000"/>
                              </a:solidFill>
                              <a:effectLst/>
                              <a:latin typeface="Cambria Math" panose="02040503050406030204" pitchFamily="18" charset="0"/>
                            </a:rPr>
                            <m:t>𝑎</m:t>
                          </m:r>
                        </m:sub>
                        <m:sup/>
                        <m:e>
                          <m:r>
                            <a:rPr lang="el-GR" sz="3000" i="1" dirty="0">
                              <a:solidFill>
                                <a:srgbClr val="000000"/>
                              </a:solidFill>
                              <a:latin typeface="Cambria Math" panose="02040503050406030204" pitchFamily="18" charset="0"/>
                            </a:rPr>
                            <m:t>𝜋</m:t>
                          </m:r>
                          <m:r>
                            <a:rPr lang="el-GR" sz="3000" i="1" dirty="0">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𝑎</m:t>
                          </m:r>
                          <m:r>
                            <a:rPr lang="en-PH" sz="3000" i="1" dirty="0" err="1">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𝑠</m:t>
                          </m:r>
                          <m:r>
                            <a:rPr lang="en-PH" sz="3000" i="1" dirty="0">
                              <a:solidFill>
                                <a:srgbClr val="000000"/>
                              </a:solidFill>
                              <a:latin typeface="Cambria Math" panose="02040503050406030204" pitchFamily="18" charset="0"/>
                            </a:rPr>
                            <m:t>)[</m:t>
                          </m:r>
                          <m:r>
                            <a:rPr lang="en-PH" sz="3000" i="1" dirty="0" smtClean="0">
                              <a:solidFill>
                                <a:srgbClr val="000000"/>
                              </a:solidFill>
                              <a:latin typeface="Cambria Math" panose="02040503050406030204" pitchFamily="18" charset="0"/>
                            </a:rPr>
                            <m:t>𝑟</m:t>
                          </m:r>
                          <m:r>
                            <a:rPr lang="en-PH" sz="3000" i="1" dirty="0">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𝑠</m:t>
                          </m:r>
                          <m:r>
                            <a:rPr lang="en-PH" sz="3000" i="1" dirty="0" err="1">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𝑎</m:t>
                          </m:r>
                          <m:r>
                            <a:rPr lang="en-PH" sz="3000" i="1" dirty="0">
                              <a:solidFill>
                                <a:srgbClr val="000000"/>
                              </a:solidFill>
                              <a:latin typeface="Cambria Math" panose="02040503050406030204" pitchFamily="18" charset="0"/>
                            </a:rPr>
                            <m:t>)+</m:t>
                          </m:r>
                          <m:r>
                            <a:rPr lang="el-GR" sz="3000" i="1" dirty="0">
                              <a:solidFill>
                                <a:srgbClr val="000000"/>
                              </a:solidFill>
                              <a:latin typeface="Cambria Math" panose="02040503050406030204" pitchFamily="18" charset="0"/>
                            </a:rPr>
                            <m:t>𝛾</m:t>
                          </m:r>
                          <m:sSub>
                            <m:sSubPr>
                              <m:ctrlPr>
                                <a:rPr lang="en-PH" sz="3000" i="1" dirty="0">
                                  <a:solidFill>
                                    <a:srgbClr val="000000"/>
                                  </a:solidFill>
                                  <a:latin typeface="Cambria Math" panose="02040503050406030204" pitchFamily="18" charset="0"/>
                                </a:rPr>
                              </m:ctrlPr>
                            </m:sSubPr>
                            <m:e>
                              <m:r>
                                <a:rPr lang="en-GB" sz="3000" i="1" dirty="0">
                                  <a:solidFill>
                                    <a:srgbClr val="000000"/>
                                  </a:solidFill>
                                  <a:latin typeface="Cambria Math" panose="02040503050406030204" pitchFamily="18" charset="0"/>
                                </a:rPr>
                                <m:t>𝑣</m:t>
                              </m:r>
                            </m:e>
                            <m:sub>
                              <m:r>
                                <a:rPr lang="en-GB" sz="3000" b="0" i="1" dirty="0" smtClean="0">
                                  <a:solidFill>
                                    <a:srgbClr val="000000"/>
                                  </a:solidFill>
                                  <a:latin typeface="Cambria Math" panose="02040503050406030204" pitchFamily="18" charset="0"/>
                                </a:rPr>
                                <m:t>𝑘</m:t>
                              </m:r>
                            </m:sub>
                          </m:sSub>
                          <m:r>
                            <a:rPr lang="en-PH" sz="3000" i="1" dirty="0">
                              <a:solidFill>
                                <a:srgbClr val="000000"/>
                              </a:solidFill>
                              <a:latin typeface="Cambria Math" panose="02040503050406030204" pitchFamily="18" charset="0"/>
                            </a:rPr>
                            <m:t>(</m:t>
                          </m:r>
                          <m:r>
                            <a:rPr lang="en-PH" sz="3000" i="1" dirty="0">
                              <a:solidFill>
                                <a:srgbClr val="000000"/>
                              </a:solidFill>
                              <a:latin typeface="Cambria Math" panose="02040503050406030204" pitchFamily="18" charset="0"/>
                            </a:rPr>
                            <m:t>𝑠</m:t>
                          </m:r>
                          <m:r>
                            <a:rPr lang="en-PH" sz="3000" i="1" dirty="0">
                              <a:solidFill>
                                <a:srgbClr val="000000"/>
                              </a:solidFill>
                              <a:latin typeface="Cambria Math" panose="02040503050406030204" pitchFamily="18" charset="0"/>
                            </a:rPr>
                            <m:t>′)]</m:t>
                          </m:r>
                        </m:e>
                      </m:nary>
                    </m:oMath>
                  </m:oMathPara>
                </a14:m>
                <a:endParaRPr lang="en-US" sz="3000" dirty="0"/>
              </a:p>
            </p:txBody>
          </p:sp>
        </mc:Choice>
        <mc:Fallback xmlns="">
          <p:sp>
            <p:nvSpPr>
              <p:cNvPr id="3" name="TextBox 2">
                <a:extLst>
                  <a:ext uri="{FF2B5EF4-FFF2-40B4-BE49-F238E27FC236}">
                    <a16:creationId xmlns:a16="http://schemas.microsoft.com/office/drawing/2014/main" id="{E8F9F2E0-4DAC-33DE-A842-C89964ECC741}"/>
                  </a:ext>
                </a:extLst>
              </p:cNvPr>
              <p:cNvSpPr txBox="1">
                <a:spLocks noRot="1" noChangeAspect="1" noMove="1" noResize="1" noEditPoints="1" noAdjustHandles="1" noChangeArrowheads="1" noChangeShapeType="1" noTextEdit="1"/>
              </p:cNvSpPr>
              <p:nvPr/>
            </p:nvSpPr>
            <p:spPr>
              <a:xfrm>
                <a:off x="81744" y="2459954"/>
                <a:ext cx="7162800" cy="1212576"/>
              </a:xfrm>
              <a:prstGeom prst="rect">
                <a:avLst/>
              </a:prstGeom>
              <a:blipFill>
                <a:blip r:embed="rId3"/>
                <a:stretch>
                  <a:fillRect t="-126263" b="-177778"/>
                </a:stretch>
              </a:blipFill>
              <a:ln w="28575">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5E52B4FC-39F7-9A44-80FB-5CCDF18A45BE}"/>
                  </a:ext>
                </a:extLst>
              </p:cNvPr>
              <p:cNvSpPr txBox="1"/>
              <p:nvPr/>
            </p:nvSpPr>
            <p:spPr>
              <a:xfrm>
                <a:off x="306740" y="4360099"/>
                <a:ext cx="11578520" cy="95667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900" b="0" i="1" dirty="0" smtClean="0">
                              <a:solidFill>
                                <a:srgbClr val="000000"/>
                              </a:solidFill>
                              <a:latin typeface="Cambria Math" panose="02040503050406030204" pitchFamily="18" charset="0"/>
                            </a:rPr>
                          </m:ctrlPr>
                        </m:sSubPr>
                        <m:e>
                          <m:r>
                            <a:rPr lang="en-GB" sz="2900" b="0" i="1" dirty="0" smtClean="0">
                              <a:solidFill>
                                <a:srgbClr val="000000"/>
                              </a:solidFill>
                              <a:latin typeface="Cambria Math" panose="02040503050406030204" pitchFamily="18" charset="0"/>
                            </a:rPr>
                            <m:t>𝑣</m:t>
                          </m:r>
                        </m:e>
                        <m:sub>
                          <m:r>
                            <a:rPr lang="en-GB" sz="2900" b="0" i="1" dirty="0" smtClean="0">
                              <a:solidFill>
                                <a:srgbClr val="000000"/>
                              </a:solidFill>
                              <a:latin typeface="Cambria Math" panose="02040503050406030204" pitchFamily="18" charset="0"/>
                            </a:rPr>
                            <m:t>𝑘</m:t>
                          </m:r>
                          <m:r>
                            <a:rPr lang="en-GB" sz="2900" b="0" i="1" dirty="0" smtClean="0">
                              <a:solidFill>
                                <a:srgbClr val="000000"/>
                              </a:solidFill>
                              <a:latin typeface="Cambria Math" panose="02040503050406030204" pitchFamily="18" charset="0"/>
                            </a:rPr>
                            <m:t>+1</m:t>
                          </m:r>
                        </m:sub>
                      </m:sSub>
                      <m:d>
                        <m:dPr>
                          <m:ctrlPr>
                            <a:rPr lang="en-GB" sz="2900" i="1" dirty="0">
                              <a:solidFill>
                                <a:srgbClr val="000000"/>
                              </a:solidFill>
                              <a:latin typeface="Cambria Math" panose="02040503050406030204" pitchFamily="18" charset="0"/>
                            </a:rPr>
                          </m:ctrlPr>
                        </m:dPr>
                        <m:e>
                          <m:r>
                            <a:rPr lang="en-GB" sz="2900" b="0" i="1" dirty="0" smtClean="0">
                              <a:solidFill>
                                <a:srgbClr val="000000"/>
                              </a:solidFill>
                              <a:latin typeface="Cambria Math" panose="02040503050406030204" pitchFamily="18" charset="0"/>
                            </a:rPr>
                            <m:t>𝐴</m:t>
                          </m:r>
                        </m:e>
                      </m:d>
                      <m:r>
                        <a:rPr lang="en-PH" sz="2900" b="0" i="1" u="none" strike="noStrike" dirty="0">
                          <a:solidFill>
                            <a:srgbClr val="000000"/>
                          </a:solidFill>
                          <a:effectLst/>
                          <a:latin typeface="Cambria Math" panose="02040503050406030204" pitchFamily="18" charset="0"/>
                        </a:rPr>
                        <m:t>=</m:t>
                      </m:r>
                      <m:f>
                        <m:fPr>
                          <m:ctrlPr>
                            <a:rPr lang="en-PH" sz="2900" b="0" i="1" u="none" strike="noStrike" dirty="0" smtClean="0">
                              <a:solidFill>
                                <a:srgbClr val="000000"/>
                              </a:solidFill>
                              <a:effectLst/>
                              <a:latin typeface="Cambria Math" panose="02040503050406030204" pitchFamily="18" charset="0"/>
                            </a:rPr>
                          </m:ctrlPr>
                        </m:fPr>
                        <m:num>
                          <m:r>
                            <a:rPr lang="en-GB" sz="2900" b="0" i="1" u="none" strike="noStrike" dirty="0" smtClean="0">
                              <a:solidFill>
                                <a:srgbClr val="000000"/>
                              </a:solidFill>
                              <a:effectLst/>
                              <a:latin typeface="Cambria Math" panose="02040503050406030204" pitchFamily="18" charset="0"/>
                            </a:rPr>
                            <m:t>1</m:t>
                          </m:r>
                        </m:num>
                        <m:den>
                          <m:r>
                            <a:rPr lang="en-GB" sz="2900" b="0" i="1" u="none" strike="noStrike" dirty="0" smtClean="0">
                              <a:solidFill>
                                <a:srgbClr val="000000"/>
                              </a:solidFill>
                              <a:effectLst/>
                              <a:latin typeface="Cambria Math" panose="02040503050406030204" pitchFamily="18" charset="0"/>
                            </a:rPr>
                            <m:t>4</m:t>
                          </m:r>
                        </m:den>
                      </m:f>
                      <m:r>
                        <a:rPr lang="en-PH" sz="2900" b="0" i="1" u="none" strike="noStrike" dirty="0" smtClean="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𝐴</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𝐵</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𝐶</m:t>
                      </m:r>
                      <m:r>
                        <a:rPr lang="en-PH" sz="2900" b="0" i="1" u="none" strike="noStrike" dirty="0">
                          <a:solidFill>
                            <a:srgbClr val="000000"/>
                          </a:solidFill>
                          <a:effectLst/>
                          <a:latin typeface="Cambria Math" panose="02040503050406030204" pitchFamily="18" charset="0"/>
                        </a:rPr>
                        <m:t>))+(−1+</m:t>
                      </m:r>
                      <m:r>
                        <a:rPr lang="en-PH" sz="2900" i="1" dirty="0">
                          <a:solidFill>
                            <a:srgbClr val="000000"/>
                          </a:solidFill>
                          <a:latin typeface="Cambria Math" panose="02040503050406030204" pitchFamily="18" charset="0"/>
                        </a:rPr>
                        <m:t>𝑣</m:t>
                      </m:r>
                      <m:r>
                        <a:rPr lang="en-PH" sz="2900" i="1" dirty="0">
                          <a:solidFill>
                            <a:srgbClr val="000000"/>
                          </a:solidFill>
                          <a:latin typeface="Cambria Math" panose="02040503050406030204" pitchFamily="18" charset="0"/>
                        </a:rPr>
                        <m:t>(</m:t>
                      </m:r>
                      <m:r>
                        <a:rPr lang="en-GB" sz="2900" b="0" i="1" dirty="0" smtClean="0">
                          <a:solidFill>
                            <a:srgbClr val="000000"/>
                          </a:solidFill>
                          <a:latin typeface="Cambria Math" panose="02040503050406030204" pitchFamily="18" charset="0"/>
                        </a:rPr>
                        <m:t>𝐴</m:t>
                      </m:r>
                      <m:r>
                        <a:rPr lang="en-PH" sz="2900" i="1" dirty="0">
                          <a:solidFill>
                            <a:srgbClr val="000000"/>
                          </a:solidFill>
                          <a:latin typeface="Cambria Math" panose="02040503050406030204" pitchFamily="18" charset="0"/>
                        </a:rPr>
                        <m:t>))</m:t>
                      </m:r>
                    </m:oMath>
                  </m:oMathPara>
                </a14:m>
                <a:endParaRPr lang="en-US" sz="2900" dirty="0"/>
              </a:p>
            </p:txBody>
          </p:sp>
        </mc:Choice>
        <mc:Fallback xmlns="">
          <p:sp>
            <p:nvSpPr>
              <p:cNvPr id="4" name="TextBox 3">
                <a:extLst>
                  <a:ext uri="{FF2B5EF4-FFF2-40B4-BE49-F238E27FC236}">
                    <a16:creationId xmlns:a16="http://schemas.microsoft.com/office/drawing/2014/main" id="{5E52B4FC-39F7-9A44-80FB-5CCDF18A45BE}"/>
                  </a:ext>
                </a:extLst>
              </p:cNvPr>
              <p:cNvSpPr txBox="1">
                <a:spLocks noRot="1" noChangeAspect="1" noMove="1" noResize="1" noEditPoints="1" noAdjustHandles="1" noChangeArrowheads="1" noChangeShapeType="1" noTextEdit="1"/>
              </p:cNvSpPr>
              <p:nvPr/>
            </p:nvSpPr>
            <p:spPr>
              <a:xfrm>
                <a:off x="306740" y="4360099"/>
                <a:ext cx="11578520" cy="956672"/>
              </a:xfrm>
              <a:prstGeom prst="rect">
                <a:avLst/>
              </a:prstGeom>
              <a:blipFill>
                <a:blip r:embed="rId4"/>
                <a:stretch>
                  <a:fillRect r="-438" b="-526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7827A097-9D1A-615F-F6FE-47C1FEE51779}"/>
                  </a:ext>
                </a:extLst>
              </p:cNvPr>
              <p:cNvGraphicFramePr>
                <a:graphicFrameLocks noGrp="1"/>
              </p:cNvGraphicFramePr>
              <p:nvPr>
                <p:extLst>
                  <p:ext uri="{D42A27DB-BD31-4B8C-83A1-F6EECF244321}">
                    <p14:modId xmlns:p14="http://schemas.microsoft.com/office/powerpoint/2010/main" val="2124886069"/>
                  </p:ext>
                </p:extLst>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3708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𝟏</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𝟐</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53390574"/>
                      </a:ext>
                    </a:extLst>
                  </a:tr>
                  <a:tr h="3708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3708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3708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Choice>
        <mc:Fallback xmlns="">
          <p:graphicFrame>
            <p:nvGraphicFramePr>
              <p:cNvPr id="2" name="Table 1">
                <a:extLst>
                  <a:ext uri="{FF2B5EF4-FFF2-40B4-BE49-F238E27FC236}">
                    <a16:creationId xmlns:a16="http://schemas.microsoft.com/office/drawing/2014/main" id="{7827A097-9D1A-615F-F6FE-47C1FEE51779}"/>
                  </a:ext>
                </a:extLst>
              </p:cNvPr>
              <p:cNvGraphicFramePr>
                <a:graphicFrameLocks noGrp="1"/>
              </p:cNvGraphicFramePr>
              <p:nvPr>
                <p:extLst>
                  <p:ext uri="{D42A27DB-BD31-4B8C-83A1-F6EECF244321}">
                    <p14:modId xmlns:p14="http://schemas.microsoft.com/office/powerpoint/2010/main" val="2124886069"/>
                  </p:ext>
                </p:extLst>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5486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5"/>
                          <a:stretch>
                            <a:fillRect l="-100820" t="-2326" r="-2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5"/>
                          <a:stretch>
                            <a:fillRect l="-200820" t="-2326" r="-1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5"/>
                          <a:stretch>
                            <a:fillRect l="-300820" t="-2326" r="-820" b="-337209"/>
                          </a:stretch>
                        </a:blipFill>
                      </a:tcPr>
                    </a:tc>
                    <a:extLst>
                      <a:ext uri="{0D108BD9-81ED-4DB2-BD59-A6C34878D82A}">
                        <a16:rowId xmlns:a16="http://schemas.microsoft.com/office/drawing/2014/main" val="153390574"/>
                      </a:ext>
                    </a:extLst>
                  </a:tr>
                  <a:tr h="5486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5486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5486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Fallback>
      </mc:AlternateContent>
      <p:graphicFrame>
        <p:nvGraphicFramePr>
          <p:cNvPr id="9" name="Table 8">
            <a:extLst>
              <a:ext uri="{FF2B5EF4-FFF2-40B4-BE49-F238E27FC236}">
                <a16:creationId xmlns:a16="http://schemas.microsoft.com/office/drawing/2014/main" id="{792D25E7-99F4-F182-5472-D46343D735A0}"/>
              </a:ext>
            </a:extLst>
          </p:cNvPr>
          <p:cNvGraphicFramePr>
            <a:graphicFrameLocks noGrp="1"/>
          </p:cNvGraphicFramePr>
          <p:nvPr>
            <p:extLst>
              <p:ext uri="{D42A27DB-BD31-4B8C-83A1-F6EECF244321}">
                <p14:modId xmlns:p14="http://schemas.microsoft.com/office/powerpoint/2010/main" val="3732829949"/>
              </p:ext>
            </p:extLst>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0</a:t>
                      </a:r>
                    </a:p>
                  </a:txBody>
                  <a:tcPr anchor="ctr"/>
                </a:tc>
                <a:tc>
                  <a:txBody>
                    <a:bodyPr/>
                    <a:lstStyle/>
                    <a:p>
                      <a:pPr algn="ctr"/>
                      <a:r>
                        <a:rPr lang="en-US" b="1" dirty="0"/>
                        <a:t>0</a:t>
                      </a:r>
                    </a:p>
                  </a:txBody>
                  <a:tcPr anchor="ctr"/>
                </a:tc>
                <a:extLst>
                  <a:ext uri="{0D108BD9-81ED-4DB2-BD59-A6C34878D82A}">
                    <a16:rowId xmlns:a16="http://schemas.microsoft.com/office/drawing/2014/main" val="3795677844"/>
                  </a:ext>
                </a:extLst>
              </a:tr>
              <a:tr h="1080000">
                <a:tc>
                  <a:txBody>
                    <a:bodyPr/>
                    <a:lstStyle/>
                    <a:p>
                      <a:pPr algn="ctr"/>
                      <a:r>
                        <a:rPr lang="en-US" b="1" dirty="0"/>
                        <a:t>0</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CBD70B4-91E6-3F86-AC0B-AD4EF77C1FE3}"/>
                  </a:ext>
                </a:extLst>
              </p:cNvPr>
              <p:cNvSpPr txBox="1"/>
              <p:nvPr/>
            </p:nvSpPr>
            <p:spPr>
              <a:xfrm>
                <a:off x="10232906" y="2293353"/>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10" name="TextBox 9">
                <a:extLst>
                  <a:ext uri="{FF2B5EF4-FFF2-40B4-BE49-F238E27FC236}">
                    <a16:creationId xmlns:a16="http://schemas.microsoft.com/office/drawing/2014/main" id="{6CBD70B4-91E6-3F86-AC0B-AD4EF77C1FE3}"/>
                  </a:ext>
                </a:extLst>
              </p:cNvPr>
              <p:cNvSpPr txBox="1">
                <a:spLocks noRot="1" noChangeAspect="1" noMove="1" noResize="1" noEditPoints="1" noAdjustHandles="1" noChangeArrowheads="1" noChangeShapeType="1" noTextEdit="1"/>
              </p:cNvSpPr>
              <p:nvPr/>
            </p:nvSpPr>
            <p:spPr>
              <a:xfrm>
                <a:off x="10232906" y="2293353"/>
                <a:ext cx="1030988" cy="477054"/>
              </a:xfrm>
              <a:prstGeom prst="rect">
                <a:avLst/>
              </a:prstGeom>
              <a:blipFill>
                <a:blip r:embed="rId6"/>
                <a:stretch>
                  <a:fillRect/>
                </a:stretch>
              </a:blipFill>
              <a:ln w="38100">
                <a:solidFill>
                  <a:schemeClr val="tx1"/>
                </a:solidFill>
              </a:ln>
            </p:spPr>
            <p:txBody>
              <a:bodyPr/>
              <a:lstStyle/>
              <a:p>
                <a:r>
                  <a:rPr lang="en-US">
                    <a:noFill/>
                  </a:rPr>
                  <a:t> </a:t>
                </a:r>
              </a:p>
            </p:txBody>
          </p:sp>
        </mc:Fallback>
      </mc:AlternateContent>
      <p:sp>
        <p:nvSpPr>
          <p:cNvPr id="11" name="TextBox 10">
            <a:extLst>
              <a:ext uri="{FF2B5EF4-FFF2-40B4-BE49-F238E27FC236}">
                <a16:creationId xmlns:a16="http://schemas.microsoft.com/office/drawing/2014/main" id="{C519BF69-0D65-0D32-67DC-2B9865A44822}"/>
              </a:ext>
            </a:extLst>
          </p:cNvPr>
          <p:cNvSpPr txBox="1"/>
          <p:nvPr/>
        </p:nvSpPr>
        <p:spPr>
          <a:xfrm>
            <a:off x="3306379" y="5448842"/>
            <a:ext cx="5579242" cy="477054"/>
          </a:xfrm>
          <a:prstGeom prst="rect">
            <a:avLst/>
          </a:prstGeom>
          <a:noFill/>
        </p:spPr>
        <p:txBody>
          <a:bodyPr wrap="square">
            <a:spAutoFit/>
          </a:bodyPr>
          <a:lstStyle/>
          <a:p>
            <a:pPr>
              <a:buNone/>
            </a:pPr>
            <a:r>
              <a:rPr lang="en-PH" sz="2500" dirty="0"/>
              <a:t>Using the Bellman equation, we get this</a:t>
            </a:r>
          </a:p>
        </p:txBody>
      </p:sp>
    </p:spTree>
    <p:extLst>
      <p:ext uri="{BB962C8B-B14F-4D97-AF65-F5344CB8AC3E}">
        <p14:creationId xmlns:p14="http://schemas.microsoft.com/office/powerpoint/2010/main" val="4214309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50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4"/>
                                        </p:tgtEl>
                                        <p:attrNameLst>
                                          <p:attrName>style.visibility</p:attrName>
                                        </p:attrNameLst>
                                      </p:cBhvr>
                                      <p:to>
                                        <p:strVal val="visible"/>
                                      </p:to>
                                    </p:set>
                                    <p:animEffect transition="in" filter="fade">
                                      <p:cBhvr>
                                        <p:cTn id="18"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11" grpId="0"/>
    </p:bldLst>
  </p:timing>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799E43A3-F783-B54B-598B-D51FA0F0A24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85488376-9790-F83A-E6D8-1C49D45B7040}"/>
                  </a:ext>
                </a:extLst>
              </p:cNvPr>
              <p:cNvSpPr txBox="1"/>
              <p:nvPr/>
            </p:nvSpPr>
            <p:spPr>
              <a:xfrm>
                <a:off x="81744" y="2459954"/>
                <a:ext cx="7162800" cy="1212576"/>
              </a:xfrm>
              <a:prstGeom prst="rect">
                <a:avLst/>
              </a:prstGeom>
              <a:noFill/>
              <a:ln w="28575">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PH" sz="3000" b="0" i="1" u="none" strike="noStrike" dirty="0" smtClean="0">
                              <a:solidFill>
                                <a:srgbClr val="000000"/>
                              </a:solidFill>
                              <a:effectLst/>
                              <a:latin typeface="Cambria Math" panose="02040503050406030204" pitchFamily="18" charset="0"/>
                            </a:rPr>
                          </m:ctrlPr>
                        </m:sSubPr>
                        <m:e>
                          <m:r>
                            <a:rPr lang="en-GB" sz="3000" b="0" i="1" u="none" strike="noStrike" dirty="0" smtClean="0">
                              <a:solidFill>
                                <a:srgbClr val="000000"/>
                              </a:solidFill>
                              <a:effectLst/>
                              <a:latin typeface="Cambria Math" panose="02040503050406030204" pitchFamily="18" charset="0"/>
                            </a:rPr>
                            <m:t>𝑣</m:t>
                          </m:r>
                        </m:e>
                        <m:sub>
                          <m:r>
                            <a:rPr lang="en-GB" sz="3000" b="0" i="1" u="none" strike="noStrike" dirty="0" smtClean="0">
                              <a:solidFill>
                                <a:srgbClr val="000000"/>
                              </a:solidFill>
                              <a:effectLst/>
                              <a:latin typeface="Cambria Math" panose="02040503050406030204" pitchFamily="18" charset="0"/>
                            </a:rPr>
                            <m:t>𝑘</m:t>
                          </m:r>
                          <m:r>
                            <a:rPr lang="en-GB" sz="3000" b="0" i="1" u="none" strike="noStrike" dirty="0" smtClean="0">
                              <a:solidFill>
                                <a:srgbClr val="000000"/>
                              </a:solidFill>
                              <a:effectLst/>
                              <a:latin typeface="Cambria Math" panose="02040503050406030204" pitchFamily="18" charset="0"/>
                            </a:rPr>
                            <m:t>+1</m:t>
                          </m:r>
                        </m:sub>
                      </m:sSub>
                      <m:d>
                        <m:dPr>
                          <m:ctrlPr>
                            <a:rPr lang="en-GB" sz="3000" b="0" i="1" u="none" strike="noStrike" dirty="0" smtClean="0">
                              <a:solidFill>
                                <a:srgbClr val="000000"/>
                              </a:solidFill>
                              <a:effectLst/>
                              <a:latin typeface="Cambria Math" panose="02040503050406030204" pitchFamily="18" charset="0"/>
                            </a:rPr>
                          </m:ctrlPr>
                        </m:dPr>
                        <m:e>
                          <m:r>
                            <a:rPr lang="en-GB" sz="3000" b="0" i="1" u="none" strike="noStrike" dirty="0" smtClean="0">
                              <a:solidFill>
                                <a:srgbClr val="000000"/>
                              </a:solidFill>
                              <a:effectLst/>
                              <a:latin typeface="Cambria Math" panose="02040503050406030204" pitchFamily="18" charset="0"/>
                            </a:rPr>
                            <m:t>𝑠</m:t>
                          </m:r>
                        </m:e>
                      </m:d>
                      <m:r>
                        <a:rPr lang="en-PH" sz="3000" b="0" i="1" u="none" strike="noStrike" dirty="0">
                          <a:solidFill>
                            <a:srgbClr val="000000"/>
                          </a:solidFill>
                          <a:effectLst/>
                          <a:latin typeface="Cambria Math" panose="02040503050406030204" pitchFamily="18" charset="0"/>
                        </a:rPr>
                        <m:t>=</m:t>
                      </m:r>
                      <m:nary>
                        <m:naryPr>
                          <m:chr m:val="∑"/>
                          <m:supHide m:val="on"/>
                          <m:ctrlPr>
                            <a:rPr lang="en-PH" sz="3000" b="0" i="1" u="none" strike="noStrike" dirty="0" smtClean="0">
                              <a:solidFill>
                                <a:srgbClr val="000000"/>
                              </a:solidFill>
                              <a:effectLst/>
                              <a:latin typeface="Cambria Math" panose="02040503050406030204" pitchFamily="18" charset="0"/>
                            </a:rPr>
                          </m:ctrlPr>
                        </m:naryPr>
                        <m:sub>
                          <m:r>
                            <m:rPr>
                              <m:brk m:alnAt="7"/>
                            </m:rPr>
                            <a:rPr lang="en-GB" sz="3000" b="0" i="1" u="none" strike="noStrike" dirty="0" smtClean="0">
                              <a:solidFill>
                                <a:srgbClr val="000000"/>
                              </a:solidFill>
                              <a:effectLst/>
                              <a:latin typeface="Cambria Math" panose="02040503050406030204" pitchFamily="18" charset="0"/>
                            </a:rPr>
                            <m:t>𝑎</m:t>
                          </m:r>
                        </m:sub>
                        <m:sup/>
                        <m:e>
                          <m:r>
                            <a:rPr lang="el-GR" sz="3000" i="1" dirty="0">
                              <a:solidFill>
                                <a:srgbClr val="000000"/>
                              </a:solidFill>
                              <a:latin typeface="Cambria Math" panose="02040503050406030204" pitchFamily="18" charset="0"/>
                            </a:rPr>
                            <m:t>𝜋</m:t>
                          </m:r>
                          <m:r>
                            <a:rPr lang="el-GR" sz="3000" i="1" dirty="0">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𝑎</m:t>
                          </m:r>
                          <m:r>
                            <a:rPr lang="en-PH" sz="3000" i="1" dirty="0" err="1">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𝑠</m:t>
                          </m:r>
                          <m:r>
                            <a:rPr lang="en-PH" sz="3000" i="1" dirty="0">
                              <a:solidFill>
                                <a:srgbClr val="000000"/>
                              </a:solidFill>
                              <a:latin typeface="Cambria Math" panose="02040503050406030204" pitchFamily="18" charset="0"/>
                            </a:rPr>
                            <m:t>)[</m:t>
                          </m:r>
                          <m:r>
                            <a:rPr lang="en-PH" sz="3000" i="1" dirty="0" smtClean="0">
                              <a:solidFill>
                                <a:srgbClr val="000000"/>
                              </a:solidFill>
                              <a:latin typeface="Cambria Math" panose="02040503050406030204" pitchFamily="18" charset="0"/>
                            </a:rPr>
                            <m:t>𝑟</m:t>
                          </m:r>
                          <m:r>
                            <a:rPr lang="en-PH" sz="3000" i="1" dirty="0">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𝑠</m:t>
                          </m:r>
                          <m:r>
                            <a:rPr lang="en-PH" sz="3000" i="1" dirty="0" err="1">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𝑎</m:t>
                          </m:r>
                          <m:r>
                            <a:rPr lang="en-PH" sz="3000" i="1" dirty="0">
                              <a:solidFill>
                                <a:srgbClr val="000000"/>
                              </a:solidFill>
                              <a:latin typeface="Cambria Math" panose="02040503050406030204" pitchFamily="18" charset="0"/>
                            </a:rPr>
                            <m:t>)+</m:t>
                          </m:r>
                          <m:r>
                            <a:rPr lang="el-GR" sz="3000" i="1" dirty="0">
                              <a:solidFill>
                                <a:srgbClr val="000000"/>
                              </a:solidFill>
                              <a:latin typeface="Cambria Math" panose="02040503050406030204" pitchFamily="18" charset="0"/>
                            </a:rPr>
                            <m:t>𝛾</m:t>
                          </m:r>
                          <m:sSub>
                            <m:sSubPr>
                              <m:ctrlPr>
                                <a:rPr lang="en-PH" sz="3000" i="1" dirty="0">
                                  <a:solidFill>
                                    <a:srgbClr val="000000"/>
                                  </a:solidFill>
                                  <a:latin typeface="Cambria Math" panose="02040503050406030204" pitchFamily="18" charset="0"/>
                                </a:rPr>
                              </m:ctrlPr>
                            </m:sSubPr>
                            <m:e>
                              <m:r>
                                <a:rPr lang="en-GB" sz="3000" i="1" dirty="0">
                                  <a:solidFill>
                                    <a:srgbClr val="000000"/>
                                  </a:solidFill>
                                  <a:latin typeface="Cambria Math" panose="02040503050406030204" pitchFamily="18" charset="0"/>
                                </a:rPr>
                                <m:t>𝑣</m:t>
                              </m:r>
                            </m:e>
                            <m:sub>
                              <m:r>
                                <a:rPr lang="en-GB" sz="3000" b="0" i="1" dirty="0" smtClean="0">
                                  <a:solidFill>
                                    <a:srgbClr val="000000"/>
                                  </a:solidFill>
                                  <a:latin typeface="Cambria Math" panose="02040503050406030204" pitchFamily="18" charset="0"/>
                                </a:rPr>
                                <m:t>𝑘</m:t>
                              </m:r>
                            </m:sub>
                          </m:sSub>
                          <m:r>
                            <a:rPr lang="en-PH" sz="3000" i="1" dirty="0">
                              <a:solidFill>
                                <a:srgbClr val="000000"/>
                              </a:solidFill>
                              <a:latin typeface="Cambria Math" panose="02040503050406030204" pitchFamily="18" charset="0"/>
                            </a:rPr>
                            <m:t>(</m:t>
                          </m:r>
                          <m:r>
                            <a:rPr lang="en-PH" sz="3000" i="1" dirty="0">
                              <a:solidFill>
                                <a:srgbClr val="000000"/>
                              </a:solidFill>
                              <a:latin typeface="Cambria Math" panose="02040503050406030204" pitchFamily="18" charset="0"/>
                            </a:rPr>
                            <m:t>𝑠</m:t>
                          </m:r>
                          <m:r>
                            <a:rPr lang="en-PH" sz="3000" i="1" dirty="0">
                              <a:solidFill>
                                <a:srgbClr val="000000"/>
                              </a:solidFill>
                              <a:latin typeface="Cambria Math" panose="02040503050406030204" pitchFamily="18" charset="0"/>
                            </a:rPr>
                            <m:t>′)]</m:t>
                          </m:r>
                        </m:e>
                      </m:nary>
                    </m:oMath>
                  </m:oMathPara>
                </a14:m>
                <a:endParaRPr lang="en-US" sz="3000" dirty="0"/>
              </a:p>
            </p:txBody>
          </p:sp>
        </mc:Choice>
        <mc:Fallback xmlns="">
          <p:sp>
            <p:nvSpPr>
              <p:cNvPr id="3" name="TextBox 2">
                <a:extLst>
                  <a:ext uri="{FF2B5EF4-FFF2-40B4-BE49-F238E27FC236}">
                    <a16:creationId xmlns:a16="http://schemas.microsoft.com/office/drawing/2014/main" id="{85488376-9790-F83A-E6D8-1C49D45B7040}"/>
                  </a:ext>
                </a:extLst>
              </p:cNvPr>
              <p:cNvSpPr txBox="1">
                <a:spLocks noRot="1" noChangeAspect="1" noMove="1" noResize="1" noEditPoints="1" noAdjustHandles="1" noChangeArrowheads="1" noChangeShapeType="1" noTextEdit="1"/>
              </p:cNvSpPr>
              <p:nvPr/>
            </p:nvSpPr>
            <p:spPr>
              <a:xfrm>
                <a:off x="81744" y="2459954"/>
                <a:ext cx="7162800" cy="1212576"/>
              </a:xfrm>
              <a:prstGeom prst="rect">
                <a:avLst/>
              </a:prstGeom>
              <a:blipFill>
                <a:blip r:embed="rId3"/>
                <a:stretch>
                  <a:fillRect t="-126263" b="-177778"/>
                </a:stretch>
              </a:blipFill>
              <a:ln w="28575">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5C93758A-221C-1638-EBBD-23C622D1F2C0}"/>
                  </a:ext>
                </a:extLst>
              </p:cNvPr>
              <p:cNvSpPr txBox="1"/>
              <p:nvPr/>
            </p:nvSpPr>
            <p:spPr>
              <a:xfrm>
                <a:off x="306740" y="4360099"/>
                <a:ext cx="11578520" cy="95667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900" b="0" i="1" dirty="0" smtClean="0">
                              <a:solidFill>
                                <a:srgbClr val="000000"/>
                              </a:solidFill>
                              <a:latin typeface="Cambria Math" panose="02040503050406030204" pitchFamily="18" charset="0"/>
                            </a:rPr>
                          </m:ctrlPr>
                        </m:sSubPr>
                        <m:e>
                          <m:r>
                            <a:rPr lang="en-GB" sz="2900" b="0" i="1" dirty="0" smtClean="0">
                              <a:solidFill>
                                <a:srgbClr val="000000"/>
                              </a:solidFill>
                              <a:latin typeface="Cambria Math" panose="02040503050406030204" pitchFamily="18" charset="0"/>
                            </a:rPr>
                            <m:t>𝑣</m:t>
                          </m:r>
                        </m:e>
                        <m:sub>
                          <m:r>
                            <a:rPr lang="en-GB" sz="2900" b="0" i="1" dirty="0" smtClean="0">
                              <a:solidFill>
                                <a:srgbClr val="000000"/>
                              </a:solidFill>
                              <a:latin typeface="Cambria Math" panose="02040503050406030204" pitchFamily="18" charset="0"/>
                            </a:rPr>
                            <m:t>𝑘</m:t>
                          </m:r>
                          <m:r>
                            <a:rPr lang="en-GB" sz="2900" b="0" i="1" dirty="0" smtClean="0">
                              <a:solidFill>
                                <a:srgbClr val="000000"/>
                              </a:solidFill>
                              <a:latin typeface="Cambria Math" panose="02040503050406030204" pitchFamily="18" charset="0"/>
                            </a:rPr>
                            <m:t>+1</m:t>
                          </m:r>
                        </m:sub>
                      </m:sSub>
                      <m:d>
                        <m:dPr>
                          <m:ctrlPr>
                            <a:rPr lang="en-GB" sz="2900" i="1" dirty="0">
                              <a:solidFill>
                                <a:srgbClr val="000000"/>
                              </a:solidFill>
                              <a:latin typeface="Cambria Math" panose="02040503050406030204" pitchFamily="18" charset="0"/>
                            </a:rPr>
                          </m:ctrlPr>
                        </m:dPr>
                        <m:e>
                          <m:r>
                            <a:rPr lang="en-GB" sz="2900" b="0" i="1" dirty="0" smtClean="0">
                              <a:solidFill>
                                <a:srgbClr val="000000"/>
                              </a:solidFill>
                              <a:latin typeface="Cambria Math" panose="02040503050406030204" pitchFamily="18" charset="0"/>
                            </a:rPr>
                            <m:t>𝐴</m:t>
                          </m:r>
                        </m:e>
                      </m:d>
                      <m:r>
                        <a:rPr lang="en-PH" sz="2900" b="0" i="1" u="none" strike="noStrike" dirty="0">
                          <a:solidFill>
                            <a:srgbClr val="000000"/>
                          </a:solidFill>
                          <a:effectLst/>
                          <a:latin typeface="Cambria Math" panose="02040503050406030204" pitchFamily="18" charset="0"/>
                        </a:rPr>
                        <m:t>=</m:t>
                      </m:r>
                      <m:f>
                        <m:fPr>
                          <m:ctrlPr>
                            <a:rPr lang="en-PH" sz="2900" b="0" i="1" u="none" strike="noStrike" dirty="0" smtClean="0">
                              <a:solidFill>
                                <a:srgbClr val="000000"/>
                              </a:solidFill>
                              <a:effectLst/>
                              <a:latin typeface="Cambria Math" panose="02040503050406030204" pitchFamily="18" charset="0"/>
                            </a:rPr>
                          </m:ctrlPr>
                        </m:fPr>
                        <m:num>
                          <m:r>
                            <a:rPr lang="en-GB" sz="2900" b="0" i="1" u="none" strike="noStrike" dirty="0" smtClean="0">
                              <a:solidFill>
                                <a:srgbClr val="000000"/>
                              </a:solidFill>
                              <a:effectLst/>
                              <a:latin typeface="Cambria Math" panose="02040503050406030204" pitchFamily="18" charset="0"/>
                            </a:rPr>
                            <m:t>1</m:t>
                          </m:r>
                        </m:num>
                        <m:den>
                          <m:r>
                            <a:rPr lang="en-GB" sz="2900" b="0" i="1" u="none" strike="noStrike" dirty="0" smtClean="0">
                              <a:solidFill>
                                <a:srgbClr val="000000"/>
                              </a:solidFill>
                              <a:effectLst/>
                              <a:latin typeface="Cambria Math" panose="02040503050406030204" pitchFamily="18" charset="0"/>
                            </a:rPr>
                            <m:t>4</m:t>
                          </m:r>
                        </m:den>
                      </m:f>
                      <m:r>
                        <a:rPr lang="en-PH" sz="2900" b="0" i="1" u="none" strike="noStrike" dirty="0" smtClean="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𝐴</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𝐵</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𝐶</m:t>
                      </m:r>
                      <m:r>
                        <a:rPr lang="en-PH" sz="2900" b="0" i="1" u="none" strike="noStrike" dirty="0">
                          <a:solidFill>
                            <a:srgbClr val="000000"/>
                          </a:solidFill>
                          <a:effectLst/>
                          <a:latin typeface="Cambria Math" panose="02040503050406030204" pitchFamily="18" charset="0"/>
                        </a:rPr>
                        <m:t>))+(−1+</m:t>
                      </m:r>
                      <m:r>
                        <a:rPr lang="en-PH" sz="2900" i="1" dirty="0">
                          <a:solidFill>
                            <a:srgbClr val="000000"/>
                          </a:solidFill>
                          <a:latin typeface="Cambria Math" panose="02040503050406030204" pitchFamily="18" charset="0"/>
                        </a:rPr>
                        <m:t>𝑣</m:t>
                      </m:r>
                      <m:r>
                        <a:rPr lang="en-PH" sz="2900" i="1" dirty="0">
                          <a:solidFill>
                            <a:srgbClr val="000000"/>
                          </a:solidFill>
                          <a:latin typeface="Cambria Math" panose="02040503050406030204" pitchFamily="18" charset="0"/>
                        </a:rPr>
                        <m:t>(</m:t>
                      </m:r>
                      <m:r>
                        <a:rPr lang="en-GB" sz="2900" b="0" i="1" dirty="0" smtClean="0">
                          <a:solidFill>
                            <a:srgbClr val="000000"/>
                          </a:solidFill>
                          <a:latin typeface="Cambria Math" panose="02040503050406030204" pitchFamily="18" charset="0"/>
                        </a:rPr>
                        <m:t>𝐴</m:t>
                      </m:r>
                      <m:r>
                        <a:rPr lang="en-PH" sz="2900" i="1" dirty="0">
                          <a:solidFill>
                            <a:srgbClr val="000000"/>
                          </a:solidFill>
                          <a:latin typeface="Cambria Math" panose="02040503050406030204" pitchFamily="18" charset="0"/>
                        </a:rPr>
                        <m:t>))</m:t>
                      </m:r>
                    </m:oMath>
                  </m:oMathPara>
                </a14:m>
                <a:endParaRPr lang="en-US" sz="2900" dirty="0"/>
              </a:p>
            </p:txBody>
          </p:sp>
        </mc:Choice>
        <mc:Fallback xmlns="">
          <p:sp>
            <p:nvSpPr>
              <p:cNvPr id="4" name="TextBox 3">
                <a:extLst>
                  <a:ext uri="{FF2B5EF4-FFF2-40B4-BE49-F238E27FC236}">
                    <a16:creationId xmlns:a16="http://schemas.microsoft.com/office/drawing/2014/main" id="{5C93758A-221C-1638-EBBD-23C622D1F2C0}"/>
                  </a:ext>
                </a:extLst>
              </p:cNvPr>
              <p:cNvSpPr txBox="1">
                <a:spLocks noRot="1" noChangeAspect="1" noMove="1" noResize="1" noEditPoints="1" noAdjustHandles="1" noChangeArrowheads="1" noChangeShapeType="1" noTextEdit="1"/>
              </p:cNvSpPr>
              <p:nvPr/>
            </p:nvSpPr>
            <p:spPr>
              <a:xfrm>
                <a:off x="306740" y="4360099"/>
                <a:ext cx="11578520" cy="956672"/>
              </a:xfrm>
              <a:prstGeom prst="rect">
                <a:avLst/>
              </a:prstGeom>
              <a:blipFill>
                <a:blip r:embed="rId4"/>
                <a:stretch>
                  <a:fillRect r="-438" b="-526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F0085609-5E68-92E5-B92C-68DE6163FDA8}"/>
                  </a:ext>
                </a:extLst>
              </p:cNvPr>
              <p:cNvGraphicFramePr>
                <a:graphicFrameLocks noGrp="1"/>
              </p:cNvGraphicFramePr>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3708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𝟏</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𝟐</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53390574"/>
                      </a:ext>
                    </a:extLst>
                  </a:tr>
                  <a:tr h="3708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3708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3708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Choice>
        <mc:Fallback xmlns="">
          <p:graphicFrame>
            <p:nvGraphicFramePr>
              <p:cNvPr id="2" name="Table 1">
                <a:extLst>
                  <a:ext uri="{FF2B5EF4-FFF2-40B4-BE49-F238E27FC236}">
                    <a16:creationId xmlns:a16="http://schemas.microsoft.com/office/drawing/2014/main" id="{F0085609-5E68-92E5-B92C-68DE6163FDA8}"/>
                  </a:ext>
                </a:extLst>
              </p:cNvPr>
              <p:cNvGraphicFramePr>
                <a:graphicFrameLocks noGrp="1"/>
              </p:cNvGraphicFramePr>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5486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5"/>
                          <a:stretch>
                            <a:fillRect l="-100820" t="-2326" r="-2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5"/>
                          <a:stretch>
                            <a:fillRect l="-200820" t="-2326" r="-1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5"/>
                          <a:stretch>
                            <a:fillRect l="-300820" t="-2326" r="-820" b="-337209"/>
                          </a:stretch>
                        </a:blipFill>
                      </a:tcPr>
                    </a:tc>
                    <a:extLst>
                      <a:ext uri="{0D108BD9-81ED-4DB2-BD59-A6C34878D82A}">
                        <a16:rowId xmlns:a16="http://schemas.microsoft.com/office/drawing/2014/main" val="153390574"/>
                      </a:ext>
                    </a:extLst>
                  </a:tr>
                  <a:tr h="5486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5486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5486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Fallback>
      </mc:AlternateContent>
      <p:graphicFrame>
        <p:nvGraphicFramePr>
          <p:cNvPr id="9" name="Table 8">
            <a:extLst>
              <a:ext uri="{FF2B5EF4-FFF2-40B4-BE49-F238E27FC236}">
                <a16:creationId xmlns:a16="http://schemas.microsoft.com/office/drawing/2014/main" id="{7DB0BCB3-1E1F-09F3-A1F4-878D2114217E}"/>
              </a:ext>
            </a:extLst>
          </p:cNvPr>
          <p:cNvGraphicFramePr>
            <a:graphicFrameLocks noGrp="1"/>
          </p:cNvGraphicFramePr>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0</a:t>
                      </a:r>
                    </a:p>
                  </a:txBody>
                  <a:tcPr anchor="ctr"/>
                </a:tc>
                <a:tc>
                  <a:txBody>
                    <a:bodyPr/>
                    <a:lstStyle/>
                    <a:p>
                      <a:pPr algn="ctr"/>
                      <a:r>
                        <a:rPr lang="en-US" b="1" dirty="0"/>
                        <a:t>0</a:t>
                      </a:r>
                    </a:p>
                  </a:txBody>
                  <a:tcPr anchor="ctr"/>
                </a:tc>
                <a:extLst>
                  <a:ext uri="{0D108BD9-81ED-4DB2-BD59-A6C34878D82A}">
                    <a16:rowId xmlns:a16="http://schemas.microsoft.com/office/drawing/2014/main" val="3795677844"/>
                  </a:ext>
                </a:extLst>
              </a:tr>
              <a:tr h="1080000">
                <a:tc>
                  <a:txBody>
                    <a:bodyPr/>
                    <a:lstStyle/>
                    <a:p>
                      <a:pPr algn="ctr"/>
                      <a:r>
                        <a:rPr lang="en-US" b="1" dirty="0"/>
                        <a:t>0</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4CD8D83D-0278-A248-DFEC-C6109D7252CC}"/>
                  </a:ext>
                </a:extLst>
              </p:cNvPr>
              <p:cNvSpPr txBox="1"/>
              <p:nvPr/>
            </p:nvSpPr>
            <p:spPr>
              <a:xfrm>
                <a:off x="10232906" y="2293353"/>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10" name="TextBox 9">
                <a:extLst>
                  <a:ext uri="{FF2B5EF4-FFF2-40B4-BE49-F238E27FC236}">
                    <a16:creationId xmlns:a16="http://schemas.microsoft.com/office/drawing/2014/main" id="{4CD8D83D-0278-A248-DFEC-C6109D7252CC}"/>
                  </a:ext>
                </a:extLst>
              </p:cNvPr>
              <p:cNvSpPr txBox="1">
                <a:spLocks noRot="1" noChangeAspect="1" noMove="1" noResize="1" noEditPoints="1" noAdjustHandles="1" noChangeArrowheads="1" noChangeShapeType="1" noTextEdit="1"/>
              </p:cNvSpPr>
              <p:nvPr/>
            </p:nvSpPr>
            <p:spPr>
              <a:xfrm>
                <a:off x="10232906" y="2293353"/>
                <a:ext cx="1030988" cy="477054"/>
              </a:xfrm>
              <a:prstGeom prst="rect">
                <a:avLst/>
              </a:prstGeom>
              <a:blipFill>
                <a:blip r:embed="rId6"/>
                <a:stretch>
                  <a:fillRect/>
                </a:stretch>
              </a:blipFill>
              <a:ln w="38100">
                <a:solidFill>
                  <a:schemeClr val="tx1"/>
                </a:solidFill>
              </a:ln>
            </p:spPr>
            <p:txBody>
              <a:bodyPr/>
              <a:lstStyle/>
              <a:p>
                <a:r>
                  <a:rPr lang="en-US">
                    <a:noFill/>
                  </a:rPr>
                  <a:t> </a:t>
                </a:r>
              </a:p>
            </p:txBody>
          </p:sp>
        </mc:Fallback>
      </mc:AlternateContent>
      <p:sp>
        <p:nvSpPr>
          <p:cNvPr id="11" name="TextBox 10">
            <a:extLst>
              <a:ext uri="{FF2B5EF4-FFF2-40B4-BE49-F238E27FC236}">
                <a16:creationId xmlns:a16="http://schemas.microsoft.com/office/drawing/2014/main" id="{5C621067-175A-468D-CA61-AC2AC32C1F5C}"/>
              </a:ext>
            </a:extLst>
          </p:cNvPr>
          <p:cNvSpPr txBox="1"/>
          <p:nvPr/>
        </p:nvSpPr>
        <p:spPr>
          <a:xfrm>
            <a:off x="1055238" y="5448842"/>
            <a:ext cx="10264404" cy="1246495"/>
          </a:xfrm>
          <a:prstGeom prst="rect">
            <a:avLst/>
          </a:prstGeom>
          <a:noFill/>
        </p:spPr>
        <p:txBody>
          <a:bodyPr wrap="square">
            <a:spAutoFit/>
          </a:bodyPr>
          <a:lstStyle/>
          <a:p>
            <a:pPr>
              <a:buNone/>
            </a:pPr>
            <a:r>
              <a:rPr lang="en-PH" sz="2500" dirty="0"/>
              <a:t>Let us this break down. To update the value function of state A, we get the sum of the immediate reward plus the value function of the next state for all possible actions from state A.</a:t>
            </a:r>
          </a:p>
        </p:txBody>
      </p:sp>
      <p:sp>
        <p:nvSpPr>
          <p:cNvPr id="5" name="Down Arrow 4">
            <a:extLst>
              <a:ext uri="{FF2B5EF4-FFF2-40B4-BE49-F238E27FC236}">
                <a16:creationId xmlns:a16="http://schemas.microsoft.com/office/drawing/2014/main" id="{131BFD70-04C8-C25A-B0D4-96E36FE018B3}"/>
              </a:ext>
            </a:extLst>
          </p:cNvPr>
          <p:cNvSpPr/>
          <p:nvPr/>
        </p:nvSpPr>
        <p:spPr>
          <a:xfrm rot="16200000" flipV="1">
            <a:off x="3301404" y="3861498"/>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Down Arrow 5">
            <a:extLst>
              <a:ext uri="{FF2B5EF4-FFF2-40B4-BE49-F238E27FC236}">
                <a16:creationId xmlns:a16="http://schemas.microsoft.com/office/drawing/2014/main" id="{3A6B2E83-4B45-CF55-E6AE-65CA38F1F639}"/>
              </a:ext>
            </a:extLst>
          </p:cNvPr>
          <p:cNvSpPr/>
          <p:nvPr/>
        </p:nvSpPr>
        <p:spPr>
          <a:xfrm rot="16200000" flipH="1">
            <a:off x="5723544" y="385652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own Arrow 6">
            <a:extLst>
              <a:ext uri="{FF2B5EF4-FFF2-40B4-BE49-F238E27FC236}">
                <a16:creationId xmlns:a16="http://schemas.microsoft.com/office/drawing/2014/main" id="{1F772446-F6C7-7074-1402-E35DB2904154}"/>
              </a:ext>
            </a:extLst>
          </p:cNvPr>
          <p:cNvSpPr/>
          <p:nvPr/>
        </p:nvSpPr>
        <p:spPr>
          <a:xfrm rot="10800000" flipV="1">
            <a:off x="8073228" y="3648836"/>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Down Arrow 7">
            <a:extLst>
              <a:ext uri="{FF2B5EF4-FFF2-40B4-BE49-F238E27FC236}">
                <a16:creationId xmlns:a16="http://schemas.microsoft.com/office/drawing/2014/main" id="{4D1A316A-F226-5364-1BAA-FFB34955205B}"/>
              </a:ext>
            </a:extLst>
          </p:cNvPr>
          <p:cNvSpPr/>
          <p:nvPr/>
        </p:nvSpPr>
        <p:spPr>
          <a:xfrm flipV="1">
            <a:off x="10621944" y="3648836"/>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634550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5" grpId="0" animBg="1"/>
      <p:bldP spid="6" grpId="0" animBg="1"/>
      <p:bldP spid="7" grpId="0" animBg="1"/>
      <p:bldP spid="8" grpId="0" animBg="1"/>
    </p:bldLst>
  </p:timing>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A1E40A74-92F1-53A4-C613-545F66C0B4D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4BB255A-8F0A-E29C-0454-D98F84EA9E97}"/>
                  </a:ext>
                </a:extLst>
              </p:cNvPr>
              <p:cNvSpPr txBox="1"/>
              <p:nvPr/>
            </p:nvSpPr>
            <p:spPr>
              <a:xfrm>
                <a:off x="306740" y="4360099"/>
                <a:ext cx="11578520" cy="95667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900" b="0" i="1" dirty="0" smtClean="0">
                              <a:solidFill>
                                <a:srgbClr val="000000"/>
                              </a:solidFill>
                              <a:latin typeface="Cambria Math" panose="02040503050406030204" pitchFamily="18" charset="0"/>
                            </a:rPr>
                          </m:ctrlPr>
                        </m:sSubPr>
                        <m:e>
                          <m:r>
                            <a:rPr lang="en-GB" sz="2900" b="0" i="1" dirty="0" smtClean="0">
                              <a:solidFill>
                                <a:srgbClr val="000000"/>
                              </a:solidFill>
                              <a:latin typeface="Cambria Math" panose="02040503050406030204" pitchFamily="18" charset="0"/>
                            </a:rPr>
                            <m:t>𝑣</m:t>
                          </m:r>
                        </m:e>
                        <m:sub>
                          <m:r>
                            <a:rPr lang="en-GB" sz="2900" b="0" i="1" dirty="0" smtClean="0">
                              <a:solidFill>
                                <a:srgbClr val="000000"/>
                              </a:solidFill>
                              <a:latin typeface="Cambria Math" panose="02040503050406030204" pitchFamily="18" charset="0"/>
                            </a:rPr>
                            <m:t>𝑘</m:t>
                          </m:r>
                          <m:r>
                            <a:rPr lang="en-GB" sz="2900" b="0" i="1" dirty="0" smtClean="0">
                              <a:solidFill>
                                <a:srgbClr val="000000"/>
                              </a:solidFill>
                              <a:latin typeface="Cambria Math" panose="02040503050406030204" pitchFamily="18" charset="0"/>
                            </a:rPr>
                            <m:t>+1</m:t>
                          </m:r>
                        </m:sub>
                      </m:sSub>
                      <m:d>
                        <m:dPr>
                          <m:ctrlPr>
                            <a:rPr lang="en-GB" sz="2900" i="1" dirty="0">
                              <a:solidFill>
                                <a:srgbClr val="000000"/>
                              </a:solidFill>
                              <a:latin typeface="Cambria Math" panose="02040503050406030204" pitchFamily="18" charset="0"/>
                            </a:rPr>
                          </m:ctrlPr>
                        </m:dPr>
                        <m:e>
                          <m:r>
                            <a:rPr lang="en-GB" sz="2900" b="0" i="1" dirty="0" smtClean="0">
                              <a:solidFill>
                                <a:srgbClr val="000000"/>
                              </a:solidFill>
                              <a:latin typeface="Cambria Math" panose="02040503050406030204" pitchFamily="18" charset="0"/>
                            </a:rPr>
                            <m:t>𝐴</m:t>
                          </m:r>
                        </m:e>
                      </m:d>
                      <m:r>
                        <a:rPr lang="en-PH" sz="2900" b="0" i="1" u="none" strike="noStrike" dirty="0">
                          <a:solidFill>
                            <a:srgbClr val="000000"/>
                          </a:solidFill>
                          <a:effectLst/>
                          <a:latin typeface="Cambria Math" panose="02040503050406030204" pitchFamily="18" charset="0"/>
                        </a:rPr>
                        <m:t>=</m:t>
                      </m:r>
                      <m:f>
                        <m:fPr>
                          <m:ctrlPr>
                            <a:rPr lang="en-PH" sz="2900" b="0" i="1" u="none" strike="noStrike" dirty="0" smtClean="0">
                              <a:solidFill>
                                <a:srgbClr val="000000"/>
                              </a:solidFill>
                              <a:effectLst/>
                              <a:latin typeface="Cambria Math" panose="02040503050406030204" pitchFamily="18" charset="0"/>
                            </a:rPr>
                          </m:ctrlPr>
                        </m:fPr>
                        <m:num>
                          <m:r>
                            <a:rPr lang="en-GB" sz="2900" b="0" i="1" u="none" strike="noStrike" dirty="0" smtClean="0">
                              <a:solidFill>
                                <a:srgbClr val="000000"/>
                              </a:solidFill>
                              <a:effectLst/>
                              <a:latin typeface="Cambria Math" panose="02040503050406030204" pitchFamily="18" charset="0"/>
                            </a:rPr>
                            <m:t>1</m:t>
                          </m:r>
                        </m:num>
                        <m:den>
                          <m:r>
                            <a:rPr lang="en-GB" sz="2900" b="0" i="1" u="none" strike="noStrike" dirty="0" smtClean="0">
                              <a:solidFill>
                                <a:srgbClr val="000000"/>
                              </a:solidFill>
                              <a:effectLst/>
                              <a:latin typeface="Cambria Math" panose="02040503050406030204" pitchFamily="18" charset="0"/>
                            </a:rPr>
                            <m:t>4</m:t>
                          </m:r>
                        </m:den>
                      </m:f>
                      <m:r>
                        <a:rPr lang="en-PH" sz="2900" b="0" i="1" u="none" strike="noStrike" dirty="0" smtClean="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𝐴</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𝐵</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𝐶</m:t>
                      </m:r>
                      <m:r>
                        <a:rPr lang="en-PH" sz="2900" b="0" i="1" u="none" strike="noStrike" dirty="0">
                          <a:solidFill>
                            <a:srgbClr val="000000"/>
                          </a:solidFill>
                          <a:effectLst/>
                          <a:latin typeface="Cambria Math" panose="02040503050406030204" pitchFamily="18" charset="0"/>
                        </a:rPr>
                        <m:t>))+(−1+</m:t>
                      </m:r>
                      <m:r>
                        <a:rPr lang="en-PH" sz="2900" i="1" dirty="0">
                          <a:solidFill>
                            <a:srgbClr val="000000"/>
                          </a:solidFill>
                          <a:latin typeface="Cambria Math" panose="02040503050406030204" pitchFamily="18" charset="0"/>
                        </a:rPr>
                        <m:t>𝑣</m:t>
                      </m:r>
                      <m:r>
                        <a:rPr lang="en-PH" sz="2900" i="1" dirty="0">
                          <a:solidFill>
                            <a:srgbClr val="000000"/>
                          </a:solidFill>
                          <a:latin typeface="Cambria Math" panose="02040503050406030204" pitchFamily="18" charset="0"/>
                        </a:rPr>
                        <m:t>(</m:t>
                      </m:r>
                      <m:r>
                        <a:rPr lang="en-GB" sz="2900" b="0" i="1" dirty="0" smtClean="0">
                          <a:solidFill>
                            <a:srgbClr val="000000"/>
                          </a:solidFill>
                          <a:latin typeface="Cambria Math" panose="02040503050406030204" pitchFamily="18" charset="0"/>
                        </a:rPr>
                        <m:t>𝐴</m:t>
                      </m:r>
                      <m:r>
                        <a:rPr lang="en-PH" sz="2900" i="1" dirty="0">
                          <a:solidFill>
                            <a:srgbClr val="000000"/>
                          </a:solidFill>
                          <a:latin typeface="Cambria Math" panose="02040503050406030204" pitchFamily="18" charset="0"/>
                        </a:rPr>
                        <m:t>))</m:t>
                      </m:r>
                    </m:oMath>
                  </m:oMathPara>
                </a14:m>
                <a:endParaRPr lang="en-US" sz="2900" dirty="0"/>
              </a:p>
            </p:txBody>
          </p:sp>
        </mc:Choice>
        <mc:Fallback xmlns="">
          <p:sp>
            <p:nvSpPr>
              <p:cNvPr id="4" name="TextBox 3">
                <a:extLst>
                  <a:ext uri="{FF2B5EF4-FFF2-40B4-BE49-F238E27FC236}">
                    <a16:creationId xmlns:a16="http://schemas.microsoft.com/office/drawing/2014/main" id="{D4BB255A-8F0A-E29C-0454-D98F84EA9E97}"/>
                  </a:ext>
                </a:extLst>
              </p:cNvPr>
              <p:cNvSpPr txBox="1">
                <a:spLocks noRot="1" noChangeAspect="1" noMove="1" noResize="1" noEditPoints="1" noAdjustHandles="1" noChangeArrowheads="1" noChangeShapeType="1" noTextEdit="1"/>
              </p:cNvSpPr>
              <p:nvPr/>
            </p:nvSpPr>
            <p:spPr>
              <a:xfrm>
                <a:off x="306740" y="4360099"/>
                <a:ext cx="11578520" cy="956672"/>
              </a:xfrm>
              <a:prstGeom prst="rect">
                <a:avLst/>
              </a:prstGeom>
              <a:blipFill>
                <a:blip r:embed="rId3"/>
                <a:stretch>
                  <a:fillRect r="-438" b="-5263"/>
                </a:stretch>
              </a:blipFill>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C77BBE33-1287-1D61-5E6A-18016A6FF6D6}"/>
              </a:ext>
            </a:extLst>
          </p:cNvPr>
          <p:cNvGraphicFramePr>
            <a:graphicFrameLocks noGrp="1"/>
          </p:cNvGraphicFramePr>
          <p:nvPr>
            <p:extLst>
              <p:ext uri="{D42A27DB-BD31-4B8C-83A1-F6EECF244321}">
                <p14:modId xmlns:p14="http://schemas.microsoft.com/office/powerpoint/2010/main" val="3751536548"/>
              </p:ext>
            </p:extLst>
          </p:nvPr>
        </p:nvGraphicFramePr>
        <p:xfrm>
          <a:off x="4652400" y="1054064"/>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A</a:t>
                      </a:r>
                    </a:p>
                  </a:txBody>
                  <a:tcPr anchor="ctr"/>
                </a:tc>
                <a:tc>
                  <a:txBody>
                    <a:bodyPr/>
                    <a:lstStyle/>
                    <a:p>
                      <a:pPr algn="ctr"/>
                      <a:r>
                        <a:rPr lang="en-US" sz="3000" b="1" dirty="0"/>
                        <a:t>B</a:t>
                      </a:r>
                    </a:p>
                  </a:txBody>
                  <a:tcPr anchor="ctr"/>
                </a:tc>
                <a:extLst>
                  <a:ext uri="{0D108BD9-81ED-4DB2-BD59-A6C34878D82A}">
                    <a16:rowId xmlns:a16="http://schemas.microsoft.com/office/drawing/2014/main" val="3795677844"/>
                  </a:ext>
                </a:extLst>
              </a:tr>
              <a:tr h="1080000">
                <a:tc>
                  <a:txBody>
                    <a:bodyPr/>
                    <a:lstStyle/>
                    <a:p>
                      <a:pPr algn="ctr"/>
                      <a:r>
                        <a:rPr lang="en-US" sz="3000" b="1" dirty="0"/>
                        <a:t>C</a:t>
                      </a:r>
                    </a:p>
                  </a:txBody>
                  <a:tcPr anchor="ctr"/>
                </a:tc>
                <a:tc>
                  <a:txBody>
                    <a:bodyPr/>
                    <a:lstStyle/>
                    <a:p>
                      <a:pPr algn="ctr"/>
                      <a:r>
                        <a:rPr lang="en-US" sz="3000" b="1" dirty="0"/>
                        <a:t>D</a:t>
                      </a:r>
                    </a:p>
                  </a:txBody>
                  <a:tcPr anchor="ctr">
                    <a:solidFill>
                      <a:srgbClr val="92D050"/>
                    </a:solidFill>
                  </a:tcPr>
                </a:tc>
                <a:extLst>
                  <a:ext uri="{0D108BD9-81ED-4DB2-BD59-A6C34878D82A}">
                    <a16:rowId xmlns:a16="http://schemas.microsoft.com/office/drawing/2014/main" val="2896053955"/>
                  </a:ext>
                </a:extLst>
              </a:tr>
            </a:tbl>
          </a:graphicData>
        </a:graphic>
      </p:graphicFrame>
      <p:sp>
        <p:nvSpPr>
          <p:cNvPr id="11" name="TextBox 10">
            <a:extLst>
              <a:ext uri="{FF2B5EF4-FFF2-40B4-BE49-F238E27FC236}">
                <a16:creationId xmlns:a16="http://schemas.microsoft.com/office/drawing/2014/main" id="{5ACE35A5-AAAC-F2D3-4C2B-375CCBD7CA52}"/>
              </a:ext>
            </a:extLst>
          </p:cNvPr>
          <p:cNvSpPr txBox="1"/>
          <p:nvPr/>
        </p:nvSpPr>
        <p:spPr>
          <a:xfrm>
            <a:off x="1055238" y="5448842"/>
            <a:ext cx="10264404" cy="1246495"/>
          </a:xfrm>
          <a:prstGeom prst="rect">
            <a:avLst/>
          </a:prstGeom>
          <a:noFill/>
        </p:spPr>
        <p:txBody>
          <a:bodyPr wrap="square">
            <a:spAutoFit/>
          </a:bodyPr>
          <a:lstStyle/>
          <a:p>
            <a:pPr>
              <a:buNone/>
            </a:pPr>
            <a:r>
              <a:rPr lang="en-PH" sz="2500" dirty="0"/>
              <a:t>Let us this break down. To update the value function of state A, we get the sum of the immediate reward plus the value function of the next state for all possible actions from state A.</a:t>
            </a:r>
          </a:p>
        </p:txBody>
      </p:sp>
      <p:sp>
        <p:nvSpPr>
          <p:cNvPr id="5" name="Down Arrow 4">
            <a:extLst>
              <a:ext uri="{FF2B5EF4-FFF2-40B4-BE49-F238E27FC236}">
                <a16:creationId xmlns:a16="http://schemas.microsoft.com/office/drawing/2014/main" id="{472A78EA-F8DF-3216-A97A-05B4C10A703B}"/>
              </a:ext>
            </a:extLst>
          </p:cNvPr>
          <p:cNvSpPr/>
          <p:nvPr/>
        </p:nvSpPr>
        <p:spPr>
          <a:xfrm rot="16200000" flipV="1">
            <a:off x="3301404" y="3861498"/>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Down Arrow 5">
            <a:extLst>
              <a:ext uri="{FF2B5EF4-FFF2-40B4-BE49-F238E27FC236}">
                <a16:creationId xmlns:a16="http://schemas.microsoft.com/office/drawing/2014/main" id="{99D8341C-A45D-7804-BEA6-B171FAADB564}"/>
              </a:ext>
            </a:extLst>
          </p:cNvPr>
          <p:cNvSpPr/>
          <p:nvPr/>
        </p:nvSpPr>
        <p:spPr>
          <a:xfrm rot="16200000" flipH="1">
            <a:off x="5723544" y="385652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own Arrow 6">
            <a:extLst>
              <a:ext uri="{FF2B5EF4-FFF2-40B4-BE49-F238E27FC236}">
                <a16:creationId xmlns:a16="http://schemas.microsoft.com/office/drawing/2014/main" id="{B28CC3AC-F176-021D-8C88-948BAD52DA83}"/>
              </a:ext>
            </a:extLst>
          </p:cNvPr>
          <p:cNvSpPr/>
          <p:nvPr/>
        </p:nvSpPr>
        <p:spPr>
          <a:xfrm rot="10800000" flipV="1">
            <a:off x="8073228" y="3648836"/>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Down Arrow 7">
            <a:extLst>
              <a:ext uri="{FF2B5EF4-FFF2-40B4-BE49-F238E27FC236}">
                <a16:creationId xmlns:a16="http://schemas.microsoft.com/office/drawing/2014/main" id="{97C67978-83D1-BF9C-FC22-317803471CF1}"/>
              </a:ext>
            </a:extLst>
          </p:cNvPr>
          <p:cNvSpPr/>
          <p:nvPr/>
        </p:nvSpPr>
        <p:spPr>
          <a:xfrm flipV="1">
            <a:off x="10621944" y="3648836"/>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Down Arrow 11">
            <a:extLst>
              <a:ext uri="{FF2B5EF4-FFF2-40B4-BE49-F238E27FC236}">
                <a16:creationId xmlns:a16="http://schemas.microsoft.com/office/drawing/2014/main" id="{AF89D4EE-4755-8F2E-A3CD-E8870D37977D}"/>
              </a:ext>
            </a:extLst>
          </p:cNvPr>
          <p:cNvSpPr/>
          <p:nvPr/>
        </p:nvSpPr>
        <p:spPr>
          <a:xfrm rot="16200000" flipV="1">
            <a:off x="4410084" y="1174533"/>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Down Arrow 12">
            <a:extLst>
              <a:ext uri="{FF2B5EF4-FFF2-40B4-BE49-F238E27FC236}">
                <a16:creationId xmlns:a16="http://schemas.microsoft.com/office/drawing/2014/main" id="{EF2105B0-FC85-27CD-1B3E-B63A1F0A8229}"/>
              </a:ext>
            </a:extLst>
          </p:cNvPr>
          <p:cNvSpPr/>
          <p:nvPr/>
        </p:nvSpPr>
        <p:spPr>
          <a:xfrm rot="16200000" flipH="1">
            <a:off x="5853684" y="1174533"/>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Down Arrow 13">
            <a:extLst>
              <a:ext uri="{FF2B5EF4-FFF2-40B4-BE49-F238E27FC236}">
                <a16:creationId xmlns:a16="http://schemas.microsoft.com/office/drawing/2014/main" id="{5A6DB28F-5DAB-D46A-24AC-57740D4555F6}"/>
              </a:ext>
            </a:extLst>
          </p:cNvPr>
          <p:cNvSpPr/>
          <p:nvPr/>
        </p:nvSpPr>
        <p:spPr>
          <a:xfrm rot="10800000" flipV="1">
            <a:off x="5131884" y="1873114"/>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Down Arrow 14">
            <a:extLst>
              <a:ext uri="{FF2B5EF4-FFF2-40B4-BE49-F238E27FC236}">
                <a16:creationId xmlns:a16="http://schemas.microsoft.com/office/drawing/2014/main" id="{4BC2CFCA-18A9-F1E7-ACBE-A122D54B4E6F}"/>
              </a:ext>
            </a:extLst>
          </p:cNvPr>
          <p:cNvSpPr/>
          <p:nvPr/>
        </p:nvSpPr>
        <p:spPr>
          <a:xfrm flipV="1">
            <a:off x="5131884" y="400097"/>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6" name="Table 15">
            <a:extLst>
              <a:ext uri="{FF2B5EF4-FFF2-40B4-BE49-F238E27FC236}">
                <a16:creationId xmlns:a16="http://schemas.microsoft.com/office/drawing/2014/main" id="{20ED746A-3764-DE75-01E5-12413176A397}"/>
              </a:ext>
            </a:extLst>
          </p:cNvPr>
          <p:cNvGraphicFramePr>
            <a:graphicFrameLocks noGrp="1"/>
          </p:cNvGraphicFramePr>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0</a:t>
                      </a:r>
                    </a:p>
                  </a:txBody>
                  <a:tcPr anchor="ctr"/>
                </a:tc>
                <a:tc>
                  <a:txBody>
                    <a:bodyPr/>
                    <a:lstStyle/>
                    <a:p>
                      <a:pPr algn="ctr"/>
                      <a:r>
                        <a:rPr lang="en-US" b="1" dirty="0"/>
                        <a:t>0</a:t>
                      </a:r>
                    </a:p>
                  </a:txBody>
                  <a:tcPr anchor="ctr"/>
                </a:tc>
                <a:extLst>
                  <a:ext uri="{0D108BD9-81ED-4DB2-BD59-A6C34878D82A}">
                    <a16:rowId xmlns:a16="http://schemas.microsoft.com/office/drawing/2014/main" val="3795677844"/>
                  </a:ext>
                </a:extLst>
              </a:tr>
              <a:tr h="1080000">
                <a:tc>
                  <a:txBody>
                    <a:bodyPr/>
                    <a:lstStyle/>
                    <a:p>
                      <a:pPr algn="ctr"/>
                      <a:r>
                        <a:rPr lang="en-US" b="1" dirty="0"/>
                        <a:t>0</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p:spTree>
    <p:extLst>
      <p:ext uri="{BB962C8B-B14F-4D97-AF65-F5344CB8AC3E}">
        <p14:creationId xmlns:p14="http://schemas.microsoft.com/office/powerpoint/2010/main" val="34251807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500"/>
                                        <p:tgtEl>
                                          <p:spTgt spid="1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P spid="15" grpId="0" animBg="1"/>
    </p:bldLst>
  </p:timing>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022D038-7675-ED7C-6C72-AE2A0D3783B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10E2B88-9BE1-9899-9B94-9A562FBA021D}"/>
                  </a:ext>
                </a:extLst>
              </p:cNvPr>
              <p:cNvSpPr txBox="1"/>
              <p:nvPr/>
            </p:nvSpPr>
            <p:spPr>
              <a:xfrm>
                <a:off x="306740" y="4360099"/>
                <a:ext cx="11651580" cy="92788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900" b="0" i="1" dirty="0" smtClean="0">
                              <a:solidFill>
                                <a:srgbClr val="000000"/>
                              </a:solidFill>
                              <a:latin typeface="Cambria Math" panose="02040503050406030204" pitchFamily="18" charset="0"/>
                            </a:rPr>
                          </m:ctrlPr>
                        </m:sSubPr>
                        <m:e>
                          <m:r>
                            <a:rPr lang="en-GB" sz="2900" b="0" i="1" dirty="0" smtClean="0">
                              <a:solidFill>
                                <a:srgbClr val="000000"/>
                              </a:solidFill>
                              <a:latin typeface="Cambria Math" panose="02040503050406030204" pitchFamily="18" charset="0"/>
                            </a:rPr>
                            <m:t>𝑣</m:t>
                          </m:r>
                        </m:e>
                        <m:sub>
                          <m:r>
                            <a:rPr lang="en-GB" sz="2900" b="0" i="1" dirty="0" smtClean="0">
                              <a:solidFill>
                                <a:srgbClr val="000000"/>
                              </a:solidFill>
                              <a:latin typeface="Cambria Math" panose="02040503050406030204" pitchFamily="18" charset="0"/>
                            </a:rPr>
                            <m:t>𝑘</m:t>
                          </m:r>
                          <m:r>
                            <a:rPr lang="en-GB" sz="2900" b="0" i="1" dirty="0" smtClean="0">
                              <a:solidFill>
                                <a:srgbClr val="000000"/>
                              </a:solidFill>
                              <a:latin typeface="Cambria Math" panose="02040503050406030204" pitchFamily="18" charset="0"/>
                            </a:rPr>
                            <m:t>+1</m:t>
                          </m:r>
                        </m:sub>
                      </m:sSub>
                      <m:d>
                        <m:dPr>
                          <m:ctrlPr>
                            <a:rPr lang="en-GB" sz="2900" i="1" dirty="0">
                              <a:solidFill>
                                <a:srgbClr val="000000"/>
                              </a:solidFill>
                              <a:latin typeface="Cambria Math" panose="02040503050406030204" pitchFamily="18" charset="0"/>
                            </a:rPr>
                          </m:ctrlPr>
                        </m:dPr>
                        <m:e>
                          <m:r>
                            <a:rPr lang="en-GB" sz="2900" b="0" i="1" dirty="0" smtClean="0">
                              <a:solidFill>
                                <a:srgbClr val="000000"/>
                              </a:solidFill>
                              <a:latin typeface="Cambria Math" panose="02040503050406030204" pitchFamily="18" charset="0"/>
                            </a:rPr>
                            <m:t>𝐴</m:t>
                          </m:r>
                        </m:e>
                      </m:d>
                      <m:r>
                        <a:rPr lang="en-PH" sz="2900" b="0" i="1" u="none" strike="noStrike" dirty="0">
                          <a:solidFill>
                            <a:srgbClr val="000000"/>
                          </a:solidFill>
                          <a:effectLst/>
                          <a:latin typeface="Cambria Math" panose="02040503050406030204" pitchFamily="18" charset="0"/>
                        </a:rPr>
                        <m:t>=</m:t>
                      </m:r>
                      <m:f>
                        <m:fPr>
                          <m:ctrlPr>
                            <a:rPr lang="en-PH" sz="2900" b="0" i="1" u="none" strike="noStrike" dirty="0" smtClean="0">
                              <a:solidFill>
                                <a:srgbClr val="000000"/>
                              </a:solidFill>
                              <a:effectLst/>
                              <a:latin typeface="Cambria Math" panose="02040503050406030204" pitchFamily="18" charset="0"/>
                            </a:rPr>
                          </m:ctrlPr>
                        </m:fPr>
                        <m:num>
                          <m:r>
                            <a:rPr lang="en-GB" sz="2900" b="0" i="1" u="none" strike="noStrike" dirty="0" smtClean="0">
                              <a:solidFill>
                                <a:srgbClr val="000000"/>
                              </a:solidFill>
                              <a:effectLst/>
                              <a:latin typeface="Cambria Math" panose="02040503050406030204" pitchFamily="18" charset="0"/>
                            </a:rPr>
                            <m:t>1</m:t>
                          </m:r>
                        </m:num>
                        <m:den>
                          <m:r>
                            <a:rPr lang="en-GB" sz="2900" b="0" i="1" u="none" strike="noStrike" dirty="0" smtClean="0">
                              <a:solidFill>
                                <a:srgbClr val="000000"/>
                              </a:solidFill>
                              <a:effectLst/>
                              <a:latin typeface="Cambria Math" panose="02040503050406030204" pitchFamily="18" charset="0"/>
                            </a:rPr>
                            <m:t>4</m:t>
                          </m:r>
                        </m:den>
                      </m:f>
                      <m:r>
                        <a:rPr lang="en-PH" sz="2900" b="0" i="1" u="none" strike="noStrike" dirty="0" smtClean="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m:t>
                      </m:r>
                      <m:r>
                        <a:rPr lang="en-PH" sz="2900" b="1" i="1" u="none" strike="noStrike" dirty="0">
                          <a:solidFill>
                            <a:srgbClr val="000000"/>
                          </a:solidFill>
                          <a:effectLst/>
                          <a:latin typeface="Cambria Math" panose="02040503050406030204" pitchFamily="18" charset="0"/>
                        </a:rPr>
                        <m:t>−</m:t>
                      </m:r>
                      <m:r>
                        <a:rPr lang="en-PH" sz="2900" b="1" i="1" u="none" strike="noStrike" dirty="0">
                          <a:solidFill>
                            <a:srgbClr val="000000"/>
                          </a:solidFill>
                          <a:effectLst/>
                          <a:latin typeface="Cambria Math" panose="02040503050406030204" pitchFamily="18" charset="0"/>
                        </a:rPr>
                        <m:t>𝟏</m:t>
                      </m:r>
                      <m:r>
                        <a:rPr lang="en-PH" sz="2900" b="1" i="1" u="none" strike="noStrike" dirty="0">
                          <a:solidFill>
                            <a:srgbClr val="000000"/>
                          </a:solidFill>
                          <a:effectLst/>
                          <a:latin typeface="Cambria Math" panose="02040503050406030204" pitchFamily="18" charset="0"/>
                        </a:rPr>
                        <m:t>+</m:t>
                      </m:r>
                      <m:r>
                        <a:rPr lang="en-PH" sz="2900" b="1" i="1" u="none" strike="noStrike" dirty="0">
                          <a:solidFill>
                            <a:srgbClr val="000000"/>
                          </a:solidFill>
                          <a:effectLst/>
                          <a:latin typeface="Cambria Math" panose="02040503050406030204" pitchFamily="18" charset="0"/>
                        </a:rPr>
                        <m:t>𝒗</m:t>
                      </m:r>
                      <m:r>
                        <a:rPr lang="en-PH" sz="2900" b="1" i="1" u="none" strike="noStrike" dirty="0">
                          <a:solidFill>
                            <a:srgbClr val="000000"/>
                          </a:solidFill>
                          <a:effectLst/>
                          <a:latin typeface="Cambria Math" panose="02040503050406030204" pitchFamily="18" charset="0"/>
                        </a:rPr>
                        <m:t>(</m:t>
                      </m:r>
                      <m:r>
                        <a:rPr lang="en-PH" sz="2900" b="1" i="1" u="none" strike="noStrike" dirty="0">
                          <a:solidFill>
                            <a:srgbClr val="000000"/>
                          </a:solidFill>
                          <a:effectLst/>
                          <a:latin typeface="Cambria Math" panose="02040503050406030204" pitchFamily="18" charset="0"/>
                        </a:rPr>
                        <m:t>𝑨</m:t>
                      </m:r>
                      <m:r>
                        <a:rPr lang="en-PH" sz="2900" b="1"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𝐵</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𝐶</m:t>
                      </m:r>
                      <m:r>
                        <a:rPr lang="en-PH" sz="2900" b="0" i="1" u="none" strike="noStrike" dirty="0">
                          <a:solidFill>
                            <a:srgbClr val="000000"/>
                          </a:solidFill>
                          <a:effectLst/>
                          <a:latin typeface="Cambria Math" panose="02040503050406030204" pitchFamily="18" charset="0"/>
                        </a:rPr>
                        <m:t>))+(−1+</m:t>
                      </m:r>
                      <m:r>
                        <a:rPr lang="en-PH" sz="2900" i="1" dirty="0">
                          <a:solidFill>
                            <a:srgbClr val="000000"/>
                          </a:solidFill>
                          <a:latin typeface="Cambria Math" panose="02040503050406030204" pitchFamily="18" charset="0"/>
                        </a:rPr>
                        <m:t>𝑣</m:t>
                      </m:r>
                      <m:r>
                        <a:rPr lang="en-PH" sz="2900" i="1" dirty="0">
                          <a:solidFill>
                            <a:srgbClr val="000000"/>
                          </a:solidFill>
                          <a:latin typeface="Cambria Math" panose="02040503050406030204" pitchFamily="18" charset="0"/>
                        </a:rPr>
                        <m:t>(</m:t>
                      </m:r>
                      <m:r>
                        <a:rPr lang="en-GB" sz="2900" b="0" i="1" dirty="0" smtClean="0">
                          <a:solidFill>
                            <a:srgbClr val="000000"/>
                          </a:solidFill>
                          <a:latin typeface="Cambria Math" panose="02040503050406030204" pitchFamily="18" charset="0"/>
                        </a:rPr>
                        <m:t>𝐴</m:t>
                      </m:r>
                      <m:r>
                        <a:rPr lang="en-PH" sz="2900" i="1" dirty="0">
                          <a:solidFill>
                            <a:srgbClr val="000000"/>
                          </a:solidFill>
                          <a:latin typeface="Cambria Math" panose="02040503050406030204" pitchFamily="18" charset="0"/>
                        </a:rPr>
                        <m:t>))</m:t>
                      </m:r>
                    </m:oMath>
                  </m:oMathPara>
                </a14:m>
                <a:endParaRPr lang="en-US" sz="2900" dirty="0"/>
              </a:p>
            </p:txBody>
          </p:sp>
        </mc:Choice>
        <mc:Fallback xmlns="">
          <p:sp>
            <p:nvSpPr>
              <p:cNvPr id="4" name="TextBox 3">
                <a:extLst>
                  <a:ext uri="{FF2B5EF4-FFF2-40B4-BE49-F238E27FC236}">
                    <a16:creationId xmlns:a16="http://schemas.microsoft.com/office/drawing/2014/main" id="{910E2B88-9BE1-9899-9B94-9A562FBA021D}"/>
                  </a:ext>
                </a:extLst>
              </p:cNvPr>
              <p:cNvSpPr txBox="1">
                <a:spLocks noRot="1" noChangeAspect="1" noMove="1" noResize="1" noEditPoints="1" noAdjustHandles="1" noChangeArrowheads="1" noChangeShapeType="1" noTextEdit="1"/>
              </p:cNvSpPr>
              <p:nvPr/>
            </p:nvSpPr>
            <p:spPr>
              <a:xfrm>
                <a:off x="306740" y="4360099"/>
                <a:ext cx="11651580" cy="927883"/>
              </a:xfrm>
              <a:prstGeom prst="rect">
                <a:avLst/>
              </a:prstGeom>
              <a:blipFill>
                <a:blip r:embed="rId3"/>
                <a:stretch>
                  <a:fillRect r="-436" b="-8108"/>
                </a:stretch>
              </a:blipFill>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6C7F8E2D-7BF8-9A85-028C-7B812F0C2606}"/>
              </a:ext>
            </a:extLst>
          </p:cNvPr>
          <p:cNvGraphicFramePr>
            <a:graphicFrameLocks noGrp="1"/>
          </p:cNvGraphicFramePr>
          <p:nvPr/>
        </p:nvGraphicFramePr>
        <p:xfrm>
          <a:off x="4652400" y="1054064"/>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A</a:t>
                      </a:r>
                    </a:p>
                  </a:txBody>
                  <a:tcPr anchor="ctr"/>
                </a:tc>
                <a:tc>
                  <a:txBody>
                    <a:bodyPr/>
                    <a:lstStyle/>
                    <a:p>
                      <a:pPr algn="ctr"/>
                      <a:r>
                        <a:rPr lang="en-US" sz="3000" b="1" dirty="0"/>
                        <a:t>B</a:t>
                      </a:r>
                    </a:p>
                  </a:txBody>
                  <a:tcPr anchor="ctr"/>
                </a:tc>
                <a:extLst>
                  <a:ext uri="{0D108BD9-81ED-4DB2-BD59-A6C34878D82A}">
                    <a16:rowId xmlns:a16="http://schemas.microsoft.com/office/drawing/2014/main" val="3795677844"/>
                  </a:ext>
                </a:extLst>
              </a:tr>
              <a:tr h="1080000">
                <a:tc>
                  <a:txBody>
                    <a:bodyPr/>
                    <a:lstStyle/>
                    <a:p>
                      <a:pPr algn="ctr"/>
                      <a:r>
                        <a:rPr lang="en-US" sz="3000" b="1" dirty="0"/>
                        <a:t>C</a:t>
                      </a:r>
                    </a:p>
                  </a:txBody>
                  <a:tcPr anchor="ctr"/>
                </a:tc>
                <a:tc>
                  <a:txBody>
                    <a:bodyPr/>
                    <a:lstStyle/>
                    <a:p>
                      <a:pPr algn="ctr"/>
                      <a:r>
                        <a:rPr lang="en-US" sz="3000" b="1" dirty="0"/>
                        <a:t>D</a:t>
                      </a:r>
                    </a:p>
                  </a:txBody>
                  <a:tcPr anchor="ctr">
                    <a:solidFill>
                      <a:srgbClr val="92D050"/>
                    </a:solidFill>
                  </a:tcPr>
                </a:tc>
                <a:extLst>
                  <a:ext uri="{0D108BD9-81ED-4DB2-BD59-A6C34878D82A}">
                    <a16:rowId xmlns:a16="http://schemas.microsoft.com/office/drawing/2014/main" val="2896053955"/>
                  </a:ext>
                </a:extLst>
              </a:tr>
            </a:tbl>
          </a:graphicData>
        </a:graphic>
      </p:graphicFrame>
      <p:sp>
        <p:nvSpPr>
          <p:cNvPr id="11" name="TextBox 10">
            <a:extLst>
              <a:ext uri="{FF2B5EF4-FFF2-40B4-BE49-F238E27FC236}">
                <a16:creationId xmlns:a16="http://schemas.microsoft.com/office/drawing/2014/main" id="{CF056444-47E6-ED62-01DA-7F29A986E397}"/>
              </a:ext>
            </a:extLst>
          </p:cNvPr>
          <p:cNvSpPr txBox="1"/>
          <p:nvPr/>
        </p:nvSpPr>
        <p:spPr>
          <a:xfrm>
            <a:off x="1055238" y="5448842"/>
            <a:ext cx="10264404" cy="861774"/>
          </a:xfrm>
          <a:prstGeom prst="rect">
            <a:avLst/>
          </a:prstGeom>
          <a:noFill/>
        </p:spPr>
        <p:txBody>
          <a:bodyPr wrap="square">
            <a:spAutoFit/>
          </a:bodyPr>
          <a:lstStyle/>
          <a:p>
            <a:pPr>
              <a:buNone/>
            </a:pPr>
            <a:r>
              <a:rPr lang="en-PH" sz="2500" dirty="0"/>
              <a:t>First term: When we go </a:t>
            </a:r>
            <a:r>
              <a:rPr lang="en-PH" sz="2500" b="1" dirty="0">
                <a:solidFill>
                  <a:srgbClr val="FF0000"/>
                </a:solidFill>
              </a:rPr>
              <a:t>LEFT</a:t>
            </a:r>
            <a:r>
              <a:rPr lang="en-PH" sz="2500" dirty="0"/>
              <a:t>, we stay in </a:t>
            </a:r>
            <a:r>
              <a:rPr lang="en-PH" sz="2500" b="1" dirty="0">
                <a:solidFill>
                  <a:srgbClr val="7030A0"/>
                </a:solidFill>
              </a:rPr>
              <a:t>state A </a:t>
            </a:r>
            <a:r>
              <a:rPr lang="en-PH" sz="2500" dirty="0"/>
              <a:t>and we will get a reward of -1 plus the value function of </a:t>
            </a:r>
            <a:r>
              <a:rPr lang="en-PH" sz="2500" b="1" dirty="0">
                <a:solidFill>
                  <a:srgbClr val="7030A0"/>
                </a:solidFill>
              </a:rPr>
              <a:t>state A</a:t>
            </a:r>
            <a:r>
              <a:rPr lang="en-PH" sz="2500" dirty="0"/>
              <a:t>.</a:t>
            </a:r>
          </a:p>
        </p:txBody>
      </p:sp>
      <p:sp>
        <p:nvSpPr>
          <p:cNvPr id="5" name="Down Arrow 4">
            <a:extLst>
              <a:ext uri="{FF2B5EF4-FFF2-40B4-BE49-F238E27FC236}">
                <a16:creationId xmlns:a16="http://schemas.microsoft.com/office/drawing/2014/main" id="{69C4AD39-6CD7-88E6-3B96-D65B18EC481C}"/>
              </a:ext>
            </a:extLst>
          </p:cNvPr>
          <p:cNvSpPr/>
          <p:nvPr/>
        </p:nvSpPr>
        <p:spPr>
          <a:xfrm rot="16200000" flipV="1">
            <a:off x="3301404" y="3861498"/>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Down Arrow 11">
            <a:extLst>
              <a:ext uri="{FF2B5EF4-FFF2-40B4-BE49-F238E27FC236}">
                <a16:creationId xmlns:a16="http://schemas.microsoft.com/office/drawing/2014/main" id="{D01C9367-D142-8CB9-B55A-B1C278ED2E01}"/>
              </a:ext>
            </a:extLst>
          </p:cNvPr>
          <p:cNvSpPr/>
          <p:nvPr/>
        </p:nvSpPr>
        <p:spPr>
          <a:xfrm rot="16200000" flipV="1">
            <a:off x="4410084" y="1174533"/>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ight Brace 1">
            <a:extLst>
              <a:ext uri="{FF2B5EF4-FFF2-40B4-BE49-F238E27FC236}">
                <a16:creationId xmlns:a16="http://schemas.microsoft.com/office/drawing/2014/main" id="{27D3506B-5912-5414-385F-05197EA9289C}"/>
              </a:ext>
            </a:extLst>
          </p:cNvPr>
          <p:cNvSpPr/>
          <p:nvPr/>
        </p:nvSpPr>
        <p:spPr>
          <a:xfrm rot="16200000" flipH="1">
            <a:off x="3360643" y="4526911"/>
            <a:ext cx="366154" cy="1531590"/>
          </a:xfrm>
          <a:prstGeom prst="rightBrace">
            <a:avLst/>
          </a:prstGeom>
          <a:ln w="38100"/>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aphicFrame>
        <p:nvGraphicFramePr>
          <p:cNvPr id="3" name="Table 2">
            <a:extLst>
              <a:ext uri="{FF2B5EF4-FFF2-40B4-BE49-F238E27FC236}">
                <a16:creationId xmlns:a16="http://schemas.microsoft.com/office/drawing/2014/main" id="{9CD04D5C-51E6-C7A4-9DBB-ABF2D8C3BC1C}"/>
              </a:ext>
            </a:extLst>
          </p:cNvPr>
          <p:cNvGraphicFramePr>
            <a:graphicFrameLocks noGrp="1"/>
          </p:cNvGraphicFramePr>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0</a:t>
                      </a:r>
                    </a:p>
                  </a:txBody>
                  <a:tcPr anchor="ctr"/>
                </a:tc>
                <a:tc>
                  <a:txBody>
                    <a:bodyPr/>
                    <a:lstStyle/>
                    <a:p>
                      <a:pPr algn="ctr"/>
                      <a:r>
                        <a:rPr lang="en-US" b="1" dirty="0"/>
                        <a:t>0</a:t>
                      </a:r>
                    </a:p>
                  </a:txBody>
                  <a:tcPr anchor="ctr"/>
                </a:tc>
                <a:extLst>
                  <a:ext uri="{0D108BD9-81ED-4DB2-BD59-A6C34878D82A}">
                    <a16:rowId xmlns:a16="http://schemas.microsoft.com/office/drawing/2014/main" val="3795677844"/>
                  </a:ext>
                </a:extLst>
              </a:tr>
              <a:tr h="1080000">
                <a:tc>
                  <a:txBody>
                    <a:bodyPr/>
                    <a:lstStyle/>
                    <a:p>
                      <a:pPr algn="ctr"/>
                      <a:r>
                        <a:rPr lang="en-US" b="1" dirty="0"/>
                        <a:t>0</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p:spTree>
    <p:extLst>
      <p:ext uri="{BB962C8B-B14F-4D97-AF65-F5344CB8AC3E}">
        <p14:creationId xmlns:p14="http://schemas.microsoft.com/office/powerpoint/2010/main" val="30906043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A39AD5E1-DB6E-9A84-DCBD-D2AE2F3F6C7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A8D8E7E-4A2F-CBCF-E278-95FD12FEC27B}"/>
                  </a:ext>
                </a:extLst>
              </p:cNvPr>
              <p:cNvSpPr txBox="1"/>
              <p:nvPr/>
            </p:nvSpPr>
            <p:spPr>
              <a:xfrm>
                <a:off x="306740" y="4360099"/>
                <a:ext cx="11702380" cy="92788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900" b="0" i="1" dirty="0" smtClean="0">
                              <a:solidFill>
                                <a:srgbClr val="000000"/>
                              </a:solidFill>
                              <a:latin typeface="Cambria Math" panose="02040503050406030204" pitchFamily="18" charset="0"/>
                            </a:rPr>
                          </m:ctrlPr>
                        </m:sSubPr>
                        <m:e>
                          <m:r>
                            <a:rPr lang="en-GB" sz="2900" b="0" i="1" dirty="0" smtClean="0">
                              <a:solidFill>
                                <a:srgbClr val="000000"/>
                              </a:solidFill>
                              <a:latin typeface="Cambria Math" panose="02040503050406030204" pitchFamily="18" charset="0"/>
                            </a:rPr>
                            <m:t>𝑣</m:t>
                          </m:r>
                        </m:e>
                        <m:sub>
                          <m:r>
                            <a:rPr lang="en-GB" sz="2900" b="0" i="1" dirty="0" smtClean="0">
                              <a:solidFill>
                                <a:srgbClr val="000000"/>
                              </a:solidFill>
                              <a:latin typeface="Cambria Math" panose="02040503050406030204" pitchFamily="18" charset="0"/>
                            </a:rPr>
                            <m:t>𝑘</m:t>
                          </m:r>
                          <m:r>
                            <a:rPr lang="en-GB" sz="2900" b="0" i="1" dirty="0" smtClean="0">
                              <a:solidFill>
                                <a:srgbClr val="000000"/>
                              </a:solidFill>
                              <a:latin typeface="Cambria Math" panose="02040503050406030204" pitchFamily="18" charset="0"/>
                            </a:rPr>
                            <m:t>+1</m:t>
                          </m:r>
                        </m:sub>
                      </m:sSub>
                      <m:d>
                        <m:dPr>
                          <m:ctrlPr>
                            <a:rPr lang="en-GB" sz="2900" i="1" dirty="0">
                              <a:solidFill>
                                <a:srgbClr val="000000"/>
                              </a:solidFill>
                              <a:latin typeface="Cambria Math" panose="02040503050406030204" pitchFamily="18" charset="0"/>
                            </a:rPr>
                          </m:ctrlPr>
                        </m:dPr>
                        <m:e>
                          <m:r>
                            <a:rPr lang="en-GB" sz="2900" b="0" i="1" dirty="0" smtClean="0">
                              <a:solidFill>
                                <a:srgbClr val="000000"/>
                              </a:solidFill>
                              <a:latin typeface="Cambria Math" panose="02040503050406030204" pitchFamily="18" charset="0"/>
                            </a:rPr>
                            <m:t>𝐴</m:t>
                          </m:r>
                        </m:e>
                      </m:d>
                      <m:r>
                        <a:rPr lang="en-PH" sz="2900" b="0" i="1" u="none" strike="noStrike" dirty="0">
                          <a:solidFill>
                            <a:srgbClr val="000000"/>
                          </a:solidFill>
                          <a:effectLst/>
                          <a:latin typeface="Cambria Math" panose="02040503050406030204" pitchFamily="18" charset="0"/>
                        </a:rPr>
                        <m:t>=</m:t>
                      </m:r>
                      <m:f>
                        <m:fPr>
                          <m:ctrlPr>
                            <a:rPr lang="en-PH" sz="2900" b="0" i="1" u="none" strike="noStrike" dirty="0" smtClean="0">
                              <a:solidFill>
                                <a:srgbClr val="000000"/>
                              </a:solidFill>
                              <a:effectLst/>
                              <a:latin typeface="Cambria Math" panose="02040503050406030204" pitchFamily="18" charset="0"/>
                            </a:rPr>
                          </m:ctrlPr>
                        </m:fPr>
                        <m:num>
                          <m:r>
                            <a:rPr lang="en-GB" sz="2900" b="0" i="1" u="none" strike="noStrike" dirty="0" smtClean="0">
                              <a:solidFill>
                                <a:srgbClr val="000000"/>
                              </a:solidFill>
                              <a:effectLst/>
                              <a:latin typeface="Cambria Math" panose="02040503050406030204" pitchFamily="18" charset="0"/>
                            </a:rPr>
                            <m:t>1</m:t>
                          </m:r>
                        </m:num>
                        <m:den>
                          <m:r>
                            <a:rPr lang="en-GB" sz="2900" b="0" i="1" u="none" strike="noStrike" dirty="0" smtClean="0">
                              <a:solidFill>
                                <a:srgbClr val="000000"/>
                              </a:solidFill>
                              <a:effectLst/>
                              <a:latin typeface="Cambria Math" panose="02040503050406030204" pitchFamily="18" charset="0"/>
                            </a:rPr>
                            <m:t>4</m:t>
                          </m:r>
                        </m:den>
                      </m:f>
                      <m:r>
                        <a:rPr lang="en-PH" sz="2900" b="0" i="1" u="none" strike="noStrike" dirty="0" smtClean="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𝐴</m:t>
                      </m:r>
                      <m:r>
                        <a:rPr lang="en-PH" sz="2900" b="0" i="1" u="none" strike="noStrike" dirty="0">
                          <a:solidFill>
                            <a:srgbClr val="000000"/>
                          </a:solidFill>
                          <a:effectLst/>
                          <a:latin typeface="Cambria Math" panose="02040503050406030204" pitchFamily="18" charset="0"/>
                        </a:rPr>
                        <m:t>))+(</m:t>
                      </m:r>
                      <m:r>
                        <a:rPr lang="en-PH" sz="2900" b="1" i="1" u="none" strike="noStrike" dirty="0">
                          <a:solidFill>
                            <a:srgbClr val="000000"/>
                          </a:solidFill>
                          <a:effectLst/>
                          <a:latin typeface="Cambria Math" panose="02040503050406030204" pitchFamily="18" charset="0"/>
                        </a:rPr>
                        <m:t>−</m:t>
                      </m:r>
                      <m:r>
                        <a:rPr lang="en-PH" sz="2900" b="1" i="1" u="none" strike="noStrike" dirty="0">
                          <a:solidFill>
                            <a:srgbClr val="000000"/>
                          </a:solidFill>
                          <a:effectLst/>
                          <a:latin typeface="Cambria Math" panose="02040503050406030204" pitchFamily="18" charset="0"/>
                        </a:rPr>
                        <m:t>𝟏</m:t>
                      </m:r>
                      <m:r>
                        <a:rPr lang="en-PH" sz="2900" b="1" i="1" u="none" strike="noStrike" dirty="0">
                          <a:solidFill>
                            <a:srgbClr val="000000"/>
                          </a:solidFill>
                          <a:effectLst/>
                          <a:latin typeface="Cambria Math" panose="02040503050406030204" pitchFamily="18" charset="0"/>
                        </a:rPr>
                        <m:t>+</m:t>
                      </m:r>
                      <m:r>
                        <a:rPr lang="en-PH" sz="2900" b="1" i="1" u="none" strike="noStrike" dirty="0">
                          <a:solidFill>
                            <a:srgbClr val="000000"/>
                          </a:solidFill>
                          <a:effectLst/>
                          <a:latin typeface="Cambria Math" panose="02040503050406030204" pitchFamily="18" charset="0"/>
                        </a:rPr>
                        <m:t>𝒗</m:t>
                      </m:r>
                      <m:r>
                        <a:rPr lang="en-PH" sz="2900" b="1" i="1" u="none" strike="noStrike" dirty="0">
                          <a:solidFill>
                            <a:srgbClr val="000000"/>
                          </a:solidFill>
                          <a:effectLst/>
                          <a:latin typeface="Cambria Math" panose="02040503050406030204" pitchFamily="18" charset="0"/>
                        </a:rPr>
                        <m:t>(</m:t>
                      </m:r>
                      <m:r>
                        <a:rPr lang="en-PH" sz="2900" b="1" i="1" u="none" strike="noStrike" dirty="0">
                          <a:solidFill>
                            <a:srgbClr val="000000"/>
                          </a:solidFill>
                          <a:effectLst/>
                          <a:latin typeface="Cambria Math" panose="02040503050406030204" pitchFamily="18" charset="0"/>
                        </a:rPr>
                        <m:t>𝑩</m:t>
                      </m:r>
                      <m:r>
                        <a:rPr lang="en-PH" sz="2900" b="1"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𝐶</m:t>
                      </m:r>
                      <m:r>
                        <a:rPr lang="en-PH" sz="2900" b="0" i="1" u="none" strike="noStrike" dirty="0">
                          <a:solidFill>
                            <a:srgbClr val="000000"/>
                          </a:solidFill>
                          <a:effectLst/>
                          <a:latin typeface="Cambria Math" panose="02040503050406030204" pitchFamily="18" charset="0"/>
                        </a:rPr>
                        <m:t>))+(−1+</m:t>
                      </m:r>
                      <m:r>
                        <a:rPr lang="en-PH" sz="2900" i="1" dirty="0">
                          <a:solidFill>
                            <a:srgbClr val="000000"/>
                          </a:solidFill>
                          <a:latin typeface="Cambria Math" panose="02040503050406030204" pitchFamily="18" charset="0"/>
                        </a:rPr>
                        <m:t>𝑣</m:t>
                      </m:r>
                      <m:r>
                        <a:rPr lang="en-PH" sz="2900" i="1" dirty="0">
                          <a:solidFill>
                            <a:srgbClr val="000000"/>
                          </a:solidFill>
                          <a:latin typeface="Cambria Math" panose="02040503050406030204" pitchFamily="18" charset="0"/>
                        </a:rPr>
                        <m:t>(</m:t>
                      </m:r>
                      <m:r>
                        <a:rPr lang="en-GB" sz="2900" b="0" i="1" dirty="0" smtClean="0">
                          <a:solidFill>
                            <a:srgbClr val="000000"/>
                          </a:solidFill>
                          <a:latin typeface="Cambria Math" panose="02040503050406030204" pitchFamily="18" charset="0"/>
                        </a:rPr>
                        <m:t>𝐴</m:t>
                      </m:r>
                      <m:r>
                        <a:rPr lang="en-PH" sz="2900" i="1" dirty="0">
                          <a:solidFill>
                            <a:srgbClr val="000000"/>
                          </a:solidFill>
                          <a:latin typeface="Cambria Math" panose="02040503050406030204" pitchFamily="18" charset="0"/>
                        </a:rPr>
                        <m:t>))</m:t>
                      </m:r>
                    </m:oMath>
                  </m:oMathPara>
                </a14:m>
                <a:endParaRPr lang="en-US" sz="2900" dirty="0"/>
              </a:p>
            </p:txBody>
          </p:sp>
        </mc:Choice>
        <mc:Fallback xmlns="">
          <p:sp>
            <p:nvSpPr>
              <p:cNvPr id="4" name="TextBox 3">
                <a:extLst>
                  <a:ext uri="{FF2B5EF4-FFF2-40B4-BE49-F238E27FC236}">
                    <a16:creationId xmlns:a16="http://schemas.microsoft.com/office/drawing/2014/main" id="{9A8D8E7E-4A2F-CBCF-E278-95FD12FEC27B}"/>
                  </a:ext>
                </a:extLst>
              </p:cNvPr>
              <p:cNvSpPr txBox="1">
                <a:spLocks noRot="1" noChangeAspect="1" noMove="1" noResize="1" noEditPoints="1" noAdjustHandles="1" noChangeArrowheads="1" noChangeShapeType="1" noTextEdit="1"/>
              </p:cNvSpPr>
              <p:nvPr/>
            </p:nvSpPr>
            <p:spPr>
              <a:xfrm>
                <a:off x="306740" y="4360099"/>
                <a:ext cx="11702380" cy="927883"/>
              </a:xfrm>
              <a:prstGeom prst="rect">
                <a:avLst/>
              </a:prstGeom>
              <a:blipFill>
                <a:blip r:embed="rId3"/>
                <a:stretch>
                  <a:fillRect r="-217" b="-8108"/>
                </a:stretch>
              </a:blipFill>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FE1C0039-4FDC-BF92-7E14-F1B377575EBE}"/>
              </a:ext>
            </a:extLst>
          </p:cNvPr>
          <p:cNvGraphicFramePr>
            <a:graphicFrameLocks noGrp="1"/>
          </p:cNvGraphicFramePr>
          <p:nvPr/>
        </p:nvGraphicFramePr>
        <p:xfrm>
          <a:off x="4652400" y="1054064"/>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A</a:t>
                      </a:r>
                    </a:p>
                  </a:txBody>
                  <a:tcPr anchor="ctr"/>
                </a:tc>
                <a:tc>
                  <a:txBody>
                    <a:bodyPr/>
                    <a:lstStyle/>
                    <a:p>
                      <a:pPr algn="ctr"/>
                      <a:r>
                        <a:rPr lang="en-US" sz="3000" b="1" dirty="0"/>
                        <a:t>B</a:t>
                      </a:r>
                    </a:p>
                  </a:txBody>
                  <a:tcPr anchor="ctr"/>
                </a:tc>
                <a:extLst>
                  <a:ext uri="{0D108BD9-81ED-4DB2-BD59-A6C34878D82A}">
                    <a16:rowId xmlns:a16="http://schemas.microsoft.com/office/drawing/2014/main" val="3795677844"/>
                  </a:ext>
                </a:extLst>
              </a:tr>
              <a:tr h="1080000">
                <a:tc>
                  <a:txBody>
                    <a:bodyPr/>
                    <a:lstStyle/>
                    <a:p>
                      <a:pPr algn="ctr"/>
                      <a:r>
                        <a:rPr lang="en-US" sz="3000" b="1" dirty="0"/>
                        <a:t>C</a:t>
                      </a:r>
                    </a:p>
                  </a:txBody>
                  <a:tcPr anchor="ctr"/>
                </a:tc>
                <a:tc>
                  <a:txBody>
                    <a:bodyPr/>
                    <a:lstStyle/>
                    <a:p>
                      <a:pPr algn="ctr"/>
                      <a:r>
                        <a:rPr lang="en-US" sz="3000" b="1" dirty="0"/>
                        <a:t>D</a:t>
                      </a:r>
                    </a:p>
                  </a:txBody>
                  <a:tcPr anchor="ctr">
                    <a:solidFill>
                      <a:srgbClr val="92D050"/>
                    </a:solidFill>
                  </a:tcPr>
                </a:tc>
                <a:extLst>
                  <a:ext uri="{0D108BD9-81ED-4DB2-BD59-A6C34878D82A}">
                    <a16:rowId xmlns:a16="http://schemas.microsoft.com/office/drawing/2014/main" val="2896053955"/>
                  </a:ext>
                </a:extLst>
              </a:tr>
            </a:tbl>
          </a:graphicData>
        </a:graphic>
      </p:graphicFrame>
      <p:sp>
        <p:nvSpPr>
          <p:cNvPr id="11" name="TextBox 10">
            <a:extLst>
              <a:ext uri="{FF2B5EF4-FFF2-40B4-BE49-F238E27FC236}">
                <a16:creationId xmlns:a16="http://schemas.microsoft.com/office/drawing/2014/main" id="{9C2E3A44-BA23-F64A-F853-0727839E7193}"/>
              </a:ext>
            </a:extLst>
          </p:cNvPr>
          <p:cNvSpPr txBox="1"/>
          <p:nvPr/>
        </p:nvSpPr>
        <p:spPr>
          <a:xfrm>
            <a:off x="1055238" y="5448842"/>
            <a:ext cx="10264404" cy="861774"/>
          </a:xfrm>
          <a:prstGeom prst="rect">
            <a:avLst/>
          </a:prstGeom>
          <a:noFill/>
        </p:spPr>
        <p:txBody>
          <a:bodyPr wrap="square">
            <a:spAutoFit/>
          </a:bodyPr>
          <a:lstStyle/>
          <a:p>
            <a:pPr>
              <a:buNone/>
            </a:pPr>
            <a:r>
              <a:rPr lang="en-PH" sz="2500" dirty="0"/>
              <a:t>Second term: When we go </a:t>
            </a:r>
            <a:r>
              <a:rPr lang="en-PH" sz="2500" b="1" dirty="0">
                <a:solidFill>
                  <a:srgbClr val="FF0000"/>
                </a:solidFill>
              </a:rPr>
              <a:t>RIGHT</a:t>
            </a:r>
            <a:r>
              <a:rPr lang="en-PH" sz="2500" dirty="0"/>
              <a:t>, we go to </a:t>
            </a:r>
            <a:r>
              <a:rPr lang="en-PH" sz="2500" b="1" dirty="0">
                <a:solidFill>
                  <a:srgbClr val="7030A0"/>
                </a:solidFill>
              </a:rPr>
              <a:t>state B </a:t>
            </a:r>
            <a:r>
              <a:rPr lang="en-PH" sz="2500" dirty="0"/>
              <a:t>and we will get a reward of -1 plus the value function of </a:t>
            </a:r>
            <a:r>
              <a:rPr lang="en-PH" sz="2500" b="1" dirty="0">
                <a:solidFill>
                  <a:srgbClr val="7030A0"/>
                </a:solidFill>
              </a:rPr>
              <a:t>state B</a:t>
            </a:r>
            <a:r>
              <a:rPr lang="en-PH" sz="2500" dirty="0"/>
              <a:t>.</a:t>
            </a:r>
          </a:p>
        </p:txBody>
      </p:sp>
      <p:sp>
        <p:nvSpPr>
          <p:cNvPr id="5" name="Down Arrow 4">
            <a:extLst>
              <a:ext uri="{FF2B5EF4-FFF2-40B4-BE49-F238E27FC236}">
                <a16:creationId xmlns:a16="http://schemas.microsoft.com/office/drawing/2014/main" id="{B9FB4D01-E1B7-E6CF-4B3D-DDAAF77DDB02}"/>
              </a:ext>
            </a:extLst>
          </p:cNvPr>
          <p:cNvSpPr/>
          <p:nvPr/>
        </p:nvSpPr>
        <p:spPr>
          <a:xfrm rot="16200000" flipV="1">
            <a:off x="3301404" y="3861498"/>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Down Arrow 5">
            <a:extLst>
              <a:ext uri="{FF2B5EF4-FFF2-40B4-BE49-F238E27FC236}">
                <a16:creationId xmlns:a16="http://schemas.microsoft.com/office/drawing/2014/main" id="{1CB0334D-4CFF-EFEE-4367-2DE1D250ADF6}"/>
              </a:ext>
            </a:extLst>
          </p:cNvPr>
          <p:cNvSpPr/>
          <p:nvPr/>
        </p:nvSpPr>
        <p:spPr>
          <a:xfrm rot="16200000" flipH="1">
            <a:off x="5723544" y="385652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Down Arrow 11">
            <a:extLst>
              <a:ext uri="{FF2B5EF4-FFF2-40B4-BE49-F238E27FC236}">
                <a16:creationId xmlns:a16="http://schemas.microsoft.com/office/drawing/2014/main" id="{0506A450-5E81-D536-94EB-4A425C6662AF}"/>
              </a:ext>
            </a:extLst>
          </p:cNvPr>
          <p:cNvSpPr/>
          <p:nvPr/>
        </p:nvSpPr>
        <p:spPr>
          <a:xfrm rot="16200000" flipV="1">
            <a:off x="4410084" y="1174533"/>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Down Arrow 12">
            <a:extLst>
              <a:ext uri="{FF2B5EF4-FFF2-40B4-BE49-F238E27FC236}">
                <a16:creationId xmlns:a16="http://schemas.microsoft.com/office/drawing/2014/main" id="{0D70E915-550E-FEF4-FFCC-863B7C14CB2D}"/>
              </a:ext>
            </a:extLst>
          </p:cNvPr>
          <p:cNvSpPr/>
          <p:nvPr/>
        </p:nvSpPr>
        <p:spPr>
          <a:xfrm rot="16200000" flipH="1">
            <a:off x="5853684" y="1174533"/>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ight Brace 1">
            <a:extLst>
              <a:ext uri="{FF2B5EF4-FFF2-40B4-BE49-F238E27FC236}">
                <a16:creationId xmlns:a16="http://schemas.microsoft.com/office/drawing/2014/main" id="{749E1EA6-06EC-8A02-29CE-8C58C5098C5B}"/>
              </a:ext>
            </a:extLst>
          </p:cNvPr>
          <p:cNvSpPr/>
          <p:nvPr/>
        </p:nvSpPr>
        <p:spPr>
          <a:xfrm rot="16200000" flipH="1">
            <a:off x="5782783" y="4526911"/>
            <a:ext cx="366154" cy="1531590"/>
          </a:xfrm>
          <a:prstGeom prst="rightBrace">
            <a:avLst/>
          </a:prstGeom>
          <a:ln w="38100"/>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aphicFrame>
        <p:nvGraphicFramePr>
          <p:cNvPr id="3" name="Table 2">
            <a:extLst>
              <a:ext uri="{FF2B5EF4-FFF2-40B4-BE49-F238E27FC236}">
                <a16:creationId xmlns:a16="http://schemas.microsoft.com/office/drawing/2014/main" id="{4B92BAC2-66E0-0333-7384-ABFE5A7F67CC}"/>
              </a:ext>
            </a:extLst>
          </p:cNvPr>
          <p:cNvGraphicFramePr>
            <a:graphicFrameLocks noGrp="1"/>
          </p:cNvGraphicFramePr>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0</a:t>
                      </a:r>
                    </a:p>
                  </a:txBody>
                  <a:tcPr anchor="ctr"/>
                </a:tc>
                <a:tc>
                  <a:txBody>
                    <a:bodyPr/>
                    <a:lstStyle/>
                    <a:p>
                      <a:pPr algn="ctr"/>
                      <a:r>
                        <a:rPr lang="en-US" b="1" dirty="0"/>
                        <a:t>0</a:t>
                      </a:r>
                    </a:p>
                  </a:txBody>
                  <a:tcPr anchor="ctr"/>
                </a:tc>
                <a:extLst>
                  <a:ext uri="{0D108BD9-81ED-4DB2-BD59-A6C34878D82A}">
                    <a16:rowId xmlns:a16="http://schemas.microsoft.com/office/drawing/2014/main" val="3795677844"/>
                  </a:ext>
                </a:extLst>
              </a:tr>
              <a:tr h="1080000">
                <a:tc>
                  <a:txBody>
                    <a:bodyPr/>
                    <a:lstStyle/>
                    <a:p>
                      <a:pPr algn="ctr"/>
                      <a:r>
                        <a:rPr lang="en-US" b="1" dirty="0"/>
                        <a:t>0</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p:spTree>
    <p:extLst>
      <p:ext uri="{BB962C8B-B14F-4D97-AF65-F5344CB8AC3E}">
        <p14:creationId xmlns:p14="http://schemas.microsoft.com/office/powerpoint/2010/main" val="16580540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5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4F0EA279-3FDB-3017-E76D-1BA49E64930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CB27CD7F-5C0E-749D-937A-7C788D40EF0A}"/>
                  </a:ext>
                </a:extLst>
              </p:cNvPr>
              <p:cNvSpPr txBox="1"/>
              <p:nvPr/>
            </p:nvSpPr>
            <p:spPr>
              <a:xfrm>
                <a:off x="306740" y="4360099"/>
                <a:ext cx="11578520" cy="95667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900" b="0" i="1" dirty="0" smtClean="0">
                              <a:solidFill>
                                <a:srgbClr val="000000"/>
                              </a:solidFill>
                              <a:latin typeface="Cambria Math" panose="02040503050406030204" pitchFamily="18" charset="0"/>
                            </a:rPr>
                          </m:ctrlPr>
                        </m:sSubPr>
                        <m:e>
                          <m:r>
                            <a:rPr lang="en-GB" sz="2900" b="0" i="1" dirty="0" smtClean="0">
                              <a:solidFill>
                                <a:srgbClr val="000000"/>
                              </a:solidFill>
                              <a:latin typeface="Cambria Math" panose="02040503050406030204" pitchFamily="18" charset="0"/>
                            </a:rPr>
                            <m:t>𝑣</m:t>
                          </m:r>
                        </m:e>
                        <m:sub>
                          <m:r>
                            <a:rPr lang="en-GB" sz="2900" b="0" i="1" dirty="0" smtClean="0">
                              <a:solidFill>
                                <a:srgbClr val="000000"/>
                              </a:solidFill>
                              <a:latin typeface="Cambria Math" panose="02040503050406030204" pitchFamily="18" charset="0"/>
                            </a:rPr>
                            <m:t>𝑘</m:t>
                          </m:r>
                          <m:r>
                            <a:rPr lang="en-GB" sz="2900" b="0" i="1" dirty="0" smtClean="0">
                              <a:solidFill>
                                <a:srgbClr val="000000"/>
                              </a:solidFill>
                              <a:latin typeface="Cambria Math" panose="02040503050406030204" pitchFamily="18" charset="0"/>
                            </a:rPr>
                            <m:t>+1</m:t>
                          </m:r>
                        </m:sub>
                      </m:sSub>
                      <m:d>
                        <m:dPr>
                          <m:ctrlPr>
                            <a:rPr lang="en-GB" sz="2900" i="1" dirty="0">
                              <a:solidFill>
                                <a:srgbClr val="000000"/>
                              </a:solidFill>
                              <a:latin typeface="Cambria Math" panose="02040503050406030204" pitchFamily="18" charset="0"/>
                            </a:rPr>
                          </m:ctrlPr>
                        </m:dPr>
                        <m:e>
                          <m:r>
                            <a:rPr lang="en-GB" sz="2900" b="0" i="1" dirty="0" smtClean="0">
                              <a:solidFill>
                                <a:srgbClr val="000000"/>
                              </a:solidFill>
                              <a:latin typeface="Cambria Math" panose="02040503050406030204" pitchFamily="18" charset="0"/>
                            </a:rPr>
                            <m:t>𝐴</m:t>
                          </m:r>
                        </m:e>
                      </m:d>
                      <m:r>
                        <a:rPr lang="en-PH" sz="2900" b="0" i="1" u="none" strike="noStrike" dirty="0">
                          <a:solidFill>
                            <a:srgbClr val="000000"/>
                          </a:solidFill>
                          <a:effectLst/>
                          <a:latin typeface="Cambria Math" panose="02040503050406030204" pitchFamily="18" charset="0"/>
                        </a:rPr>
                        <m:t>=</m:t>
                      </m:r>
                      <m:f>
                        <m:fPr>
                          <m:ctrlPr>
                            <a:rPr lang="en-PH" sz="2900" b="0" i="1" u="none" strike="noStrike" dirty="0" smtClean="0">
                              <a:solidFill>
                                <a:srgbClr val="000000"/>
                              </a:solidFill>
                              <a:effectLst/>
                              <a:latin typeface="Cambria Math" panose="02040503050406030204" pitchFamily="18" charset="0"/>
                            </a:rPr>
                          </m:ctrlPr>
                        </m:fPr>
                        <m:num>
                          <m:r>
                            <a:rPr lang="en-GB" sz="2900" b="0" i="1" u="none" strike="noStrike" dirty="0" smtClean="0">
                              <a:solidFill>
                                <a:srgbClr val="000000"/>
                              </a:solidFill>
                              <a:effectLst/>
                              <a:latin typeface="Cambria Math" panose="02040503050406030204" pitchFamily="18" charset="0"/>
                            </a:rPr>
                            <m:t>1</m:t>
                          </m:r>
                        </m:num>
                        <m:den>
                          <m:r>
                            <a:rPr lang="en-GB" sz="2900" b="0" i="1" u="none" strike="noStrike" dirty="0" smtClean="0">
                              <a:solidFill>
                                <a:srgbClr val="000000"/>
                              </a:solidFill>
                              <a:effectLst/>
                              <a:latin typeface="Cambria Math" panose="02040503050406030204" pitchFamily="18" charset="0"/>
                            </a:rPr>
                            <m:t>4</m:t>
                          </m:r>
                        </m:den>
                      </m:f>
                      <m:r>
                        <a:rPr lang="en-PH" sz="2900" b="0" i="1" u="none" strike="noStrike" dirty="0" smtClean="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𝐴</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𝐵</m:t>
                      </m:r>
                      <m:r>
                        <a:rPr lang="en-PH" sz="2900" b="0" i="1" u="none" strike="noStrike" dirty="0">
                          <a:solidFill>
                            <a:srgbClr val="000000"/>
                          </a:solidFill>
                          <a:effectLst/>
                          <a:latin typeface="Cambria Math" panose="02040503050406030204" pitchFamily="18" charset="0"/>
                        </a:rPr>
                        <m:t>))+(</m:t>
                      </m:r>
                      <m:r>
                        <a:rPr lang="en-PH" sz="2900" b="1" i="1" u="none" strike="noStrike" dirty="0" smtClean="0">
                          <a:solidFill>
                            <a:schemeClr val="tx1"/>
                          </a:solidFill>
                          <a:effectLst/>
                          <a:latin typeface="Cambria Math" panose="02040503050406030204" pitchFamily="18" charset="0"/>
                        </a:rPr>
                        <m:t>−</m:t>
                      </m:r>
                      <m:r>
                        <a:rPr lang="en-PH" sz="2900" b="1" i="1" u="none" strike="noStrike" dirty="0" smtClean="0">
                          <a:solidFill>
                            <a:schemeClr val="tx1"/>
                          </a:solidFill>
                          <a:effectLst/>
                          <a:latin typeface="Cambria Math" panose="02040503050406030204" pitchFamily="18" charset="0"/>
                        </a:rPr>
                        <m:t>𝟏</m:t>
                      </m:r>
                      <m:r>
                        <a:rPr lang="en-PH" sz="2900" b="1" i="1" u="none" strike="noStrike" dirty="0" smtClean="0">
                          <a:solidFill>
                            <a:schemeClr val="tx1"/>
                          </a:solidFill>
                          <a:effectLst/>
                          <a:latin typeface="Cambria Math" panose="02040503050406030204" pitchFamily="18" charset="0"/>
                        </a:rPr>
                        <m:t>+</m:t>
                      </m:r>
                      <m:r>
                        <a:rPr lang="en-PH" sz="2900" b="1" i="1" u="none" strike="noStrike" dirty="0" smtClean="0">
                          <a:solidFill>
                            <a:schemeClr val="tx1"/>
                          </a:solidFill>
                          <a:effectLst/>
                          <a:latin typeface="Cambria Math" panose="02040503050406030204" pitchFamily="18" charset="0"/>
                        </a:rPr>
                        <m:t>𝒗</m:t>
                      </m:r>
                      <m:r>
                        <a:rPr lang="en-PH" sz="2900" b="1" i="1" u="none" strike="noStrike" dirty="0" smtClean="0">
                          <a:solidFill>
                            <a:schemeClr val="tx1"/>
                          </a:solidFill>
                          <a:effectLst/>
                          <a:latin typeface="Cambria Math" panose="02040503050406030204" pitchFamily="18" charset="0"/>
                        </a:rPr>
                        <m:t>(</m:t>
                      </m:r>
                      <m:r>
                        <a:rPr lang="en-PH" sz="2900" b="1" i="1" u="none" strike="noStrike" dirty="0" smtClean="0">
                          <a:solidFill>
                            <a:schemeClr val="tx1"/>
                          </a:solidFill>
                          <a:effectLst/>
                          <a:latin typeface="Cambria Math" panose="02040503050406030204" pitchFamily="18" charset="0"/>
                        </a:rPr>
                        <m:t>𝑪</m:t>
                      </m:r>
                      <m:r>
                        <a:rPr lang="en-PH" sz="2900" b="1" i="1" u="none" strike="noStrike" dirty="0" smtClean="0">
                          <a:solidFill>
                            <a:schemeClr val="tx1"/>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)+(−1+</m:t>
                      </m:r>
                      <m:r>
                        <a:rPr lang="en-PH" sz="2900" i="1" dirty="0">
                          <a:solidFill>
                            <a:srgbClr val="000000"/>
                          </a:solidFill>
                          <a:latin typeface="Cambria Math" panose="02040503050406030204" pitchFamily="18" charset="0"/>
                        </a:rPr>
                        <m:t>𝑣</m:t>
                      </m:r>
                      <m:r>
                        <a:rPr lang="en-PH" sz="2900" i="1" dirty="0">
                          <a:solidFill>
                            <a:srgbClr val="000000"/>
                          </a:solidFill>
                          <a:latin typeface="Cambria Math" panose="02040503050406030204" pitchFamily="18" charset="0"/>
                        </a:rPr>
                        <m:t>(</m:t>
                      </m:r>
                      <m:r>
                        <a:rPr lang="en-GB" sz="2900" b="0" i="1" dirty="0" smtClean="0">
                          <a:solidFill>
                            <a:srgbClr val="000000"/>
                          </a:solidFill>
                          <a:latin typeface="Cambria Math" panose="02040503050406030204" pitchFamily="18" charset="0"/>
                        </a:rPr>
                        <m:t>𝐴</m:t>
                      </m:r>
                      <m:r>
                        <a:rPr lang="en-PH" sz="2900" i="1" dirty="0">
                          <a:solidFill>
                            <a:srgbClr val="000000"/>
                          </a:solidFill>
                          <a:latin typeface="Cambria Math" panose="02040503050406030204" pitchFamily="18" charset="0"/>
                        </a:rPr>
                        <m:t>))</m:t>
                      </m:r>
                    </m:oMath>
                  </m:oMathPara>
                </a14:m>
                <a:endParaRPr lang="en-US" sz="2900" dirty="0"/>
              </a:p>
            </p:txBody>
          </p:sp>
        </mc:Choice>
        <mc:Fallback xmlns="">
          <p:sp>
            <p:nvSpPr>
              <p:cNvPr id="4" name="TextBox 3">
                <a:extLst>
                  <a:ext uri="{FF2B5EF4-FFF2-40B4-BE49-F238E27FC236}">
                    <a16:creationId xmlns:a16="http://schemas.microsoft.com/office/drawing/2014/main" id="{CB27CD7F-5C0E-749D-937A-7C788D40EF0A}"/>
                  </a:ext>
                </a:extLst>
              </p:cNvPr>
              <p:cNvSpPr txBox="1">
                <a:spLocks noRot="1" noChangeAspect="1" noMove="1" noResize="1" noEditPoints="1" noAdjustHandles="1" noChangeArrowheads="1" noChangeShapeType="1" noTextEdit="1"/>
              </p:cNvSpPr>
              <p:nvPr/>
            </p:nvSpPr>
            <p:spPr>
              <a:xfrm>
                <a:off x="306740" y="4360099"/>
                <a:ext cx="11578520" cy="956672"/>
              </a:xfrm>
              <a:prstGeom prst="rect">
                <a:avLst/>
              </a:prstGeom>
              <a:blipFill>
                <a:blip r:embed="rId3"/>
                <a:stretch>
                  <a:fillRect r="-548" b="-5263"/>
                </a:stretch>
              </a:blipFill>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53F6CF29-9615-EED0-DFE1-D051003044B5}"/>
              </a:ext>
            </a:extLst>
          </p:cNvPr>
          <p:cNvGraphicFramePr>
            <a:graphicFrameLocks noGrp="1"/>
          </p:cNvGraphicFramePr>
          <p:nvPr/>
        </p:nvGraphicFramePr>
        <p:xfrm>
          <a:off x="4652400" y="1054064"/>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A</a:t>
                      </a:r>
                    </a:p>
                  </a:txBody>
                  <a:tcPr anchor="ctr"/>
                </a:tc>
                <a:tc>
                  <a:txBody>
                    <a:bodyPr/>
                    <a:lstStyle/>
                    <a:p>
                      <a:pPr algn="ctr"/>
                      <a:r>
                        <a:rPr lang="en-US" sz="3000" b="1" dirty="0"/>
                        <a:t>B</a:t>
                      </a:r>
                    </a:p>
                  </a:txBody>
                  <a:tcPr anchor="ctr"/>
                </a:tc>
                <a:extLst>
                  <a:ext uri="{0D108BD9-81ED-4DB2-BD59-A6C34878D82A}">
                    <a16:rowId xmlns:a16="http://schemas.microsoft.com/office/drawing/2014/main" val="3795677844"/>
                  </a:ext>
                </a:extLst>
              </a:tr>
              <a:tr h="1080000">
                <a:tc>
                  <a:txBody>
                    <a:bodyPr/>
                    <a:lstStyle/>
                    <a:p>
                      <a:pPr algn="ctr"/>
                      <a:r>
                        <a:rPr lang="en-US" sz="3000" b="1" dirty="0"/>
                        <a:t>C</a:t>
                      </a:r>
                    </a:p>
                  </a:txBody>
                  <a:tcPr anchor="ctr"/>
                </a:tc>
                <a:tc>
                  <a:txBody>
                    <a:bodyPr/>
                    <a:lstStyle/>
                    <a:p>
                      <a:pPr algn="ctr"/>
                      <a:r>
                        <a:rPr lang="en-US" sz="3000" b="1" dirty="0"/>
                        <a:t>D</a:t>
                      </a:r>
                    </a:p>
                  </a:txBody>
                  <a:tcPr anchor="ctr">
                    <a:solidFill>
                      <a:srgbClr val="92D050"/>
                    </a:solidFill>
                  </a:tcPr>
                </a:tc>
                <a:extLst>
                  <a:ext uri="{0D108BD9-81ED-4DB2-BD59-A6C34878D82A}">
                    <a16:rowId xmlns:a16="http://schemas.microsoft.com/office/drawing/2014/main" val="2896053955"/>
                  </a:ext>
                </a:extLst>
              </a:tr>
            </a:tbl>
          </a:graphicData>
        </a:graphic>
      </p:graphicFrame>
      <p:sp>
        <p:nvSpPr>
          <p:cNvPr id="11" name="TextBox 10">
            <a:extLst>
              <a:ext uri="{FF2B5EF4-FFF2-40B4-BE49-F238E27FC236}">
                <a16:creationId xmlns:a16="http://schemas.microsoft.com/office/drawing/2014/main" id="{F296BB2F-B06A-1BC1-36C5-2F4FC7CDA011}"/>
              </a:ext>
            </a:extLst>
          </p:cNvPr>
          <p:cNvSpPr txBox="1"/>
          <p:nvPr/>
        </p:nvSpPr>
        <p:spPr>
          <a:xfrm>
            <a:off x="1055238" y="5448842"/>
            <a:ext cx="10264404" cy="861774"/>
          </a:xfrm>
          <a:prstGeom prst="rect">
            <a:avLst/>
          </a:prstGeom>
          <a:noFill/>
        </p:spPr>
        <p:txBody>
          <a:bodyPr wrap="square">
            <a:spAutoFit/>
          </a:bodyPr>
          <a:lstStyle/>
          <a:p>
            <a:pPr>
              <a:buNone/>
            </a:pPr>
            <a:r>
              <a:rPr lang="en-PH" sz="2500" dirty="0"/>
              <a:t>Third term: When we go </a:t>
            </a:r>
            <a:r>
              <a:rPr lang="en-PH" sz="2500" b="1" dirty="0">
                <a:solidFill>
                  <a:srgbClr val="FF0000"/>
                </a:solidFill>
              </a:rPr>
              <a:t>DOWN</a:t>
            </a:r>
            <a:r>
              <a:rPr lang="en-PH" sz="2500" dirty="0"/>
              <a:t>, we go to </a:t>
            </a:r>
            <a:r>
              <a:rPr lang="en-PH" sz="2500" b="1" dirty="0">
                <a:solidFill>
                  <a:srgbClr val="7030A0"/>
                </a:solidFill>
              </a:rPr>
              <a:t>state C </a:t>
            </a:r>
            <a:r>
              <a:rPr lang="en-PH" sz="2500" dirty="0"/>
              <a:t>and we will get a reward of -1 plus the value function of </a:t>
            </a:r>
            <a:r>
              <a:rPr lang="en-PH" sz="2500" b="1" dirty="0">
                <a:solidFill>
                  <a:srgbClr val="7030A0"/>
                </a:solidFill>
              </a:rPr>
              <a:t>state A</a:t>
            </a:r>
            <a:r>
              <a:rPr lang="en-PH" sz="2500" dirty="0"/>
              <a:t>.</a:t>
            </a:r>
          </a:p>
        </p:txBody>
      </p:sp>
      <p:sp>
        <p:nvSpPr>
          <p:cNvPr id="5" name="Down Arrow 4">
            <a:extLst>
              <a:ext uri="{FF2B5EF4-FFF2-40B4-BE49-F238E27FC236}">
                <a16:creationId xmlns:a16="http://schemas.microsoft.com/office/drawing/2014/main" id="{CBE99847-530F-E2D8-18EE-060BA1A4FCB1}"/>
              </a:ext>
            </a:extLst>
          </p:cNvPr>
          <p:cNvSpPr/>
          <p:nvPr/>
        </p:nvSpPr>
        <p:spPr>
          <a:xfrm rot="16200000" flipV="1">
            <a:off x="3301404" y="3861498"/>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Down Arrow 5">
            <a:extLst>
              <a:ext uri="{FF2B5EF4-FFF2-40B4-BE49-F238E27FC236}">
                <a16:creationId xmlns:a16="http://schemas.microsoft.com/office/drawing/2014/main" id="{DE4C725C-43BC-5126-4FEE-51EC894D68AD}"/>
              </a:ext>
            </a:extLst>
          </p:cNvPr>
          <p:cNvSpPr/>
          <p:nvPr/>
        </p:nvSpPr>
        <p:spPr>
          <a:xfrm rot="16200000" flipH="1">
            <a:off x="5723544" y="385652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own Arrow 6">
            <a:extLst>
              <a:ext uri="{FF2B5EF4-FFF2-40B4-BE49-F238E27FC236}">
                <a16:creationId xmlns:a16="http://schemas.microsoft.com/office/drawing/2014/main" id="{B5122924-0BBE-D7B7-39DD-5EE66F425160}"/>
              </a:ext>
            </a:extLst>
          </p:cNvPr>
          <p:cNvSpPr/>
          <p:nvPr/>
        </p:nvSpPr>
        <p:spPr>
          <a:xfrm rot="10800000" flipV="1">
            <a:off x="8073228" y="3648836"/>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Down Arrow 11">
            <a:extLst>
              <a:ext uri="{FF2B5EF4-FFF2-40B4-BE49-F238E27FC236}">
                <a16:creationId xmlns:a16="http://schemas.microsoft.com/office/drawing/2014/main" id="{6DE26A8B-6D5C-5DD9-796B-2767029FA83E}"/>
              </a:ext>
            </a:extLst>
          </p:cNvPr>
          <p:cNvSpPr/>
          <p:nvPr/>
        </p:nvSpPr>
        <p:spPr>
          <a:xfrm rot="16200000" flipV="1">
            <a:off x="4410084" y="1174533"/>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Down Arrow 12">
            <a:extLst>
              <a:ext uri="{FF2B5EF4-FFF2-40B4-BE49-F238E27FC236}">
                <a16:creationId xmlns:a16="http://schemas.microsoft.com/office/drawing/2014/main" id="{C82603DA-E1B5-17E6-63C4-67A80AD00737}"/>
              </a:ext>
            </a:extLst>
          </p:cNvPr>
          <p:cNvSpPr/>
          <p:nvPr/>
        </p:nvSpPr>
        <p:spPr>
          <a:xfrm rot="16200000" flipH="1">
            <a:off x="5853684" y="1174533"/>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Down Arrow 13">
            <a:extLst>
              <a:ext uri="{FF2B5EF4-FFF2-40B4-BE49-F238E27FC236}">
                <a16:creationId xmlns:a16="http://schemas.microsoft.com/office/drawing/2014/main" id="{4CAAC5E3-9ADB-B88D-A2F9-D53D746BD099}"/>
              </a:ext>
            </a:extLst>
          </p:cNvPr>
          <p:cNvSpPr/>
          <p:nvPr/>
        </p:nvSpPr>
        <p:spPr>
          <a:xfrm rot="10800000" flipV="1">
            <a:off x="5131884" y="1873114"/>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ight Brace 1">
            <a:extLst>
              <a:ext uri="{FF2B5EF4-FFF2-40B4-BE49-F238E27FC236}">
                <a16:creationId xmlns:a16="http://schemas.microsoft.com/office/drawing/2014/main" id="{229BED0A-76C3-14FA-B688-9277116754DE}"/>
              </a:ext>
            </a:extLst>
          </p:cNvPr>
          <p:cNvSpPr/>
          <p:nvPr/>
        </p:nvSpPr>
        <p:spPr>
          <a:xfrm rot="16200000" flipH="1">
            <a:off x="8132467" y="4526911"/>
            <a:ext cx="366154" cy="1531590"/>
          </a:xfrm>
          <a:prstGeom prst="rightBrace">
            <a:avLst/>
          </a:prstGeom>
          <a:ln w="38100"/>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aphicFrame>
        <p:nvGraphicFramePr>
          <p:cNvPr id="3" name="Table 2">
            <a:extLst>
              <a:ext uri="{FF2B5EF4-FFF2-40B4-BE49-F238E27FC236}">
                <a16:creationId xmlns:a16="http://schemas.microsoft.com/office/drawing/2014/main" id="{743AF1D9-9330-43AD-9B5D-0F7CDE8E7900}"/>
              </a:ext>
            </a:extLst>
          </p:cNvPr>
          <p:cNvGraphicFramePr>
            <a:graphicFrameLocks noGrp="1"/>
          </p:cNvGraphicFramePr>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0</a:t>
                      </a:r>
                    </a:p>
                  </a:txBody>
                  <a:tcPr anchor="ctr"/>
                </a:tc>
                <a:tc>
                  <a:txBody>
                    <a:bodyPr/>
                    <a:lstStyle/>
                    <a:p>
                      <a:pPr algn="ctr"/>
                      <a:r>
                        <a:rPr lang="en-US" b="1" dirty="0"/>
                        <a:t>0</a:t>
                      </a:r>
                    </a:p>
                  </a:txBody>
                  <a:tcPr anchor="ctr"/>
                </a:tc>
                <a:extLst>
                  <a:ext uri="{0D108BD9-81ED-4DB2-BD59-A6C34878D82A}">
                    <a16:rowId xmlns:a16="http://schemas.microsoft.com/office/drawing/2014/main" val="3795677844"/>
                  </a:ext>
                </a:extLst>
              </a:tr>
              <a:tr h="1080000">
                <a:tc>
                  <a:txBody>
                    <a:bodyPr/>
                    <a:lstStyle/>
                    <a:p>
                      <a:pPr algn="ctr"/>
                      <a:r>
                        <a:rPr lang="en-US" b="1" dirty="0"/>
                        <a:t>0</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p:spTree>
    <p:extLst>
      <p:ext uri="{BB962C8B-B14F-4D97-AF65-F5344CB8AC3E}">
        <p14:creationId xmlns:p14="http://schemas.microsoft.com/office/powerpoint/2010/main" val="3213228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Lst>
  </p:timing>
</p:sld>
</file>

<file path=ppt/slides/slide5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0E5F85AA-56BA-E618-80C6-DA074707490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B9FCB55C-1093-6E34-F65B-420AA2AC0B28}"/>
                  </a:ext>
                </a:extLst>
              </p:cNvPr>
              <p:cNvSpPr txBox="1"/>
              <p:nvPr/>
            </p:nvSpPr>
            <p:spPr>
              <a:xfrm>
                <a:off x="306740" y="4360099"/>
                <a:ext cx="11692220" cy="92788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900" b="0" i="1" dirty="0" smtClean="0">
                              <a:solidFill>
                                <a:srgbClr val="000000"/>
                              </a:solidFill>
                              <a:latin typeface="Cambria Math" panose="02040503050406030204" pitchFamily="18" charset="0"/>
                            </a:rPr>
                          </m:ctrlPr>
                        </m:sSubPr>
                        <m:e>
                          <m:r>
                            <a:rPr lang="en-GB" sz="2900" b="0" i="1" dirty="0" smtClean="0">
                              <a:solidFill>
                                <a:srgbClr val="000000"/>
                              </a:solidFill>
                              <a:latin typeface="Cambria Math" panose="02040503050406030204" pitchFamily="18" charset="0"/>
                            </a:rPr>
                            <m:t>𝑣</m:t>
                          </m:r>
                        </m:e>
                        <m:sub>
                          <m:r>
                            <a:rPr lang="en-GB" sz="2900" b="0" i="1" dirty="0" smtClean="0">
                              <a:solidFill>
                                <a:srgbClr val="000000"/>
                              </a:solidFill>
                              <a:latin typeface="Cambria Math" panose="02040503050406030204" pitchFamily="18" charset="0"/>
                            </a:rPr>
                            <m:t>𝑘</m:t>
                          </m:r>
                          <m:r>
                            <a:rPr lang="en-GB" sz="2900" b="0" i="1" dirty="0" smtClean="0">
                              <a:solidFill>
                                <a:srgbClr val="000000"/>
                              </a:solidFill>
                              <a:latin typeface="Cambria Math" panose="02040503050406030204" pitchFamily="18" charset="0"/>
                            </a:rPr>
                            <m:t>+1</m:t>
                          </m:r>
                        </m:sub>
                      </m:sSub>
                      <m:d>
                        <m:dPr>
                          <m:ctrlPr>
                            <a:rPr lang="en-GB" sz="2900" i="1" dirty="0">
                              <a:solidFill>
                                <a:srgbClr val="000000"/>
                              </a:solidFill>
                              <a:latin typeface="Cambria Math" panose="02040503050406030204" pitchFamily="18" charset="0"/>
                            </a:rPr>
                          </m:ctrlPr>
                        </m:dPr>
                        <m:e>
                          <m:r>
                            <a:rPr lang="en-GB" sz="2900" b="0" i="1" dirty="0" smtClean="0">
                              <a:solidFill>
                                <a:srgbClr val="000000"/>
                              </a:solidFill>
                              <a:latin typeface="Cambria Math" panose="02040503050406030204" pitchFamily="18" charset="0"/>
                            </a:rPr>
                            <m:t>𝐴</m:t>
                          </m:r>
                        </m:e>
                      </m:d>
                      <m:r>
                        <a:rPr lang="en-PH" sz="2900" b="0" i="1" u="none" strike="noStrike" dirty="0">
                          <a:solidFill>
                            <a:srgbClr val="000000"/>
                          </a:solidFill>
                          <a:effectLst/>
                          <a:latin typeface="Cambria Math" panose="02040503050406030204" pitchFamily="18" charset="0"/>
                        </a:rPr>
                        <m:t>=</m:t>
                      </m:r>
                      <m:f>
                        <m:fPr>
                          <m:ctrlPr>
                            <a:rPr lang="en-PH" sz="2900" b="0" i="1" u="none" strike="noStrike" dirty="0" smtClean="0">
                              <a:solidFill>
                                <a:srgbClr val="000000"/>
                              </a:solidFill>
                              <a:effectLst/>
                              <a:latin typeface="Cambria Math" panose="02040503050406030204" pitchFamily="18" charset="0"/>
                            </a:rPr>
                          </m:ctrlPr>
                        </m:fPr>
                        <m:num>
                          <m:r>
                            <a:rPr lang="en-GB" sz="2900" b="0" i="1" u="none" strike="noStrike" dirty="0" smtClean="0">
                              <a:solidFill>
                                <a:srgbClr val="000000"/>
                              </a:solidFill>
                              <a:effectLst/>
                              <a:latin typeface="Cambria Math" panose="02040503050406030204" pitchFamily="18" charset="0"/>
                            </a:rPr>
                            <m:t>1</m:t>
                          </m:r>
                        </m:num>
                        <m:den>
                          <m:r>
                            <a:rPr lang="en-GB" sz="2900" b="0" i="1" u="none" strike="noStrike" dirty="0" smtClean="0">
                              <a:solidFill>
                                <a:srgbClr val="000000"/>
                              </a:solidFill>
                              <a:effectLst/>
                              <a:latin typeface="Cambria Math" panose="02040503050406030204" pitchFamily="18" charset="0"/>
                            </a:rPr>
                            <m:t>4</m:t>
                          </m:r>
                        </m:den>
                      </m:f>
                      <m:r>
                        <a:rPr lang="en-PH" sz="2900" b="0" i="1" u="none" strike="noStrike" dirty="0" smtClean="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𝐴</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𝐵</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𝐶</m:t>
                      </m:r>
                      <m:r>
                        <a:rPr lang="en-PH" sz="2900" b="0" i="1" u="none" strike="noStrike" dirty="0">
                          <a:solidFill>
                            <a:srgbClr val="000000"/>
                          </a:solidFill>
                          <a:effectLst/>
                          <a:latin typeface="Cambria Math" panose="02040503050406030204" pitchFamily="18" charset="0"/>
                        </a:rPr>
                        <m:t>))+(</m:t>
                      </m:r>
                      <m:r>
                        <a:rPr lang="en-PH" sz="2900" b="1" i="1" u="none" strike="noStrike" dirty="0" smtClean="0">
                          <a:solidFill>
                            <a:schemeClr val="tx1"/>
                          </a:solidFill>
                          <a:effectLst/>
                          <a:latin typeface="Cambria Math" panose="02040503050406030204" pitchFamily="18" charset="0"/>
                        </a:rPr>
                        <m:t>−</m:t>
                      </m:r>
                      <m:r>
                        <a:rPr lang="en-PH" sz="2900" b="1" i="1" u="none" strike="noStrike" dirty="0" smtClean="0">
                          <a:solidFill>
                            <a:schemeClr val="tx1"/>
                          </a:solidFill>
                          <a:effectLst/>
                          <a:latin typeface="Cambria Math" panose="02040503050406030204" pitchFamily="18" charset="0"/>
                        </a:rPr>
                        <m:t>𝟏</m:t>
                      </m:r>
                      <m:r>
                        <a:rPr lang="en-PH" sz="2900" b="1" i="1" u="none" strike="noStrike" dirty="0" smtClean="0">
                          <a:solidFill>
                            <a:schemeClr val="tx1"/>
                          </a:solidFill>
                          <a:effectLst/>
                          <a:latin typeface="Cambria Math" panose="02040503050406030204" pitchFamily="18" charset="0"/>
                        </a:rPr>
                        <m:t>+</m:t>
                      </m:r>
                      <m:r>
                        <a:rPr lang="en-PH" sz="2900" b="1" i="1" dirty="0">
                          <a:solidFill>
                            <a:schemeClr val="tx1"/>
                          </a:solidFill>
                          <a:latin typeface="Cambria Math" panose="02040503050406030204" pitchFamily="18" charset="0"/>
                        </a:rPr>
                        <m:t>𝒗</m:t>
                      </m:r>
                      <m:r>
                        <a:rPr lang="en-PH" sz="2900" b="1" i="1" dirty="0">
                          <a:solidFill>
                            <a:schemeClr val="tx1"/>
                          </a:solidFill>
                          <a:latin typeface="Cambria Math" panose="02040503050406030204" pitchFamily="18" charset="0"/>
                        </a:rPr>
                        <m:t>(</m:t>
                      </m:r>
                      <m:r>
                        <a:rPr lang="en-GB" sz="2900" b="1" i="1" dirty="0" smtClean="0">
                          <a:solidFill>
                            <a:schemeClr val="tx1"/>
                          </a:solidFill>
                          <a:latin typeface="Cambria Math" panose="02040503050406030204" pitchFamily="18" charset="0"/>
                        </a:rPr>
                        <m:t>𝑨</m:t>
                      </m:r>
                      <m:r>
                        <a:rPr lang="en-PH" sz="2900" b="1" i="1" dirty="0">
                          <a:solidFill>
                            <a:schemeClr val="tx1"/>
                          </a:solidFill>
                          <a:latin typeface="Cambria Math" panose="02040503050406030204" pitchFamily="18" charset="0"/>
                        </a:rPr>
                        <m:t>)</m:t>
                      </m:r>
                      <m:r>
                        <a:rPr lang="en-PH" sz="2900" i="1" dirty="0">
                          <a:solidFill>
                            <a:srgbClr val="000000"/>
                          </a:solidFill>
                          <a:latin typeface="Cambria Math" panose="02040503050406030204" pitchFamily="18" charset="0"/>
                        </a:rPr>
                        <m:t>)</m:t>
                      </m:r>
                    </m:oMath>
                  </m:oMathPara>
                </a14:m>
                <a:endParaRPr lang="en-US" sz="2900" dirty="0"/>
              </a:p>
            </p:txBody>
          </p:sp>
        </mc:Choice>
        <mc:Fallback xmlns="">
          <p:sp>
            <p:nvSpPr>
              <p:cNvPr id="4" name="TextBox 3">
                <a:extLst>
                  <a:ext uri="{FF2B5EF4-FFF2-40B4-BE49-F238E27FC236}">
                    <a16:creationId xmlns:a16="http://schemas.microsoft.com/office/drawing/2014/main" id="{B9FCB55C-1093-6E34-F65B-420AA2AC0B28}"/>
                  </a:ext>
                </a:extLst>
              </p:cNvPr>
              <p:cNvSpPr txBox="1">
                <a:spLocks noRot="1" noChangeAspect="1" noMove="1" noResize="1" noEditPoints="1" noAdjustHandles="1" noChangeArrowheads="1" noChangeShapeType="1" noTextEdit="1"/>
              </p:cNvSpPr>
              <p:nvPr/>
            </p:nvSpPr>
            <p:spPr>
              <a:xfrm>
                <a:off x="306740" y="4360099"/>
                <a:ext cx="11692220" cy="927883"/>
              </a:xfrm>
              <a:prstGeom prst="rect">
                <a:avLst/>
              </a:prstGeom>
              <a:blipFill>
                <a:blip r:embed="rId3"/>
                <a:stretch>
                  <a:fillRect r="-217" b="-8108"/>
                </a:stretch>
              </a:blipFill>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E54C03BA-336C-A942-AF86-66B100EF9CCB}"/>
              </a:ext>
            </a:extLst>
          </p:cNvPr>
          <p:cNvGraphicFramePr>
            <a:graphicFrameLocks noGrp="1"/>
          </p:cNvGraphicFramePr>
          <p:nvPr/>
        </p:nvGraphicFramePr>
        <p:xfrm>
          <a:off x="4652400" y="1054064"/>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A</a:t>
                      </a:r>
                    </a:p>
                  </a:txBody>
                  <a:tcPr anchor="ctr"/>
                </a:tc>
                <a:tc>
                  <a:txBody>
                    <a:bodyPr/>
                    <a:lstStyle/>
                    <a:p>
                      <a:pPr algn="ctr"/>
                      <a:r>
                        <a:rPr lang="en-US" sz="3000" b="1" dirty="0"/>
                        <a:t>B</a:t>
                      </a:r>
                    </a:p>
                  </a:txBody>
                  <a:tcPr anchor="ctr"/>
                </a:tc>
                <a:extLst>
                  <a:ext uri="{0D108BD9-81ED-4DB2-BD59-A6C34878D82A}">
                    <a16:rowId xmlns:a16="http://schemas.microsoft.com/office/drawing/2014/main" val="3795677844"/>
                  </a:ext>
                </a:extLst>
              </a:tr>
              <a:tr h="1080000">
                <a:tc>
                  <a:txBody>
                    <a:bodyPr/>
                    <a:lstStyle/>
                    <a:p>
                      <a:pPr algn="ctr"/>
                      <a:r>
                        <a:rPr lang="en-US" sz="3000" b="1" dirty="0"/>
                        <a:t>C</a:t>
                      </a:r>
                    </a:p>
                  </a:txBody>
                  <a:tcPr anchor="ctr"/>
                </a:tc>
                <a:tc>
                  <a:txBody>
                    <a:bodyPr/>
                    <a:lstStyle/>
                    <a:p>
                      <a:pPr algn="ctr"/>
                      <a:r>
                        <a:rPr lang="en-US" sz="3000" b="1" dirty="0"/>
                        <a:t>D</a:t>
                      </a:r>
                    </a:p>
                  </a:txBody>
                  <a:tcPr anchor="ctr">
                    <a:solidFill>
                      <a:srgbClr val="92D050"/>
                    </a:solidFill>
                  </a:tcPr>
                </a:tc>
                <a:extLst>
                  <a:ext uri="{0D108BD9-81ED-4DB2-BD59-A6C34878D82A}">
                    <a16:rowId xmlns:a16="http://schemas.microsoft.com/office/drawing/2014/main" val="2896053955"/>
                  </a:ext>
                </a:extLst>
              </a:tr>
            </a:tbl>
          </a:graphicData>
        </a:graphic>
      </p:graphicFrame>
      <p:sp>
        <p:nvSpPr>
          <p:cNvPr id="11" name="TextBox 10">
            <a:extLst>
              <a:ext uri="{FF2B5EF4-FFF2-40B4-BE49-F238E27FC236}">
                <a16:creationId xmlns:a16="http://schemas.microsoft.com/office/drawing/2014/main" id="{255FD8F9-E30E-9625-B6C5-4AABEEF31A82}"/>
              </a:ext>
            </a:extLst>
          </p:cNvPr>
          <p:cNvSpPr txBox="1"/>
          <p:nvPr/>
        </p:nvSpPr>
        <p:spPr>
          <a:xfrm>
            <a:off x="1055238" y="5448842"/>
            <a:ext cx="10264404" cy="861774"/>
          </a:xfrm>
          <a:prstGeom prst="rect">
            <a:avLst/>
          </a:prstGeom>
          <a:noFill/>
        </p:spPr>
        <p:txBody>
          <a:bodyPr wrap="square">
            <a:spAutoFit/>
          </a:bodyPr>
          <a:lstStyle/>
          <a:p>
            <a:pPr>
              <a:buNone/>
            </a:pPr>
            <a:r>
              <a:rPr lang="en-PH" sz="2500" dirty="0"/>
              <a:t>Fourth term: When we go </a:t>
            </a:r>
            <a:r>
              <a:rPr lang="en-PH" sz="2500" b="1" dirty="0">
                <a:solidFill>
                  <a:srgbClr val="FF0000"/>
                </a:solidFill>
              </a:rPr>
              <a:t>UP</a:t>
            </a:r>
            <a:r>
              <a:rPr lang="en-PH" sz="2500" dirty="0"/>
              <a:t>, we stay in </a:t>
            </a:r>
            <a:r>
              <a:rPr lang="en-PH" sz="2500" b="1" dirty="0">
                <a:solidFill>
                  <a:srgbClr val="7030A0"/>
                </a:solidFill>
              </a:rPr>
              <a:t>state A </a:t>
            </a:r>
            <a:r>
              <a:rPr lang="en-PH" sz="2500" dirty="0"/>
              <a:t>and we will get a reward of -1 plus the value function of </a:t>
            </a:r>
            <a:r>
              <a:rPr lang="en-PH" sz="2500" b="1" dirty="0">
                <a:solidFill>
                  <a:srgbClr val="7030A0"/>
                </a:solidFill>
              </a:rPr>
              <a:t>state A</a:t>
            </a:r>
            <a:r>
              <a:rPr lang="en-PH" sz="2500" dirty="0"/>
              <a:t>.</a:t>
            </a:r>
          </a:p>
        </p:txBody>
      </p:sp>
      <p:sp>
        <p:nvSpPr>
          <p:cNvPr id="5" name="Down Arrow 4">
            <a:extLst>
              <a:ext uri="{FF2B5EF4-FFF2-40B4-BE49-F238E27FC236}">
                <a16:creationId xmlns:a16="http://schemas.microsoft.com/office/drawing/2014/main" id="{98601FD2-5B70-D98A-2942-79B6A9FFA707}"/>
              </a:ext>
            </a:extLst>
          </p:cNvPr>
          <p:cNvSpPr/>
          <p:nvPr/>
        </p:nvSpPr>
        <p:spPr>
          <a:xfrm rot="16200000" flipV="1">
            <a:off x="3301404" y="3861498"/>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Down Arrow 5">
            <a:extLst>
              <a:ext uri="{FF2B5EF4-FFF2-40B4-BE49-F238E27FC236}">
                <a16:creationId xmlns:a16="http://schemas.microsoft.com/office/drawing/2014/main" id="{DBD23BE1-B411-4FE6-9119-90FDA4B6F592}"/>
              </a:ext>
            </a:extLst>
          </p:cNvPr>
          <p:cNvSpPr/>
          <p:nvPr/>
        </p:nvSpPr>
        <p:spPr>
          <a:xfrm rot="16200000" flipH="1">
            <a:off x="5723544" y="385652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own Arrow 6">
            <a:extLst>
              <a:ext uri="{FF2B5EF4-FFF2-40B4-BE49-F238E27FC236}">
                <a16:creationId xmlns:a16="http://schemas.microsoft.com/office/drawing/2014/main" id="{62245CFE-C5EB-51CD-1B0C-017B5EA9858F}"/>
              </a:ext>
            </a:extLst>
          </p:cNvPr>
          <p:cNvSpPr/>
          <p:nvPr/>
        </p:nvSpPr>
        <p:spPr>
          <a:xfrm rot="10800000" flipV="1">
            <a:off x="8073228" y="3648836"/>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Down Arrow 7">
            <a:extLst>
              <a:ext uri="{FF2B5EF4-FFF2-40B4-BE49-F238E27FC236}">
                <a16:creationId xmlns:a16="http://schemas.microsoft.com/office/drawing/2014/main" id="{DFA0BEA3-A6BA-842D-B1D1-449E1BE7A5A5}"/>
              </a:ext>
            </a:extLst>
          </p:cNvPr>
          <p:cNvSpPr/>
          <p:nvPr/>
        </p:nvSpPr>
        <p:spPr>
          <a:xfrm flipV="1">
            <a:off x="10621944" y="3648836"/>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Down Arrow 11">
            <a:extLst>
              <a:ext uri="{FF2B5EF4-FFF2-40B4-BE49-F238E27FC236}">
                <a16:creationId xmlns:a16="http://schemas.microsoft.com/office/drawing/2014/main" id="{B2517396-4063-60F7-609B-70F224BD9F15}"/>
              </a:ext>
            </a:extLst>
          </p:cNvPr>
          <p:cNvSpPr/>
          <p:nvPr/>
        </p:nvSpPr>
        <p:spPr>
          <a:xfrm rot="16200000" flipV="1">
            <a:off x="4410084" y="1174533"/>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Down Arrow 12">
            <a:extLst>
              <a:ext uri="{FF2B5EF4-FFF2-40B4-BE49-F238E27FC236}">
                <a16:creationId xmlns:a16="http://schemas.microsoft.com/office/drawing/2014/main" id="{D8A9F245-055E-7644-2D0D-1F2210AEF47C}"/>
              </a:ext>
            </a:extLst>
          </p:cNvPr>
          <p:cNvSpPr/>
          <p:nvPr/>
        </p:nvSpPr>
        <p:spPr>
          <a:xfrm rot="16200000" flipH="1">
            <a:off x="5853684" y="1174533"/>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Down Arrow 13">
            <a:extLst>
              <a:ext uri="{FF2B5EF4-FFF2-40B4-BE49-F238E27FC236}">
                <a16:creationId xmlns:a16="http://schemas.microsoft.com/office/drawing/2014/main" id="{44A28218-7B25-94B6-BB28-0B3354B9CFC5}"/>
              </a:ext>
            </a:extLst>
          </p:cNvPr>
          <p:cNvSpPr/>
          <p:nvPr/>
        </p:nvSpPr>
        <p:spPr>
          <a:xfrm rot="10800000" flipV="1">
            <a:off x="5131884" y="1873114"/>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ight Brace 1">
            <a:extLst>
              <a:ext uri="{FF2B5EF4-FFF2-40B4-BE49-F238E27FC236}">
                <a16:creationId xmlns:a16="http://schemas.microsoft.com/office/drawing/2014/main" id="{B67222B6-D0D9-0570-663C-A4A025AE49E4}"/>
              </a:ext>
            </a:extLst>
          </p:cNvPr>
          <p:cNvSpPr/>
          <p:nvPr/>
        </p:nvSpPr>
        <p:spPr>
          <a:xfrm rot="16200000" flipH="1">
            <a:off x="10565323" y="4526911"/>
            <a:ext cx="366154" cy="1531590"/>
          </a:xfrm>
          <a:prstGeom prst="rightBrace">
            <a:avLst/>
          </a:prstGeom>
          <a:ln w="38100"/>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aphicFrame>
        <p:nvGraphicFramePr>
          <p:cNvPr id="3" name="Table 2">
            <a:extLst>
              <a:ext uri="{FF2B5EF4-FFF2-40B4-BE49-F238E27FC236}">
                <a16:creationId xmlns:a16="http://schemas.microsoft.com/office/drawing/2014/main" id="{23B0FDB4-D0A2-BB10-14DA-03D3E4E67437}"/>
              </a:ext>
            </a:extLst>
          </p:cNvPr>
          <p:cNvGraphicFramePr>
            <a:graphicFrameLocks noGrp="1"/>
          </p:cNvGraphicFramePr>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0</a:t>
                      </a:r>
                    </a:p>
                  </a:txBody>
                  <a:tcPr anchor="ctr"/>
                </a:tc>
                <a:tc>
                  <a:txBody>
                    <a:bodyPr/>
                    <a:lstStyle/>
                    <a:p>
                      <a:pPr algn="ctr"/>
                      <a:r>
                        <a:rPr lang="en-US" b="1" dirty="0"/>
                        <a:t>0</a:t>
                      </a:r>
                    </a:p>
                  </a:txBody>
                  <a:tcPr anchor="ctr"/>
                </a:tc>
                <a:extLst>
                  <a:ext uri="{0D108BD9-81ED-4DB2-BD59-A6C34878D82A}">
                    <a16:rowId xmlns:a16="http://schemas.microsoft.com/office/drawing/2014/main" val="3795677844"/>
                  </a:ext>
                </a:extLst>
              </a:tr>
              <a:tr h="1080000">
                <a:tc>
                  <a:txBody>
                    <a:bodyPr/>
                    <a:lstStyle/>
                    <a:p>
                      <a:pPr algn="ctr"/>
                      <a:r>
                        <a:rPr lang="en-US" b="1" dirty="0"/>
                        <a:t>0</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p:sp>
        <p:nvSpPr>
          <p:cNvPr id="10" name="Down Arrow 9">
            <a:extLst>
              <a:ext uri="{FF2B5EF4-FFF2-40B4-BE49-F238E27FC236}">
                <a16:creationId xmlns:a16="http://schemas.microsoft.com/office/drawing/2014/main" id="{9435585D-8D7E-6932-D543-08917221BC7D}"/>
              </a:ext>
            </a:extLst>
          </p:cNvPr>
          <p:cNvSpPr/>
          <p:nvPr/>
        </p:nvSpPr>
        <p:spPr>
          <a:xfrm flipV="1">
            <a:off x="5131884" y="400097"/>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137876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5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ABA975CC-F401-852D-DF60-186D7A1E59D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058FF86-D2C2-65AE-B1FB-9D975DCDE0A1}"/>
                  </a:ext>
                </a:extLst>
              </p:cNvPr>
              <p:cNvSpPr txBox="1"/>
              <p:nvPr/>
            </p:nvSpPr>
            <p:spPr>
              <a:xfrm>
                <a:off x="306740" y="4360099"/>
                <a:ext cx="11578520" cy="95667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900" b="0" i="1" dirty="0" smtClean="0">
                              <a:solidFill>
                                <a:srgbClr val="000000"/>
                              </a:solidFill>
                              <a:latin typeface="Cambria Math" panose="02040503050406030204" pitchFamily="18" charset="0"/>
                            </a:rPr>
                          </m:ctrlPr>
                        </m:sSubPr>
                        <m:e>
                          <m:r>
                            <a:rPr lang="en-GB" sz="2900" b="0" i="1" dirty="0" smtClean="0">
                              <a:solidFill>
                                <a:srgbClr val="000000"/>
                              </a:solidFill>
                              <a:latin typeface="Cambria Math" panose="02040503050406030204" pitchFamily="18" charset="0"/>
                            </a:rPr>
                            <m:t>𝑣</m:t>
                          </m:r>
                        </m:e>
                        <m:sub>
                          <m:r>
                            <a:rPr lang="en-GB" sz="2900" b="0" i="1" dirty="0" smtClean="0">
                              <a:solidFill>
                                <a:srgbClr val="000000"/>
                              </a:solidFill>
                              <a:latin typeface="Cambria Math" panose="02040503050406030204" pitchFamily="18" charset="0"/>
                            </a:rPr>
                            <m:t>𝑘</m:t>
                          </m:r>
                          <m:r>
                            <a:rPr lang="en-GB" sz="2900" b="0" i="1" dirty="0" smtClean="0">
                              <a:solidFill>
                                <a:srgbClr val="000000"/>
                              </a:solidFill>
                              <a:latin typeface="Cambria Math" panose="02040503050406030204" pitchFamily="18" charset="0"/>
                            </a:rPr>
                            <m:t>+1</m:t>
                          </m:r>
                        </m:sub>
                      </m:sSub>
                      <m:d>
                        <m:dPr>
                          <m:ctrlPr>
                            <a:rPr lang="en-GB" sz="2900" i="1" dirty="0">
                              <a:solidFill>
                                <a:srgbClr val="000000"/>
                              </a:solidFill>
                              <a:latin typeface="Cambria Math" panose="02040503050406030204" pitchFamily="18" charset="0"/>
                            </a:rPr>
                          </m:ctrlPr>
                        </m:dPr>
                        <m:e>
                          <m:r>
                            <a:rPr lang="en-GB" sz="2900" b="0" i="1" dirty="0" smtClean="0">
                              <a:solidFill>
                                <a:srgbClr val="000000"/>
                              </a:solidFill>
                              <a:latin typeface="Cambria Math" panose="02040503050406030204" pitchFamily="18" charset="0"/>
                            </a:rPr>
                            <m:t>𝐴</m:t>
                          </m:r>
                        </m:e>
                      </m:d>
                      <m:r>
                        <a:rPr lang="en-PH" sz="2900" b="0" i="1" u="none" strike="noStrike" dirty="0">
                          <a:solidFill>
                            <a:srgbClr val="000000"/>
                          </a:solidFill>
                          <a:effectLst/>
                          <a:latin typeface="Cambria Math" panose="02040503050406030204" pitchFamily="18" charset="0"/>
                        </a:rPr>
                        <m:t>=</m:t>
                      </m:r>
                      <m:f>
                        <m:fPr>
                          <m:ctrlPr>
                            <a:rPr lang="en-PH" sz="2900" b="1" i="1" u="none" strike="noStrike" dirty="0" smtClean="0">
                              <a:solidFill>
                                <a:srgbClr val="00B0F0"/>
                              </a:solidFill>
                              <a:effectLst/>
                              <a:latin typeface="Cambria Math" panose="02040503050406030204" pitchFamily="18" charset="0"/>
                            </a:rPr>
                          </m:ctrlPr>
                        </m:fPr>
                        <m:num>
                          <m:r>
                            <a:rPr lang="en-GB" sz="2900" b="1" i="1" u="none" strike="noStrike" dirty="0" smtClean="0">
                              <a:solidFill>
                                <a:srgbClr val="00B0F0"/>
                              </a:solidFill>
                              <a:effectLst/>
                              <a:latin typeface="Cambria Math" panose="02040503050406030204" pitchFamily="18" charset="0"/>
                            </a:rPr>
                            <m:t>𝟏</m:t>
                          </m:r>
                        </m:num>
                        <m:den>
                          <m:r>
                            <a:rPr lang="en-GB" sz="2900" b="1" i="1" u="none" strike="noStrike" dirty="0" smtClean="0">
                              <a:solidFill>
                                <a:srgbClr val="00B0F0"/>
                              </a:solidFill>
                              <a:effectLst/>
                              <a:latin typeface="Cambria Math" panose="02040503050406030204" pitchFamily="18" charset="0"/>
                            </a:rPr>
                            <m:t>𝟒</m:t>
                          </m:r>
                        </m:den>
                      </m:f>
                      <m:r>
                        <a:rPr lang="en-PH" sz="2900" b="1" i="1" u="none" strike="noStrike" dirty="0" smtClean="0">
                          <a:solidFill>
                            <a:srgbClr val="00B0F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𝐴</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𝐵</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𝐶</m:t>
                      </m:r>
                      <m:r>
                        <a:rPr lang="en-PH" sz="2900" b="0" i="1" u="none" strike="noStrike" dirty="0">
                          <a:solidFill>
                            <a:srgbClr val="000000"/>
                          </a:solidFill>
                          <a:effectLst/>
                          <a:latin typeface="Cambria Math" panose="02040503050406030204" pitchFamily="18" charset="0"/>
                        </a:rPr>
                        <m:t>))+(−1+</m:t>
                      </m:r>
                      <m:r>
                        <a:rPr lang="en-PH" sz="2900" i="1" dirty="0">
                          <a:solidFill>
                            <a:srgbClr val="000000"/>
                          </a:solidFill>
                          <a:latin typeface="Cambria Math" panose="02040503050406030204" pitchFamily="18" charset="0"/>
                        </a:rPr>
                        <m:t>𝑣</m:t>
                      </m:r>
                      <m:r>
                        <a:rPr lang="en-PH" sz="2900" i="1" dirty="0">
                          <a:solidFill>
                            <a:srgbClr val="000000"/>
                          </a:solidFill>
                          <a:latin typeface="Cambria Math" panose="02040503050406030204" pitchFamily="18" charset="0"/>
                        </a:rPr>
                        <m:t>(</m:t>
                      </m:r>
                      <m:r>
                        <a:rPr lang="en-GB" sz="2900" b="0" i="1" dirty="0" smtClean="0">
                          <a:solidFill>
                            <a:srgbClr val="000000"/>
                          </a:solidFill>
                          <a:latin typeface="Cambria Math" panose="02040503050406030204" pitchFamily="18" charset="0"/>
                        </a:rPr>
                        <m:t>𝐴</m:t>
                      </m:r>
                      <m:r>
                        <a:rPr lang="en-PH" sz="2900" i="1" dirty="0">
                          <a:solidFill>
                            <a:srgbClr val="000000"/>
                          </a:solidFill>
                          <a:latin typeface="Cambria Math" panose="02040503050406030204" pitchFamily="18" charset="0"/>
                        </a:rPr>
                        <m:t>))</m:t>
                      </m:r>
                    </m:oMath>
                  </m:oMathPara>
                </a14:m>
                <a:endParaRPr lang="en-US" sz="2900" dirty="0"/>
              </a:p>
            </p:txBody>
          </p:sp>
        </mc:Choice>
        <mc:Fallback xmlns="">
          <p:sp>
            <p:nvSpPr>
              <p:cNvPr id="4" name="TextBox 3">
                <a:extLst>
                  <a:ext uri="{FF2B5EF4-FFF2-40B4-BE49-F238E27FC236}">
                    <a16:creationId xmlns:a16="http://schemas.microsoft.com/office/drawing/2014/main" id="{1058FF86-D2C2-65AE-B1FB-9D975DCDE0A1}"/>
                  </a:ext>
                </a:extLst>
              </p:cNvPr>
              <p:cNvSpPr txBox="1">
                <a:spLocks noRot="1" noChangeAspect="1" noMove="1" noResize="1" noEditPoints="1" noAdjustHandles="1" noChangeArrowheads="1" noChangeShapeType="1" noTextEdit="1"/>
              </p:cNvSpPr>
              <p:nvPr/>
            </p:nvSpPr>
            <p:spPr>
              <a:xfrm>
                <a:off x="306740" y="4360099"/>
                <a:ext cx="11578520" cy="956672"/>
              </a:xfrm>
              <a:prstGeom prst="rect">
                <a:avLst/>
              </a:prstGeom>
              <a:blipFill>
                <a:blip r:embed="rId3"/>
                <a:stretch>
                  <a:fillRect r="-548" b="-5263"/>
                </a:stretch>
              </a:blipFill>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AE0DD4B4-D58F-9261-D82C-F6607BD166EA}"/>
              </a:ext>
            </a:extLst>
          </p:cNvPr>
          <p:cNvGraphicFramePr>
            <a:graphicFrameLocks noGrp="1"/>
          </p:cNvGraphicFramePr>
          <p:nvPr/>
        </p:nvGraphicFramePr>
        <p:xfrm>
          <a:off x="4652400" y="1054064"/>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A</a:t>
                      </a:r>
                    </a:p>
                  </a:txBody>
                  <a:tcPr anchor="ctr"/>
                </a:tc>
                <a:tc>
                  <a:txBody>
                    <a:bodyPr/>
                    <a:lstStyle/>
                    <a:p>
                      <a:pPr algn="ctr"/>
                      <a:r>
                        <a:rPr lang="en-US" sz="3000" b="1" dirty="0"/>
                        <a:t>B</a:t>
                      </a:r>
                    </a:p>
                  </a:txBody>
                  <a:tcPr anchor="ctr"/>
                </a:tc>
                <a:extLst>
                  <a:ext uri="{0D108BD9-81ED-4DB2-BD59-A6C34878D82A}">
                    <a16:rowId xmlns:a16="http://schemas.microsoft.com/office/drawing/2014/main" val="3795677844"/>
                  </a:ext>
                </a:extLst>
              </a:tr>
              <a:tr h="1080000">
                <a:tc>
                  <a:txBody>
                    <a:bodyPr/>
                    <a:lstStyle/>
                    <a:p>
                      <a:pPr algn="ctr"/>
                      <a:r>
                        <a:rPr lang="en-US" sz="3000" b="1" dirty="0"/>
                        <a:t>C</a:t>
                      </a:r>
                    </a:p>
                  </a:txBody>
                  <a:tcPr anchor="ctr"/>
                </a:tc>
                <a:tc>
                  <a:txBody>
                    <a:bodyPr/>
                    <a:lstStyle/>
                    <a:p>
                      <a:pPr algn="ctr"/>
                      <a:r>
                        <a:rPr lang="en-US" sz="3000" b="1" dirty="0"/>
                        <a:t>D</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2A5FEA6-B05D-E81C-0AD1-414F29D877C5}"/>
                  </a:ext>
                </a:extLst>
              </p:cNvPr>
              <p:cNvSpPr txBox="1"/>
              <p:nvPr/>
            </p:nvSpPr>
            <p:spPr>
              <a:xfrm>
                <a:off x="1055238" y="5448842"/>
                <a:ext cx="10264404" cy="861774"/>
              </a:xfrm>
              <a:prstGeom prst="rect">
                <a:avLst/>
              </a:prstGeom>
              <a:noFill/>
            </p:spPr>
            <p:txBody>
              <a:bodyPr wrap="square">
                <a:spAutoFit/>
              </a:bodyPr>
              <a:lstStyle/>
              <a:p>
                <a:pPr>
                  <a:buNone/>
                </a:pPr>
                <a:r>
                  <a:rPr lang="en-PH" sz="2500" dirty="0"/>
                  <a:t>One fourth is the uniform random </a:t>
                </a:r>
                <a:r>
                  <a:rPr lang="en-PH" sz="2500" b="1" dirty="0">
                    <a:solidFill>
                      <a:srgbClr val="00B0F0"/>
                    </a:solidFill>
                  </a:rPr>
                  <a:t>policy</a:t>
                </a:r>
                <a:r>
                  <a:rPr lang="en-PH" sz="2500" dirty="0"/>
                  <a:t> for all actions. The agent follows this policy of having a 25% probability of choosing </a:t>
                </a:r>
                <a:r>
                  <a:rPr lang="en-PH" sz="2500" b="1" dirty="0">
                    <a:solidFill>
                      <a:srgbClr val="FF0000"/>
                    </a:solidFill>
                  </a:rPr>
                  <a:t>action </a:t>
                </a:r>
                <a14:m>
                  <m:oMath xmlns:m="http://schemas.openxmlformats.org/officeDocument/2006/math">
                    <m:r>
                      <a:rPr lang="en-PH" sz="2500" b="1" i="1" dirty="0" smtClean="0">
                        <a:solidFill>
                          <a:srgbClr val="FF0000"/>
                        </a:solidFill>
                        <a:latin typeface="Cambria Math" panose="02040503050406030204" pitchFamily="18" charset="0"/>
                        <a:ea typeface="Cambria Math" panose="02040503050406030204" pitchFamily="18" charset="0"/>
                      </a:rPr>
                      <m:t>𝓐</m:t>
                    </m:r>
                  </m:oMath>
                </a14:m>
                <a:r>
                  <a:rPr lang="en-PH" sz="2500" dirty="0"/>
                  <a:t>.</a:t>
                </a:r>
              </a:p>
            </p:txBody>
          </p:sp>
        </mc:Choice>
        <mc:Fallback xmlns="">
          <p:sp>
            <p:nvSpPr>
              <p:cNvPr id="11" name="TextBox 10">
                <a:extLst>
                  <a:ext uri="{FF2B5EF4-FFF2-40B4-BE49-F238E27FC236}">
                    <a16:creationId xmlns:a16="http://schemas.microsoft.com/office/drawing/2014/main" id="{E2A5FEA6-B05D-E81C-0AD1-414F29D877C5}"/>
                  </a:ext>
                </a:extLst>
              </p:cNvPr>
              <p:cNvSpPr txBox="1">
                <a:spLocks noRot="1" noChangeAspect="1" noMove="1" noResize="1" noEditPoints="1" noAdjustHandles="1" noChangeArrowheads="1" noChangeShapeType="1" noTextEdit="1"/>
              </p:cNvSpPr>
              <p:nvPr/>
            </p:nvSpPr>
            <p:spPr>
              <a:xfrm>
                <a:off x="1055238" y="5448842"/>
                <a:ext cx="10264404" cy="861774"/>
              </a:xfrm>
              <a:prstGeom prst="rect">
                <a:avLst/>
              </a:prstGeom>
              <a:blipFill>
                <a:blip r:embed="rId4"/>
                <a:stretch>
                  <a:fillRect l="-1112" t="-7353" b="-16176"/>
                </a:stretch>
              </a:blipFill>
            </p:spPr>
            <p:txBody>
              <a:bodyPr/>
              <a:lstStyle/>
              <a:p>
                <a:r>
                  <a:rPr lang="en-US">
                    <a:noFill/>
                  </a:rPr>
                  <a:t> </a:t>
                </a:r>
              </a:p>
            </p:txBody>
          </p:sp>
        </mc:Fallback>
      </mc:AlternateContent>
      <p:sp>
        <p:nvSpPr>
          <p:cNvPr id="5" name="Down Arrow 4">
            <a:extLst>
              <a:ext uri="{FF2B5EF4-FFF2-40B4-BE49-F238E27FC236}">
                <a16:creationId xmlns:a16="http://schemas.microsoft.com/office/drawing/2014/main" id="{84DFA4A8-C708-3E46-A0EE-4F6ED49286A3}"/>
              </a:ext>
            </a:extLst>
          </p:cNvPr>
          <p:cNvSpPr/>
          <p:nvPr/>
        </p:nvSpPr>
        <p:spPr>
          <a:xfrm rot="16200000" flipV="1">
            <a:off x="3301404" y="3861498"/>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Down Arrow 5">
            <a:extLst>
              <a:ext uri="{FF2B5EF4-FFF2-40B4-BE49-F238E27FC236}">
                <a16:creationId xmlns:a16="http://schemas.microsoft.com/office/drawing/2014/main" id="{BEA54B1A-C503-800D-AF9A-A936AF2C013D}"/>
              </a:ext>
            </a:extLst>
          </p:cNvPr>
          <p:cNvSpPr/>
          <p:nvPr/>
        </p:nvSpPr>
        <p:spPr>
          <a:xfrm rot="16200000" flipH="1">
            <a:off x="5723544" y="385652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own Arrow 6">
            <a:extLst>
              <a:ext uri="{FF2B5EF4-FFF2-40B4-BE49-F238E27FC236}">
                <a16:creationId xmlns:a16="http://schemas.microsoft.com/office/drawing/2014/main" id="{4B76EF1E-163B-112E-2F3B-893E6B5A6D54}"/>
              </a:ext>
            </a:extLst>
          </p:cNvPr>
          <p:cNvSpPr/>
          <p:nvPr/>
        </p:nvSpPr>
        <p:spPr>
          <a:xfrm rot="10800000" flipV="1">
            <a:off x="8073228" y="3648836"/>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Down Arrow 7">
            <a:extLst>
              <a:ext uri="{FF2B5EF4-FFF2-40B4-BE49-F238E27FC236}">
                <a16:creationId xmlns:a16="http://schemas.microsoft.com/office/drawing/2014/main" id="{D71589EA-40E7-3DE3-C077-4C7AA1ABE1CA}"/>
              </a:ext>
            </a:extLst>
          </p:cNvPr>
          <p:cNvSpPr/>
          <p:nvPr/>
        </p:nvSpPr>
        <p:spPr>
          <a:xfrm flipV="1">
            <a:off x="10621944" y="3648836"/>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Down Arrow 11">
            <a:extLst>
              <a:ext uri="{FF2B5EF4-FFF2-40B4-BE49-F238E27FC236}">
                <a16:creationId xmlns:a16="http://schemas.microsoft.com/office/drawing/2014/main" id="{84024DEB-54AB-0A53-6EEF-9A53770395BD}"/>
              </a:ext>
            </a:extLst>
          </p:cNvPr>
          <p:cNvSpPr/>
          <p:nvPr/>
        </p:nvSpPr>
        <p:spPr>
          <a:xfrm rot="16200000" flipV="1">
            <a:off x="4410084" y="1174533"/>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Down Arrow 12">
            <a:extLst>
              <a:ext uri="{FF2B5EF4-FFF2-40B4-BE49-F238E27FC236}">
                <a16:creationId xmlns:a16="http://schemas.microsoft.com/office/drawing/2014/main" id="{28E5A898-EA45-5E87-3EC6-7AF817485256}"/>
              </a:ext>
            </a:extLst>
          </p:cNvPr>
          <p:cNvSpPr/>
          <p:nvPr/>
        </p:nvSpPr>
        <p:spPr>
          <a:xfrm rot="16200000" flipH="1">
            <a:off x="5853684" y="1174533"/>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Down Arrow 13">
            <a:extLst>
              <a:ext uri="{FF2B5EF4-FFF2-40B4-BE49-F238E27FC236}">
                <a16:creationId xmlns:a16="http://schemas.microsoft.com/office/drawing/2014/main" id="{38881169-13B8-D76E-6E72-D6C09836876B}"/>
              </a:ext>
            </a:extLst>
          </p:cNvPr>
          <p:cNvSpPr/>
          <p:nvPr/>
        </p:nvSpPr>
        <p:spPr>
          <a:xfrm rot="10800000" flipV="1">
            <a:off x="5131884" y="1873114"/>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Down Arrow 14">
            <a:extLst>
              <a:ext uri="{FF2B5EF4-FFF2-40B4-BE49-F238E27FC236}">
                <a16:creationId xmlns:a16="http://schemas.microsoft.com/office/drawing/2014/main" id="{12118D30-71C9-7F6B-E25A-5550F75A1244}"/>
              </a:ext>
            </a:extLst>
          </p:cNvPr>
          <p:cNvSpPr/>
          <p:nvPr/>
        </p:nvSpPr>
        <p:spPr>
          <a:xfrm flipV="1">
            <a:off x="5131884" y="400097"/>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ight Brace 1">
            <a:extLst>
              <a:ext uri="{FF2B5EF4-FFF2-40B4-BE49-F238E27FC236}">
                <a16:creationId xmlns:a16="http://schemas.microsoft.com/office/drawing/2014/main" id="{2AB0EA60-68D5-25E0-7853-5879B7DB1A96}"/>
              </a:ext>
            </a:extLst>
          </p:cNvPr>
          <p:cNvSpPr/>
          <p:nvPr/>
        </p:nvSpPr>
        <p:spPr>
          <a:xfrm rot="16200000" flipH="1">
            <a:off x="2087685" y="5093248"/>
            <a:ext cx="366154" cy="579118"/>
          </a:xfrm>
          <a:prstGeom prst="rightBrace">
            <a:avLst/>
          </a:prstGeom>
          <a:ln w="38100"/>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aphicFrame>
        <p:nvGraphicFramePr>
          <p:cNvPr id="3" name="Table 2">
            <a:extLst>
              <a:ext uri="{FF2B5EF4-FFF2-40B4-BE49-F238E27FC236}">
                <a16:creationId xmlns:a16="http://schemas.microsoft.com/office/drawing/2014/main" id="{03995E25-C5CA-239B-2E34-AAA0A0134CC1}"/>
              </a:ext>
            </a:extLst>
          </p:cNvPr>
          <p:cNvGraphicFramePr>
            <a:graphicFrameLocks noGrp="1"/>
          </p:cNvGraphicFramePr>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0</a:t>
                      </a:r>
                    </a:p>
                  </a:txBody>
                  <a:tcPr anchor="ctr"/>
                </a:tc>
                <a:tc>
                  <a:txBody>
                    <a:bodyPr/>
                    <a:lstStyle/>
                    <a:p>
                      <a:pPr algn="ctr"/>
                      <a:r>
                        <a:rPr lang="en-US" b="1" dirty="0"/>
                        <a:t>0</a:t>
                      </a:r>
                    </a:p>
                  </a:txBody>
                  <a:tcPr anchor="ctr"/>
                </a:tc>
                <a:extLst>
                  <a:ext uri="{0D108BD9-81ED-4DB2-BD59-A6C34878D82A}">
                    <a16:rowId xmlns:a16="http://schemas.microsoft.com/office/drawing/2014/main" val="3795677844"/>
                  </a:ext>
                </a:extLst>
              </a:tr>
              <a:tr h="1080000">
                <a:tc>
                  <a:txBody>
                    <a:bodyPr/>
                    <a:lstStyle/>
                    <a:p>
                      <a:pPr algn="ctr"/>
                      <a:r>
                        <a:rPr lang="en-US" b="1" dirty="0"/>
                        <a:t>0</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p:spTree>
    <p:extLst>
      <p:ext uri="{BB962C8B-B14F-4D97-AF65-F5344CB8AC3E}">
        <p14:creationId xmlns:p14="http://schemas.microsoft.com/office/powerpoint/2010/main" val="344732123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DF54BCC-56A0-5263-8D09-EC89B0DA54B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5E4DE24A-50FF-10A4-8BB6-52D765C6EC5A}"/>
                  </a:ext>
                </a:extLst>
              </p:cNvPr>
              <p:cNvSpPr txBox="1"/>
              <p:nvPr/>
            </p:nvSpPr>
            <p:spPr>
              <a:xfrm>
                <a:off x="306740" y="4360099"/>
                <a:ext cx="11578520" cy="95667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900" b="0" i="1" dirty="0" smtClean="0">
                              <a:solidFill>
                                <a:srgbClr val="000000"/>
                              </a:solidFill>
                              <a:latin typeface="Cambria Math" panose="02040503050406030204" pitchFamily="18" charset="0"/>
                            </a:rPr>
                          </m:ctrlPr>
                        </m:sSubPr>
                        <m:e>
                          <m:r>
                            <a:rPr lang="en-GB" sz="2900" b="0" i="1" dirty="0" smtClean="0">
                              <a:solidFill>
                                <a:srgbClr val="000000"/>
                              </a:solidFill>
                              <a:latin typeface="Cambria Math" panose="02040503050406030204" pitchFamily="18" charset="0"/>
                            </a:rPr>
                            <m:t>𝑣</m:t>
                          </m:r>
                        </m:e>
                        <m:sub>
                          <m:r>
                            <a:rPr lang="en-GB" sz="2900" b="0" i="1" dirty="0" smtClean="0">
                              <a:solidFill>
                                <a:srgbClr val="000000"/>
                              </a:solidFill>
                              <a:latin typeface="Cambria Math" panose="02040503050406030204" pitchFamily="18" charset="0"/>
                            </a:rPr>
                            <m:t>𝑘</m:t>
                          </m:r>
                          <m:r>
                            <a:rPr lang="en-GB" sz="2900" b="0" i="1" dirty="0" smtClean="0">
                              <a:solidFill>
                                <a:srgbClr val="000000"/>
                              </a:solidFill>
                              <a:latin typeface="Cambria Math" panose="02040503050406030204" pitchFamily="18" charset="0"/>
                            </a:rPr>
                            <m:t>+1</m:t>
                          </m:r>
                        </m:sub>
                      </m:sSub>
                      <m:d>
                        <m:dPr>
                          <m:ctrlPr>
                            <a:rPr lang="en-GB" sz="2900" i="1" dirty="0">
                              <a:solidFill>
                                <a:srgbClr val="000000"/>
                              </a:solidFill>
                              <a:latin typeface="Cambria Math" panose="02040503050406030204" pitchFamily="18" charset="0"/>
                            </a:rPr>
                          </m:ctrlPr>
                        </m:dPr>
                        <m:e>
                          <m:r>
                            <a:rPr lang="en-GB" sz="2900" b="0" i="1" dirty="0" smtClean="0">
                              <a:solidFill>
                                <a:srgbClr val="000000"/>
                              </a:solidFill>
                              <a:latin typeface="Cambria Math" panose="02040503050406030204" pitchFamily="18" charset="0"/>
                            </a:rPr>
                            <m:t>𝐴</m:t>
                          </m:r>
                        </m:e>
                      </m:d>
                      <m:r>
                        <a:rPr lang="en-PH" sz="2900" b="0" i="1" u="none" strike="noStrike" dirty="0">
                          <a:solidFill>
                            <a:srgbClr val="000000"/>
                          </a:solidFill>
                          <a:effectLst/>
                          <a:latin typeface="Cambria Math" panose="02040503050406030204" pitchFamily="18" charset="0"/>
                        </a:rPr>
                        <m:t>=</m:t>
                      </m:r>
                      <m:f>
                        <m:fPr>
                          <m:ctrlPr>
                            <a:rPr lang="en-PH" sz="2900" b="0" i="1" u="none" strike="noStrike" dirty="0" smtClean="0">
                              <a:solidFill>
                                <a:srgbClr val="000000"/>
                              </a:solidFill>
                              <a:effectLst/>
                              <a:latin typeface="Cambria Math" panose="02040503050406030204" pitchFamily="18" charset="0"/>
                            </a:rPr>
                          </m:ctrlPr>
                        </m:fPr>
                        <m:num>
                          <m:r>
                            <a:rPr lang="en-GB" sz="2900" b="0" i="1" u="none" strike="noStrike" dirty="0" smtClean="0">
                              <a:solidFill>
                                <a:srgbClr val="000000"/>
                              </a:solidFill>
                              <a:effectLst/>
                              <a:latin typeface="Cambria Math" panose="02040503050406030204" pitchFamily="18" charset="0"/>
                            </a:rPr>
                            <m:t>1</m:t>
                          </m:r>
                        </m:num>
                        <m:den>
                          <m:r>
                            <a:rPr lang="en-GB" sz="2900" b="0" i="1" u="none" strike="noStrike" dirty="0" smtClean="0">
                              <a:solidFill>
                                <a:srgbClr val="000000"/>
                              </a:solidFill>
                              <a:effectLst/>
                              <a:latin typeface="Cambria Math" panose="02040503050406030204" pitchFamily="18" charset="0"/>
                            </a:rPr>
                            <m:t>4</m:t>
                          </m:r>
                        </m:den>
                      </m:f>
                      <m:r>
                        <a:rPr lang="en-PH" sz="2900" b="0" i="1" u="none" strike="noStrike" dirty="0" smtClean="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𝐴</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𝐵</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𝐶</m:t>
                      </m:r>
                      <m:r>
                        <a:rPr lang="en-PH" sz="2900" b="0" i="1" u="none" strike="noStrike" dirty="0">
                          <a:solidFill>
                            <a:srgbClr val="000000"/>
                          </a:solidFill>
                          <a:effectLst/>
                          <a:latin typeface="Cambria Math" panose="02040503050406030204" pitchFamily="18" charset="0"/>
                        </a:rPr>
                        <m:t>))+(−1+</m:t>
                      </m:r>
                      <m:r>
                        <a:rPr lang="en-PH" sz="2900" i="1" dirty="0">
                          <a:solidFill>
                            <a:srgbClr val="000000"/>
                          </a:solidFill>
                          <a:latin typeface="Cambria Math" panose="02040503050406030204" pitchFamily="18" charset="0"/>
                        </a:rPr>
                        <m:t>𝑣</m:t>
                      </m:r>
                      <m:r>
                        <a:rPr lang="en-PH" sz="2900" i="1" dirty="0">
                          <a:solidFill>
                            <a:srgbClr val="000000"/>
                          </a:solidFill>
                          <a:latin typeface="Cambria Math" panose="02040503050406030204" pitchFamily="18" charset="0"/>
                        </a:rPr>
                        <m:t>(</m:t>
                      </m:r>
                      <m:r>
                        <a:rPr lang="en-GB" sz="2900" b="0" i="1" dirty="0" smtClean="0">
                          <a:solidFill>
                            <a:srgbClr val="000000"/>
                          </a:solidFill>
                          <a:latin typeface="Cambria Math" panose="02040503050406030204" pitchFamily="18" charset="0"/>
                        </a:rPr>
                        <m:t>𝐴</m:t>
                      </m:r>
                      <m:r>
                        <a:rPr lang="en-PH" sz="2900" i="1" dirty="0">
                          <a:solidFill>
                            <a:srgbClr val="000000"/>
                          </a:solidFill>
                          <a:latin typeface="Cambria Math" panose="02040503050406030204" pitchFamily="18" charset="0"/>
                        </a:rPr>
                        <m:t>))</m:t>
                      </m:r>
                    </m:oMath>
                  </m:oMathPara>
                </a14:m>
                <a:endParaRPr lang="en-US" sz="2900" dirty="0"/>
              </a:p>
            </p:txBody>
          </p:sp>
        </mc:Choice>
        <mc:Fallback xmlns="">
          <p:sp>
            <p:nvSpPr>
              <p:cNvPr id="4" name="TextBox 3">
                <a:extLst>
                  <a:ext uri="{FF2B5EF4-FFF2-40B4-BE49-F238E27FC236}">
                    <a16:creationId xmlns:a16="http://schemas.microsoft.com/office/drawing/2014/main" id="{5E4DE24A-50FF-10A4-8BB6-52D765C6EC5A}"/>
                  </a:ext>
                </a:extLst>
              </p:cNvPr>
              <p:cNvSpPr txBox="1">
                <a:spLocks noRot="1" noChangeAspect="1" noMove="1" noResize="1" noEditPoints="1" noAdjustHandles="1" noChangeArrowheads="1" noChangeShapeType="1" noTextEdit="1"/>
              </p:cNvSpPr>
              <p:nvPr/>
            </p:nvSpPr>
            <p:spPr>
              <a:xfrm>
                <a:off x="306740" y="4360099"/>
                <a:ext cx="11578520" cy="956672"/>
              </a:xfrm>
              <a:prstGeom prst="rect">
                <a:avLst/>
              </a:prstGeom>
              <a:blipFill>
                <a:blip r:embed="rId3"/>
                <a:stretch>
                  <a:fillRect r="-438" b="-5263"/>
                </a:stretch>
              </a:blipFill>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86667118-D198-AAD1-2AF3-14AE7567DDC5}"/>
              </a:ext>
            </a:extLst>
          </p:cNvPr>
          <p:cNvGraphicFramePr>
            <a:graphicFrameLocks noGrp="1"/>
          </p:cNvGraphicFramePr>
          <p:nvPr/>
        </p:nvGraphicFramePr>
        <p:xfrm>
          <a:off x="4652400" y="1054064"/>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A</a:t>
                      </a:r>
                    </a:p>
                  </a:txBody>
                  <a:tcPr anchor="ctr"/>
                </a:tc>
                <a:tc>
                  <a:txBody>
                    <a:bodyPr/>
                    <a:lstStyle/>
                    <a:p>
                      <a:pPr algn="ctr"/>
                      <a:r>
                        <a:rPr lang="en-US" sz="3000" b="1" dirty="0"/>
                        <a:t>B</a:t>
                      </a:r>
                    </a:p>
                  </a:txBody>
                  <a:tcPr anchor="ctr"/>
                </a:tc>
                <a:extLst>
                  <a:ext uri="{0D108BD9-81ED-4DB2-BD59-A6C34878D82A}">
                    <a16:rowId xmlns:a16="http://schemas.microsoft.com/office/drawing/2014/main" val="3795677844"/>
                  </a:ext>
                </a:extLst>
              </a:tr>
              <a:tr h="1080000">
                <a:tc>
                  <a:txBody>
                    <a:bodyPr/>
                    <a:lstStyle/>
                    <a:p>
                      <a:pPr algn="ctr"/>
                      <a:r>
                        <a:rPr lang="en-US" sz="3000" b="1" dirty="0"/>
                        <a:t>C</a:t>
                      </a:r>
                    </a:p>
                  </a:txBody>
                  <a:tcPr anchor="ctr"/>
                </a:tc>
                <a:tc>
                  <a:txBody>
                    <a:bodyPr/>
                    <a:lstStyle/>
                    <a:p>
                      <a:pPr algn="ctr"/>
                      <a:r>
                        <a:rPr lang="en-US" sz="3000" b="1" dirty="0"/>
                        <a:t>D</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06DAC19-E716-CB92-96CB-5B45F16DB76B}"/>
                  </a:ext>
                </a:extLst>
              </p:cNvPr>
              <p:cNvSpPr txBox="1"/>
              <p:nvPr/>
            </p:nvSpPr>
            <p:spPr>
              <a:xfrm>
                <a:off x="1055238" y="5448842"/>
                <a:ext cx="10264404" cy="1282723"/>
              </a:xfrm>
              <a:prstGeom prst="rect">
                <a:avLst/>
              </a:prstGeom>
              <a:noFill/>
            </p:spPr>
            <p:txBody>
              <a:bodyPr wrap="square">
                <a:spAutoFit/>
              </a:bodyPr>
              <a:lstStyle/>
              <a:p>
                <a:pPr>
                  <a:buNone/>
                </a:pPr>
                <a:r>
                  <a:rPr lang="en-PH" sz="2500" dirty="0"/>
                  <a:t>The discount factor </a:t>
                </a:r>
                <a14:m>
                  <m:oMath xmlns:m="http://schemas.openxmlformats.org/officeDocument/2006/math">
                    <m:r>
                      <a:rPr lang="el-GR" sz="2800" i="1" dirty="0" smtClean="0">
                        <a:solidFill>
                          <a:srgbClr val="000000"/>
                        </a:solidFill>
                        <a:latin typeface="Cambria Math" panose="02040503050406030204" pitchFamily="18" charset="0"/>
                      </a:rPr>
                      <m:t>𝛾</m:t>
                    </m:r>
                  </m:oMath>
                </a14:m>
                <a:r>
                  <a:rPr lang="en-PH" sz="2500" dirty="0"/>
                  <a:t> is omitted because we set it to 1. If we have a different value for the discount factor, we would multiply it to each value function of the next state. </a:t>
                </a:r>
              </a:p>
            </p:txBody>
          </p:sp>
        </mc:Choice>
        <mc:Fallback xmlns="">
          <p:sp>
            <p:nvSpPr>
              <p:cNvPr id="11" name="TextBox 10">
                <a:extLst>
                  <a:ext uri="{FF2B5EF4-FFF2-40B4-BE49-F238E27FC236}">
                    <a16:creationId xmlns:a16="http://schemas.microsoft.com/office/drawing/2014/main" id="{206DAC19-E716-CB92-96CB-5B45F16DB76B}"/>
                  </a:ext>
                </a:extLst>
              </p:cNvPr>
              <p:cNvSpPr txBox="1">
                <a:spLocks noRot="1" noChangeAspect="1" noMove="1" noResize="1" noEditPoints="1" noAdjustHandles="1" noChangeArrowheads="1" noChangeShapeType="1" noTextEdit="1"/>
              </p:cNvSpPr>
              <p:nvPr/>
            </p:nvSpPr>
            <p:spPr>
              <a:xfrm>
                <a:off x="1055238" y="5448842"/>
                <a:ext cx="10264404" cy="1282723"/>
              </a:xfrm>
              <a:prstGeom prst="rect">
                <a:avLst/>
              </a:prstGeom>
              <a:blipFill>
                <a:blip r:embed="rId4"/>
                <a:stretch>
                  <a:fillRect l="-1112" t="-1980" b="-10891"/>
                </a:stretch>
              </a:blipFill>
            </p:spPr>
            <p:txBody>
              <a:bodyPr/>
              <a:lstStyle/>
              <a:p>
                <a:r>
                  <a:rPr lang="en-US">
                    <a:noFill/>
                  </a:rPr>
                  <a:t> </a:t>
                </a:r>
              </a:p>
            </p:txBody>
          </p:sp>
        </mc:Fallback>
      </mc:AlternateContent>
      <p:sp>
        <p:nvSpPr>
          <p:cNvPr id="5" name="Down Arrow 4">
            <a:extLst>
              <a:ext uri="{FF2B5EF4-FFF2-40B4-BE49-F238E27FC236}">
                <a16:creationId xmlns:a16="http://schemas.microsoft.com/office/drawing/2014/main" id="{C97ACA69-C44E-1994-C9FC-9C87511261AC}"/>
              </a:ext>
            </a:extLst>
          </p:cNvPr>
          <p:cNvSpPr/>
          <p:nvPr/>
        </p:nvSpPr>
        <p:spPr>
          <a:xfrm rot="16200000" flipV="1">
            <a:off x="3301404" y="3861498"/>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Down Arrow 5">
            <a:extLst>
              <a:ext uri="{FF2B5EF4-FFF2-40B4-BE49-F238E27FC236}">
                <a16:creationId xmlns:a16="http://schemas.microsoft.com/office/drawing/2014/main" id="{7C3091C5-1252-562F-F664-885CBCE25596}"/>
              </a:ext>
            </a:extLst>
          </p:cNvPr>
          <p:cNvSpPr/>
          <p:nvPr/>
        </p:nvSpPr>
        <p:spPr>
          <a:xfrm rot="16200000" flipH="1">
            <a:off x="5723544" y="385652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own Arrow 6">
            <a:extLst>
              <a:ext uri="{FF2B5EF4-FFF2-40B4-BE49-F238E27FC236}">
                <a16:creationId xmlns:a16="http://schemas.microsoft.com/office/drawing/2014/main" id="{57190635-EC1F-3C87-D9D6-B0587E279685}"/>
              </a:ext>
            </a:extLst>
          </p:cNvPr>
          <p:cNvSpPr/>
          <p:nvPr/>
        </p:nvSpPr>
        <p:spPr>
          <a:xfrm rot="10800000" flipV="1">
            <a:off x="8073228" y="3648836"/>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Down Arrow 7">
            <a:extLst>
              <a:ext uri="{FF2B5EF4-FFF2-40B4-BE49-F238E27FC236}">
                <a16:creationId xmlns:a16="http://schemas.microsoft.com/office/drawing/2014/main" id="{86E9A6C4-4CD7-2E12-611E-078779A48ABE}"/>
              </a:ext>
            </a:extLst>
          </p:cNvPr>
          <p:cNvSpPr/>
          <p:nvPr/>
        </p:nvSpPr>
        <p:spPr>
          <a:xfrm flipV="1">
            <a:off x="10621944" y="3648836"/>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Down Arrow 11">
            <a:extLst>
              <a:ext uri="{FF2B5EF4-FFF2-40B4-BE49-F238E27FC236}">
                <a16:creationId xmlns:a16="http://schemas.microsoft.com/office/drawing/2014/main" id="{3B73673B-007A-C56F-EA3C-EBD2C40F4A79}"/>
              </a:ext>
            </a:extLst>
          </p:cNvPr>
          <p:cNvSpPr/>
          <p:nvPr/>
        </p:nvSpPr>
        <p:spPr>
          <a:xfrm rot="16200000" flipV="1">
            <a:off x="4410084" y="1174533"/>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Down Arrow 12">
            <a:extLst>
              <a:ext uri="{FF2B5EF4-FFF2-40B4-BE49-F238E27FC236}">
                <a16:creationId xmlns:a16="http://schemas.microsoft.com/office/drawing/2014/main" id="{78CEB4F0-9DD2-24C2-FE22-1EEA352D0105}"/>
              </a:ext>
            </a:extLst>
          </p:cNvPr>
          <p:cNvSpPr/>
          <p:nvPr/>
        </p:nvSpPr>
        <p:spPr>
          <a:xfrm rot="16200000" flipH="1">
            <a:off x="5853684" y="1174533"/>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Down Arrow 13">
            <a:extLst>
              <a:ext uri="{FF2B5EF4-FFF2-40B4-BE49-F238E27FC236}">
                <a16:creationId xmlns:a16="http://schemas.microsoft.com/office/drawing/2014/main" id="{AB7D85C5-6189-A05F-5D2B-8994A65617AF}"/>
              </a:ext>
            </a:extLst>
          </p:cNvPr>
          <p:cNvSpPr/>
          <p:nvPr/>
        </p:nvSpPr>
        <p:spPr>
          <a:xfrm rot="10800000" flipV="1">
            <a:off x="5131884" y="1873114"/>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Down Arrow 14">
            <a:extLst>
              <a:ext uri="{FF2B5EF4-FFF2-40B4-BE49-F238E27FC236}">
                <a16:creationId xmlns:a16="http://schemas.microsoft.com/office/drawing/2014/main" id="{3F93FADD-B30A-5F3A-026A-0195A10364AD}"/>
              </a:ext>
            </a:extLst>
          </p:cNvPr>
          <p:cNvSpPr/>
          <p:nvPr/>
        </p:nvSpPr>
        <p:spPr>
          <a:xfrm flipV="1">
            <a:off x="5131884" y="400097"/>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 name="Table 2">
            <a:extLst>
              <a:ext uri="{FF2B5EF4-FFF2-40B4-BE49-F238E27FC236}">
                <a16:creationId xmlns:a16="http://schemas.microsoft.com/office/drawing/2014/main" id="{F0558CE8-9C94-5067-6C0C-AED43F6AFE50}"/>
              </a:ext>
            </a:extLst>
          </p:cNvPr>
          <p:cNvGraphicFramePr>
            <a:graphicFrameLocks noGrp="1"/>
          </p:cNvGraphicFramePr>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0</a:t>
                      </a:r>
                    </a:p>
                  </a:txBody>
                  <a:tcPr anchor="ctr"/>
                </a:tc>
                <a:tc>
                  <a:txBody>
                    <a:bodyPr/>
                    <a:lstStyle/>
                    <a:p>
                      <a:pPr algn="ctr"/>
                      <a:r>
                        <a:rPr lang="en-US" b="1" dirty="0"/>
                        <a:t>0</a:t>
                      </a:r>
                    </a:p>
                  </a:txBody>
                  <a:tcPr anchor="ctr"/>
                </a:tc>
                <a:extLst>
                  <a:ext uri="{0D108BD9-81ED-4DB2-BD59-A6C34878D82A}">
                    <a16:rowId xmlns:a16="http://schemas.microsoft.com/office/drawing/2014/main" val="3795677844"/>
                  </a:ext>
                </a:extLst>
              </a:tr>
              <a:tr h="1080000">
                <a:tc>
                  <a:txBody>
                    <a:bodyPr/>
                    <a:lstStyle/>
                    <a:p>
                      <a:pPr algn="ctr"/>
                      <a:r>
                        <a:rPr lang="en-US" b="1" dirty="0"/>
                        <a:t>0</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p:spTree>
    <p:extLst>
      <p:ext uri="{BB962C8B-B14F-4D97-AF65-F5344CB8AC3E}">
        <p14:creationId xmlns:p14="http://schemas.microsoft.com/office/powerpoint/2010/main" val="87517403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525D1DC5-0804-03B5-4D6B-762D39F0928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FF30823-A22F-1415-0B3C-8830C13F4B68}"/>
                  </a:ext>
                </a:extLst>
              </p:cNvPr>
              <p:cNvSpPr txBox="1"/>
              <p:nvPr/>
            </p:nvSpPr>
            <p:spPr>
              <a:xfrm>
                <a:off x="12700" y="2459954"/>
                <a:ext cx="7162800" cy="1212576"/>
              </a:xfrm>
              <a:prstGeom prst="rect">
                <a:avLst/>
              </a:prstGeom>
              <a:noFill/>
              <a:ln w="28575">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PH" sz="3000" b="0" i="1" u="none" strike="noStrike" dirty="0" smtClean="0">
                              <a:solidFill>
                                <a:srgbClr val="000000"/>
                              </a:solidFill>
                              <a:effectLst/>
                              <a:latin typeface="Cambria Math" panose="02040503050406030204" pitchFamily="18" charset="0"/>
                            </a:rPr>
                          </m:ctrlPr>
                        </m:sSubPr>
                        <m:e>
                          <m:r>
                            <a:rPr lang="en-GB" sz="3000" b="0" i="1" u="none" strike="noStrike" dirty="0" smtClean="0">
                              <a:solidFill>
                                <a:srgbClr val="000000"/>
                              </a:solidFill>
                              <a:effectLst/>
                              <a:latin typeface="Cambria Math" panose="02040503050406030204" pitchFamily="18" charset="0"/>
                            </a:rPr>
                            <m:t>𝑣</m:t>
                          </m:r>
                        </m:e>
                        <m:sub>
                          <m:r>
                            <a:rPr lang="en-GB" sz="3000" b="0" i="1" u="none" strike="noStrike" dirty="0" smtClean="0">
                              <a:solidFill>
                                <a:srgbClr val="000000"/>
                              </a:solidFill>
                              <a:effectLst/>
                              <a:latin typeface="Cambria Math" panose="02040503050406030204" pitchFamily="18" charset="0"/>
                            </a:rPr>
                            <m:t>𝑘</m:t>
                          </m:r>
                          <m:r>
                            <a:rPr lang="en-GB" sz="3000" b="0" i="1" u="none" strike="noStrike" dirty="0" smtClean="0">
                              <a:solidFill>
                                <a:srgbClr val="000000"/>
                              </a:solidFill>
                              <a:effectLst/>
                              <a:latin typeface="Cambria Math" panose="02040503050406030204" pitchFamily="18" charset="0"/>
                            </a:rPr>
                            <m:t>+1</m:t>
                          </m:r>
                        </m:sub>
                      </m:sSub>
                      <m:d>
                        <m:dPr>
                          <m:ctrlPr>
                            <a:rPr lang="en-GB" sz="3000" b="0" i="1" u="none" strike="noStrike" dirty="0" smtClean="0">
                              <a:solidFill>
                                <a:srgbClr val="000000"/>
                              </a:solidFill>
                              <a:effectLst/>
                              <a:latin typeface="Cambria Math" panose="02040503050406030204" pitchFamily="18" charset="0"/>
                            </a:rPr>
                          </m:ctrlPr>
                        </m:dPr>
                        <m:e>
                          <m:r>
                            <a:rPr lang="en-GB" sz="3000" b="0" i="1" u="none" strike="noStrike" dirty="0" smtClean="0">
                              <a:solidFill>
                                <a:srgbClr val="000000"/>
                              </a:solidFill>
                              <a:effectLst/>
                              <a:latin typeface="Cambria Math" panose="02040503050406030204" pitchFamily="18" charset="0"/>
                            </a:rPr>
                            <m:t>𝑠</m:t>
                          </m:r>
                        </m:e>
                      </m:d>
                      <m:r>
                        <a:rPr lang="en-PH" sz="3000" b="0" i="1" u="none" strike="noStrike" dirty="0">
                          <a:solidFill>
                            <a:srgbClr val="000000"/>
                          </a:solidFill>
                          <a:effectLst/>
                          <a:latin typeface="Cambria Math" panose="02040503050406030204" pitchFamily="18" charset="0"/>
                        </a:rPr>
                        <m:t>=</m:t>
                      </m:r>
                      <m:nary>
                        <m:naryPr>
                          <m:chr m:val="∑"/>
                          <m:supHide m:val="on"/>
                          <m:ctrlPr>
                            <a:rPr lang="en-PH" sz="3000" b="0" i="1" u="none" strike="noStrike" dirty="0" smtClean="0">
                              <a:solidFill>
                                <a:srgbClr val="000000"/>
                              </a:solidFill>
                              <a:effectLst/>
                              <a:latin typeface="Cambria Math" panose="02040503050406030204" pitchFamily="18" charset="0"/>
                            </a:rPr>
                          </m:ctrlPr>
                        </m:naryPr>
                        <m:sub>
                          <m:r>
                            <m:rPr>
                              <m:brk m:alnAt="7"/>
                            </m:rPr>
                            <a:rPr lang="en-GB" sz="3000" b="0" i="1" u="none" strike="noStrike" dirty="0" smtClean="0">
                              <a:solidFill>
                                <a:srgbClr val="000000"/>
                              </a:solidFill>
                              <a:effectLst/>
                              <a:latin typeface="Cambria Math" panose="02040503050406030204" pitchFamily="18" charset="0"/>
                            </a:rPr>
                            <m:t>𝑎</m:t>
                          </m:r>
                        </m:sub>
                        <m:sup/>
                        <m:e>
                          <m:r>
                            <a:rPr lang="el-GR" sz="3000" i="1" dirty="0">
                              <a:solidFill>
                                <a:srgbClr val="000000"/>
                              </a:solidFill>
                              <a:latin typeface="Cambria Math" panose="02040503050406030204" pitchFamily="18" charset="0"/>
                            </a:rPr>
                            <m:t>𝜋</m:t>
                          </m:r>
                          <m:r>
                            <a:rPr lang="el-GR" sz="3000" i="1" dirty="0">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𝑎</m:t>
                          </m:r>
                          <m:r>
                            <a:rPr lang="en-PH" sz="3000" i="1" dirty="0" err="1">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𝑠</m:t>
                          </m:r>
                          <m:r>
                            <a:rPr lang="en-PH" sz="3000" i="1" dirty="0">
                              <a:solidFill>
                                <a:srgbClr val="000000"/>
                              </a:solidFill>
                              <a:latin typeface="Cambria Math" panose="02040503050406030204" pitchFamily="18" charset="0"/>
                            </a:rPr>
                            <m:t>)[</m:t>
                          </m:r>
                          <m:r>
                            <a:rPr lang="en-PH" sz="3000" i="1" dirty="0" smtClean="0">
                              <a:solidFill>
                                <a:srgbClr val="000000"/>
                              </a:solidFill>
                              <a:latin typeface="Cambria Math" panose="02040503050406030204" pitchFamily="18" charset="0"/>
                            </a:rPr>
                            <m:t>𝑟</m:t>
                          </m:r>
                          <m:r>
                            <a:rPr lang="en-PH" sz="3000" i="1" dirty="0">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𝑠</m:t>
                          </m:r>
                          <m:r>
                            <a:rPr lang="en-PH" sz="3000" i="1" dirty="0" err="1">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𝑎</m:t>
                          </m:r>
                          <m:r>
                            <a:rPr lang="en-PH" sz="3000" i="1" dirty="0">
                              <a:solidFill>
                                <a:srgbClr val="000000"/>
                              </a:solidFill>
                              <a:latin typeface="Cambria Math" panose="02040503050406030204" pitchFamily="18" charset="0"/>
                            </a:rPr>
                            <m:t>)+</m:t>
                          </m:r>
                          <m:r>
                            <a:rPr lang="el-GR" sz="3000" i="1" dirty="0">
                              <a:solidFill>
                                <a:srgbClr val="000000"/>
                              </a:solidFill>
                              <a:latin typeface="Cambria Math" panose="02040503050406030204" pitchFamily="18" charset="0"/>
                            </a:rPr>
                            <m:t>𝛾</m:t>
                          </m:r>
                          <m:sSub>
                            <m:sSubPr>
                              <m:ctrlPr>
                                <a:rPr lang="en-PH" sz="3000" i="1" dirty="0">
                                  <a:solidFill>
                                    <a:srgbClr val="000000"/>
                                  </a:solidFill>
                                  <a:latin typeface="Cambria Math" panose="02040503050406030204" pitchFamily="18" charset="0"/>
                                </a:rPr>
                              </m:ctrlPr>
                            </m:sSubPr>
                            <m:e>
                              <m:r>
                                <a:rPr lang="en-GB" sz="3000" i="1" dirty="0">
                                  <a:solidFill>
                                    <a:srgbClr val="000000"/>
                                  </a:solidFill>
                                  <a:latin typeface="Cambria Math" panose="02040503050406030204" pitchFamily="18" charset="0"/>
                                </a:rPr>
                                <m:t>𝑣</m:t>
                              </m:r>
                            </m:e>
                            <m:sub>
                              <m:r>
                                <a:rPr lang="en-GB" sz="3000" b="0" i="1" dirty="0" smtClean="0">
                                  <a:solidFill>
                                    <a:srgbClr val="000000"/>
                                  </a:solidFill>
                                  <a:latin typeface="Cambria Math" panose="02040503050406030204" pitchFamily="18" charset="0"/>
                                </a:rPr>
                                <m:t>𝑘</m:t>
                              </m:r>
                            </m:sub>
                          </m:sSub>
                          <m:r>
                            <a:rPr lang="en-PH" sz="3000" i="1" dirty="0">
                              <a:solidFill>
                                <a:srgbClr val="000000"/>
                              </a:solidFill>
                              <a:latin typeface="Cambria Math" panose="02040503050406030204" pitchFamily="18" charset="0"/>
                            </a:rPr>
                            <m:t>(</m:t>
                          </m:r>
                          <m:r>
                            <a:rPr lang="en-PH" sz="3000" i="1" dirty="0">
                              <a:solidFill>
                                <a:srgbClr val="000000"/>
                              </a:solidFill>
                              <a:latin typeface="Cambria Math" panose="02040503050406030204" pitchFamily="18" charset="0"/>
                            </a:rPr>
                            <m:t>𝑠</m:t>
                          </m:r>
                          <m:r>
                            <a:rPr lang="en-PH" sz="3000" i="1" dirty="0">
                              <a:solidFill>
                                <a:srgbClr val="000000"/>
                              </a:solidFill>
                              <a:latin typeface="Cambria Math" panose="02040503050406030204" pitchFamily="18" charset="0"/>
                            </a:rPr>
                            <m:t>′)]</m:t>
                          </m:r>
                        </m:e>
                      </m:nary>
                    </m:oMath>
                  </m:oMathPara>
                </a14:m>
                <a:endParaRPr lang="en-US" sz="3000" dirty="0"/>
              </a:p>
            </p:txBody>
          </p:sp>
        </mc:Choice>
        <mc:Fallback xmlns="">
          <p:sp>
            <p:nvSpPr>
              <p:cNvPr id="3" name="TextBox 2">
                <a:extLst>
                  <a:ext uri="{FF2B5EF4-FFF2-40B4-BE49-F238E27FC236}">
                    <a16:creationId xmlns:a16="http://schemas.microsoft.com/office/drawing/2014/main" id="{2FF30823-A22F-1415-0B3C-8830C13F4B68}"/>
                  </a:ext>
                </a:extLst>
              </p:cNvPr>
              <p:cNvSpPr txBox="1">
                <a:spLocks noRot="1" noChangeAspect="1" noMove="1" noResize="1" noEditPoints="1" noAdjustHandles="1" noChangeArrowheads="1" noChangeShapeType="1" noTextEdit="1"/>
              </p:cNvSpPr>
              <p:nvPr/>
            </p:nvSpPr>
            <p:spPr>
              <a:xfrm>
                <a:off x="12700" y="2459954"/>
                <a:ext cx="7162800" cy="1212576"/>
              </a:xfrm>
              <a:prstGeom prst="rect">
                <a:avLst/>
              </a:prstGeom>
              <a:blipFill>
                <a:blip r:embed="rId3"/>
                <a:stretch>
                  <a:fillRect t="-126263" b="-177778"/>
                </a:stretch>
              </a:blipFill>
              <a:ln w="28575">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4787ED5-B373-D397-1C7D-1C99DD3D149E}"/>
                  </a:ext>
                </a:extLst>
              </p:cNvPr>
              <p:cNvSpPr txBox="1"/>
              <p:nvPr/>
            </p:nvSpPr>
            <p:spPr>
              <a:xfrm>
                <a:off x="0" y="4166624"/>
                <a:ext cx="10078720" cy="81259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b="0" i="1" dirty="0" smtClean="0">
                              <a:solidFill>
                                <a:srgbClr val="000000"/>
                              </a:solidFill>
                              <a:latin typeface="Cambria Math" panose="02040503050406030204" pitchFamily="18" charset="0"/>
                            </a:rPr>
                          </m:ctrlPr>
                        </m:sSubPr>
                        <m:e>
                          <m:r>
                            <a:rPr lang="en-GB" sz="2500" b="0" i="1" dirty="0" smtClean="0">
                              <a:solidFill>
                                <a:srgbClr val="000000"/>
                              </a:solidFill>
                              <a:latin typeface="Cambria Math" panose="02040503050406030204" pitchFamily="18" charset="0"/>
                            </a:rPr>
                            <m:t>𝑣</m:t>
                          </m:r>
                        </m:e>
                        <m:sub>
                          <m:r>
                            <a:rPr lang="en-GB" sz="2500" b="0" i="1" dirty="0" smtClean="0">
                              <a:solidFill>
                                <a:srgbClr val="000000"/>
                              </a:solidFill>
                              <a:latin typeface="Cambria Math" panose="02040503050406030204" pitchFamily="18" charset="0"/>
                            </a:rPr>
                            <m:t>𝑘</m:t>
                          </m:r>
                          <m:r>
                            <a:rPr lang="en-GB" sz="2500" b="0" i="1" dirty="0" smtClean="0">
                              <a:solidFill>
                                <a:srgbClr val="000000"/>
                              </a:solidFill>
                              <a:latin typeface="Cambria Math" panose="02040503050406030204" pitchFamily="18" charset="0"/>
                            </a:rPr>
                            <m:t>+1</m:t>
                          </m:r>
                        </m:sub>
                      </m:sSub>
                      <m:d>
                        <m:dPr>
                          <m:ctrlPr>
                            <a:rPr lang="en-GB" sz="2500" i="1" dirty="0">
                              <a:solidFill>
                                <a:srgbClr val="000000"/>
                              </a:solidFill>
                              <a:latin typeface="Cambria Math" panose="02040503050406030204" pitchFamily="18" charset="0"/>
                            </a:rPr>
                          </m:ctrlPr>
                        </m:dPr>
                        <m:e>
                          <m:r>
                            <a:rPr lang="en-GB" sz="2500" b="0" i="1" dirty="0" smtClean="0">
                              <a:solidFill>
                                <a:srgbClr val="000000"/>
                              </a:solidFill>
                              <a:latin typeface="Cambria Math" panose="02040503050406030204" pitchFamily="18" charset="0"/>
                            </a:rPr>
                            <m:t>𝐴</m:t>
                          </m:r>
                        </m:e>
                      </m:d>
                      <m:r>
                        <a:rPr lang="en-PH" sz="2500" b="0" i="1" u="none" strike="noStrike" dirty="0">
                          <a:solidFill>
                            <a:srgbClr val="000000"/>
                          </a:solidFill>
                          <a:effectLst/>
                          <a:latin typeface="Cambria Math" panose="02040503050406030204" pitchFamily="18" charset="0"/>
                        </a:rPr>
                        <m:t>=</m:t>
                      </m:r>
                      <m:f>
                        <m:fPr>
                          <m:ctrlPr>
                            <a:rPr lang="en-PH" sz="2500" b="0" i="1" u="none" strike="noStrike" dirty="0" smtClean="0">
                              <a:solidFill>
                                <a:srgbClr val="000000"/>
                              </a:solidFill>
                              <a:effectLst/>
                              <a:latin typeface="Cambria Math" panose="02040503050406030204" pitchFamily="18" charset="0"/>
                            </a:rPr>
                          </m:ctrlPr>
                        </m:fPr>
                        <m:num>
                          <m:r>
                            <a:rPr lang="en-GB" sz="2500" b="0" i="1" u="none" strike="noStrike" dirty="0" smtClean="0">
                              <a:solidFill>
                                <a:srgbClr val="000000"/>
                              </a:solidFill>
                              <a:effectLst/>
                              <a:latin typeface="Cambria Math" panose="02040503050406030204" pitchFamily="18" charset="0"/>
                            </a:rPr>
                            <m:t>1</m:t>
                          </m:r>
                        </m:num>
                        <m:den>
                          <m:r>
                            <a:rPr lang="en-GB" sz="2500" b="0" i="1" u="none" strike="noStrike" dirty="0" smtClean="0">
                              <a:solidFill>
                                <a:srgbClr val="000000"/>
                              </a:solidFill>
                              <a:effectLst/>
                              <a:latin typeface="Cambria Math" panose="02040503050406030204" pitchFamily="18" charset="0"/>
                            </a:rPr>
                            <m:t>4</m:t>
                          </m:r>
                        </m:den>
                      </m:f>
                      <m:r>
                        <a:rPr lang="en-PH" sz="2500" b="0" i="1" u="none" strike="noStrike" dirty="0" smtClean="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𝑣</m:t>
                      </m:r>
                      <m:r>
                        <a:rPr lang="en-PH" sz="2500" b="0" i="1" u="none" strike="noStrike" dirty="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𝐴</m:t>
                      </m:r>
                      <m:r>
                        <a:rPr lang="en-PH" sz="2500" b="0" i="1" u="none" strike="noStrike" dirty="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𝑣</m:t>
                      </m:r>
                      <m:r>
                        <a:rPr lang="en-PH" sz="2500" b="0" i="1" u="none" strike="noStrike" dirty="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𝐵</m:t>
                      </m:r>
                      <m:r>
                        <a:rPr lang="en-PH" sz="2500" b="0" i="1" u="none" strike="noStrike" dirty="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𝑣</m:t>
                      </m:r>
                      <m:r>
                        <a:rPr lang="en-PH" sz="2500" b="0" i="1" u="none" strike="noStrike" dirty="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𝐶</m:t>
                      </m:r>
                      <m:r>
                        <a:rPr lang="en-PH" sz="2500" b="0" i="1" u="none" strike="noStrike" dirty="0">
                          <a:solidFill>
                            <a:srgbClr val="000000"/>
                          </a:solidFill>
                          <a:effectLst/>
                          <a:latin typeface="Cambria Math" panose="02040503050406030204" pitchFamily="18" charset="0"/>
                        </a:rPr>
                        <m:t>))+(−1+</m:t>
                      </m:r>
                      <m:r>
                        <a:rPr lang="en-PH" sz="2500" i="1" dirty="0">
                          <a:solidFill>
                            <a:srgbClr val="000000"/>
                          </a:solidFill>
                          <a:latin typeface="Cambria Math" panose="02040503050406030204" pitchFamily="18" charset="0"/>
                        </a:rPr>
                        <m:t>𝑣</m:t>
                      </m:r>
                      <m:r>
                        <a:rPr lang="en-PH" sz="2500" i="1" dirty="0">
                          <a:solidFill>
                            <a:srgbClr val="000000"/>
                          </a:solidFill>
                          <a:latin typeface="Cambria Math" panose="02040503050406030204" pitchFamily="18" charset="0"/>
                        </a:rPr>
                        <m:t>(</m:t>
                      </m:r>
                      <m:r>
                        <a:rPr lang="en-GB" sz="2500" b="0" i="1" dirty="0" smtClean="0">
                          <a:solidFill>
                            <a:srgbClr val="000000"/>
                          </a:solidFill>
                          <a:latin typeface="Cambria Math" panose="02040503050406030204" pitchFamily="18" charset="0"/>
                        </a:rPr>
                        <m:t>𝐴</m:t>
                      </m:r>
                      <m:r>
                        <a:rPr lang="en-PH" sz="2500" i="1" dirty="0">
                          <a:solidFill>
                            <a:srgbClr val="000000"/>
                          </a:solidFill>
                          <a:latin typeface="Cambria Math" panose="02040503050406030204" pitchFamily="18" charset="0"/>
                        </a:rPr>
                        <m:t>))</m:t>
                      </m:r>
                    </m:oMath>
                  </m:oMathPara>
                </a14:m>
                <a:endParaRPr lang="en-US" sz="2500" dirty="0"/>
              </a:p>
            </p:txBody>
          </p:sp>
        </mc:Choice>
        <mc:Fallback xmlns="">
          <p:sp>
            <p:nvSpPr>
              <p:cNvPr id="4" name="TextBox 3">
                <a:extLst>
                  <a:ext uri="{FF2B5EF4-FFF2-40B4-BE49-F238E27FC236}">
                    <a16:creationId xmlns:a16="http://schemas.microsoft.com/office/drawing/2014/main" id="{34787ED5-B373-D397-1C7D-1C99DD3D149E}"/>
                  </a:ext>
                </a:extLst>
              </p:cNvPr>
              <p:cNvSpPr txBox="1">
                <a:spLocks noRot="1" noChangeAspect="1" noMove="1" noResize="1" noEditPoints="1" noAdjustHandles="1" noChangeArrowheads="1" noChangeShapeType="1" noTextEdit="1"/>
              </p:cNvSpPr>
              <p:nvPr/>
            </p:nvSpPr>
            <p:spPr>
              <a:xfrm>
                <a:off x="0" y="4166624"/>
                <a:ext cx="10078720" cy="812595"/>
              </a:xfrm>
              <a:prstGeom prst="rect">
                <a:avLst/>
              </a:prstGeom>
              <a:blipFill>
                <a:blip r:embed="rId4"/>
                <a:stretch>
                  <a:fillRect r="-252" b="-46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300C34A-5B8C-911F-6808-2CEE90A117B7}"/>
                  </a:ext>
                </a:extLst>
              </p:cNvPr>
              <p:cNvSpPr txBox="1"/>
              <p:nvPr/>
            </p:nvSpPr>
            <p:spPr>
              <a:xfrm>
                <a:off x="12700" y="4979219"/>
                <a:ext cx="8257110" cy="81259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i="1" dirty="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r>
                        <a:rPr lang="en-GB" sz="2500" i="1" dirty="0">
                          <a:solidFill>
                            <a:srgbClr val="000000"/>
                          </a:solidFill>
                          <a:latin typeface="Cambria Math" panose="02040503050406030204" pitchFamily="18" charset="0"/>
                        </a:rPr>
                        <m:t> </m:t>
                      </m:r>
                      <m:d>
                        <m:dPr>
                          <m:ctrlPr>
                            <a:rPr lang="en-GB" sz="2500" i="1" dirty="0">
                              <a:solidFill>
                                <a:srgbClr val="000000"/>
                              </a:solidFill>
                              <a:latin typeface="Cambria Math" panose="02040503050406030204" pitchFamily="18" charset="0"/>
                            </a:rPr>
                          </m:ctrlPr>
                        </m:dPr>
                        <m:e>
                          <m:r>
                            <a:rPr lang="en-GB" sz="2500" i="1" dirty="0">
                              <a:solidFill>
                                <a:srgbClr val="000000"/>
                              </a:solidFill>
                              <a:latin typeface="Cambria Math" panose="02040503050406030204" pitchFamily="18" charset="0"/>
                            </a:rPr>
                            <m:t>𝐴</m:t>
                          </m:r>
                        </m:e>
                      </m:d>
                      <m:r>
                        <a:rPr lang="en-PH" sz="2500" b="0" i="1" u="none" strike="noStrike" dirty="0">
                          <a:solidFill>
                            <a:srgbClr val="000000"/>
                          </a:solidFill>
                          <a:effectLst/>
                          <a:latin typeface="Cambria Math" panose="02040503050406030204" pitchFamily="18" charset="0"/>
                        </a:rPr>
                        <m:t>=</m:t>
                      </m:r>
                      <m:f>
                        <m:fPr>
                          <m:ctrlPr>
                            <a:rPr lang="en-PH" sz="2500" b="0" i="1" u="none" strike="noStrike" dirty="0" smtClean="0">
                              <a:solidFill>
                                <a:srgbClr val="000000"/>
                              </a:solidFill>
                              <a:effectLst/>
                              <a:latin typeface="Cambria Math" panose="02040503050406030204" pitchFamily="18" charset="0"/>
                            </a:rPr>
                          </m:ctrlPr>
                        </m:fPr>
                        <m:num>
                          <m:r>
                            <a:rPr lang="en-GB" sz="2500" b="0" i="1" u="none" strike="noStrike" dirty="0" smtClean="0">
                              <a:solidFill>
                                <a:srgbClr val="000000"/>
                              </a:solidFill>
                              <a:effectLst/>
                              <a:latin typeface="Cambria Math" panose="02040503050406030204" pitchFamily="18" charset="0"/>
                            </a:rPr>
                            <m:t>1</m:t>
                          </m:r>
                        </m:num>
                        <m:den>
                          <m:r>
                            <a:rPr lang="en-GB" sz="2500" b="0" i="1" u="none" strike="noStrike" dirty="0" smtClean="0">
                              <a:solidFill>
                                <a:srgbClr val="000000"/>
                              </a:solidFill>
                              <a:effectLst/>
                              <a:latin typeface="Cambria Math" panose="02040503050406030204" pitchFamily="18" charset="0"/>
                            </a:rPr>
                            <m:t>4</m:t>
                          </m:r>
                        </m:den>
                      </m:f>
                      <m:r>
                        <a:rPr lang="en-PH" sz="2500" b="0" i="1" u="none" strike="noStrike" dirty="0" smtClean="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0</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0</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0</m:t>
                      </m:r>
                      <m:r>
                        <a:rPr lang="en-PH" sz="2500" b="0" i="1" u="none" strike="noStrike" dirty="0">
                          <a:solidFill>
                            <a:srgbClr val="000000"/>
                          </a:solidFill>
                          <a:effectLst/>
                          <a:latin typeface="Cambria Math" panose="02040503050406030204" pitchFamily="18" charset="0"/>
                        </a:rPr>
                        <m:t>)+</m:t>
                      </m:r>
                      <m:r>
                        <a:rPr lang="en-PH" sz="2500" i="1" dirty="0">
                          <a:solidFill>
                            <a:srgbClr val="000000"/>
                          </a:solidFill>
                          <a:latin typeface="Cambria Math" panose="02040503050406030204" pitchFamily="18" charset="0"/>
                        </a:rPr>
                        <m:t>(−1+</m:t>
                      </m:r>
                      <m:r>
                        <a:rPr lang="en-GB" sz="2500" b="0" i="1" dirty="0" smtClean="0">
                          <a:solidFill>
                            <a:srgbClr val="000000"/>
                          </a:solidFill>
                          <a:latin typeface="Cambria Math" panose="02040503050406030204" pitchFamily="18" charset="0"/>
                        </a:rPr>
                        <m:t>0</m:t>
                      </m:r>
                      <m:r>
                        <a:rPr lang="en-PH" sz="2500" i="1" dirty="0">
                          <a:solidFill>
                            <a:srgbClr val="000000"/>
                          </a:solidFill>
                          <a:latin typeface="Cambria Math" panose="02040503050406030204" pitchFamily="18" charset="0"/>
                        </a:rPr>
                        <m:t>)</m:t>
                      </m:r>
                    </m:oMath>
                  </m:oMathPara>
                </a14:m>
                <a:endParaRPr lang="en-US" sz="2500" dirty="0"/>
              </a:p>
            </p:txBody>
          </p:sp>
        </mc:Choice>
        <mc:Fallback xmlns="">
          <p:sp>
            <p:nvSpPr>
              <p:cNvPr id="5" name="TextBox 4">
                <a:extLst>
                  <a:ext uri="{FF2B5EF4-FFF2-40B4-BE49-F238E27FC236}">
                    <a16:creationId xmlns:a16="http://schemas.microsoft.com/office/drawing/2014/main" id="{8300C34A-5B8C-911F-6808-2CEE90A117B7}"/>
                  </a:ext>
                </a:extLst>
              </p:cNvPr>
              <p:cNvSpPr txBox="1">
                <a:spLocks noRot="1" noChangeAspect="1" noMove="1" noResize="1" noEditPoints="1" noAdjustHandles="1" noChangeArrowheads="1" noChangeShapeType="1" noTextEdit="1"/>
              </p:cNvSpPr>
              <p:nvPr/>
            </p:nvSpPr>
            <p:spPr>
              <a:xfrm>
                <a:off x="12700" y="4979219"/>
                <a:ext cx="8257110" cy="812595"/>
              </a:xfrm>
              <a:prstGeom prst="rect">
                <a:avLst/>
              </a:prstGeom>
              <a:blipFill>
                <a:blip r:embed="rId5"/>
                <a:stretch>
                  <a:fillRect r="-153" b="-46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4E2AB89-0C88-AB69-7433-B55D7C81741E}"/>
                  </a:ext>
                </a:extLst>
              </p:cNvPr>
              <p:cNvSpPr txBox="1"/>
              <p:nvPr/>
            </p:nvSpPr>
            <p:spPr>
              <a:xfrm>
                <a:off x="12699" y="5894054"/>
                <a:ext cx="2198891" cy="477054"/>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i="1" dirty="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d>
                        <m:dPr>
                          <m:ctrlPr>
                            <a:rPr lang="en-GB" sz="2500" i="1" dirty="0">
                              <a:solidFill>
                                <a:srgbClr val="000000"/>
                              </a:solidFill>
                              <a:latin typeface="Cambria Math" panose="02040503050406030204" pitchFamily="18" charset="0"/>
                            </a:rPr>
                          </m:ctrlPr>
                        </m:dPr>
                        <m:e>
                          <m:r>
                            <a:rPr lang="en-GB" sz="2500" i="1" dirty="0">
                              <a:solidFill>
                                <a:srgbClr val="000000"/>
                              </a:solidFill>
                              <a:latin typeface="Cambria Math" panose="02040503050406030204" pitchFamily="18" charset="0"/>
                            </a:rPr>
                            <m:t>𝐴</m:t>
                          </m:r>
                        </m:e>
                      </m:d>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−1</m:t>
                      </m:r>
                    </m:oMath>
                  </m:oMathPara>
                </a14:m>
                <a:endParaRPr lang="en-US" sz="2500" dirty="0"/>
              </a:p>
            </p:txBody>
          </p:sp>
        </mc:Choice>
        <mc:Fallback xmlns="">
          <p:sp>
            <p:nvSpPr>
              <p:cNvPr id="6" name="TextBox 5">
                <a:extLst>
                  <a:ext uri="{FF2B5EF4-FFF2-40B4-BE49-F238E27FC236}">
                    <a16:creationId xmlns:a16="http://schemas.microsoft.com/office/drawing/2014/main" id="{C4E2AB89-0C88-AB69-7433-B55D7C81741E}"/>
                  </a:ext>
                </a:extLst>
              </p:cNvPr>
              <p:cNvSpPr txBox="1">
                <a:spLocks noRot="1" noChangeAspect="1" noMove="1" noResize="1" noEditPoints="1" noAdjustHandles="1" noChangeArrowheads="1" noChangeShapeType="1" noTextEdit="1"/>
              </p:cNvSpPr>
              <p:nvPr/>
            </p:nvSpPr>
            <p:spPr>
              <a:xfrm>
                <a:off x="12699" y="5894054"/>
                <a:ext cx="2198891" cy="477054"/>
              </a:xfrm>
              <a:prstGeom prst="rect">
                <a:avLst/>
              </a:prstGeom>
              <a:blipFill>
                <a:blip r:embed="rId6"/>
                <a:stretch>
                  <a:fillRect/>
                </a:stretch>
              </a:blipFill>
              <a:ln w="38100">
                <a:solidFill>
                  <a:srgbClr val="00B05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15E5B77C-FAD0-C325-C329-43EF11C0DDC0}"/>
                  </a:ext>
                </a:extLst>
              </p:cNvPr>
              <p:cNvGraphicFramePr>
                <a:graphicFrameLocks noGrp="1"/>
              </p:cNvGraphicFramePr>
              <p:nvPr>
                <p:extLst>
                  <p:ext uri="{D42A27DB-BD31-4B8C-83A1-F6EECF244321}">
                    <p14:modId xmlns:p14="http://schemas.microsoft.com/office/powerpoint/2010/main" val="2503201169"/>
                  </p:ext>
                </p:extLst>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3708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𝟏</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𝟐</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53390574"/>
                      </a:ext>
                    </a:extLst>
                  </a:tr>
                  <a:tr h="3708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3708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3708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Choice>
        <mc:Fallback xmlns="">
          <p:graphicFrame>
            <p:nvGraphicFramePr>
              <p:cNvPr id="2" name="Table 1">
                <a:extLst>
                  <a:ext uri="{FF2B5EF4-FFF2-40B4-BE49-F238E27FC236}">
                    <a16:creationId xmlns:a16="http://schemas.microsoft.com/office/drawing/2014/main" id="{15E5B77C-FAD0-C325-C329-43EF11C0DDC0}"/>
                  </a:ext>
                </a:extLst>
              </p:cNvPr>
              <p:cNvGraphicFramePr>
                <a:graphicFrameLocks noGrp="1"/>
              </p:cNvGraphicFramePr>
              <p:nvPr>
                <p:extLst>
                  <p:ext uri="{D42A27DB-BD31-4B8C-83A1-F6EECF244321}">
                    <p14:modId xmlns:p14="http://schemas.microsoft.com/office/powerpoint/2010/main" val="2503201169"/>
                  </p:ext>
                </p:extLst>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5486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0820" t="-2326" r="-2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00820" t="-2326" r="-1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0820" t="-2326" r="-820" b="-337209"/>
                          </a:stretch>
                        </a:blipFill>
                      </a:tcPr>
                    </a:tc>
                    <a:extLst>
                      <a:ext uri="{0D108BD9-81ED-4DB2-BD59-A6C34878D82A}">
                        <a16:rowId xmlns:a16="http://schemas.microsoft.com/office/drawing/2014/main" val="153390574"/>
                      </a:ext>
                    </a:extLst>
                  </a:tr>
                  <a:tr h="5486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5486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5486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Fallback>
      </mc:AlternateContent>
      <p:graphicFrame>
        <p:nvGraphicFramePr>
          <p:cNvPr id="9" name="Table 8">
            <a:extLst>
              <a:ext uri="{FF2B5EF4-FFF2-40B4-BE49-F238E27FC236}">
                <a16:creationId xmlns:a16="http://schemas.microsoft.com/office/drawing/2014/main" id="{5B67843C-9772-9DEC-DD09-8210C00C64ED}"/>
              </a:ext>
            </a:extLst>
          </p:cNvPr>
          <p:cNvGraphicFramePr>
            <a:graphicFrameLocks noGrp="1"/>
          </p:cNvGraphicFramePr>
          <p:nvPr>
            <p:extLst>
              <p:ext uri="{D42A27DB-BD31-4B8C-83A1-F6EECF244321}">
                <p14:modId xmlns:p14="http://schemas.microsoft.com/office/powerpoint/2010/main" val="2461947091"/>
              </p:ext>
            </p:extLst>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0</a:t>
                      </a:r>
                    </a:p>
                  </a:txBody>
                  <a:tcPr anchor="ctr"/>
                </a:tc>
                <a:tc>
                  <a:txBody>
                    <a:bodyPr/>
                    <a:lstStyle/>
                    <a:p>
                      <a:pPr algn="ctr"/>
                      <a:r>
                        <a:rPr lang="en-US" b="1" dirty="0"/>
                        <a:t>0</a:t>
                      </a:r>
                    </a:p>
                  </a:txBody>
                  <a:tcPr anchor="ctr"/>
                </a:tc>
                <a:extLst>
                  <a:ext uri="{0D108BD9-81ED-4DB2-BD59-A6C34878D82A}">
                    <a16:rowId xmlns:a16="http://schemas.microsoft.com/office/drawing/2014/main" val="3795677844"/>
                  </a:ext>
                </a:extLst>
              </a:tr>
              <a:tr h="1080000">
                <a:tc>
                  <a:txBody>
                    <a:bodyPr/>
                    <a:lstStyle/>
                    <a:p>
                      <a:pPr algn="ctr"/>
                      <a:r>
                        <a:rPr lang="en-US" b="1" dirty="0"/>
                        <a:t>0</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7DF7852-6562-969D-BA2D-B2AB163A89D0}"/>
                  </a:ext>
                </a:extLst>
              </p:cNvPr>
              <p:cNvSpPr txBox="1"/>
              <p:nvPr/>
            </p:nvSpPr>
            <p:spPr>
              <a:xfrm>
                <a:off x="10232906" y="2293353"/>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10" name="TextBox 9">
                <a:extLst>
                  <a:ext uri="{FF2B5EF4-FFF2-40B4-BE49-F238E27FC236}">
                    <a16:creationId xmlns:a16="http://schemas.microsoft.com/office/drawing/2014/main" id="{F7DF7852-6562-969D-BA2D-B2AB163A89D0}"/>
                  </a:ext>
                </a:extLst>
              </p:cNvPr>
              <p:cNvSpPr txBox="1">
                <a:spLocks noRot="1" noChangeAspect="1" noMove="1" noResize="1" noEditPoints="1" noAdjustHandles="1" noChangeArrowheads="1" noChangeShapeType="1" noTextEdit="1"/>
              </p:cNvSpPr>
              <p:nvPr/>
            </p:nvSpPr>
            <p:spPr>
              <a:xfrm>
                <a:off x="10232906" y="2293353"/>
                <a:ext cx="1030988" cy="477054"/>
              </a:xfrm>
              <a:prstGeom prst="rect">
                <a:avLst/>
              </a:prstGeom>
              <a:blipFill>
                <a:blip r:embed="rId8"/>
                <a:stretch>
                  <a:fillRect/>
                </a:stretch>
              </a:blipFill>
              <a:ln w="38100">
                <a:solidFill>
                  <a:schemeClr val="tx1"/>
                </a:solidFill>
              </a:ln>
            </p:spPr>
            <p:txBody>
              <a:bodyPr/>
              <a:lstStyle/>
              <a:p>
                <a:r>
                  <a:rPr lang="en-US">
                    <a:noFill/>
                  </a:rPr>
                  <a:t> </a:t>
                </a:r>
              </a:p>
            </p:txBody>
          </p:sp>
        </mc:Fallback>
      </mc:AlternateContent>
    </p:spTree>
    <p:extLst>
      <p:ext uri="{BB962C8B-B14F-4D97-AF65-F5344CB8AC3E}">
        <p14:creationId xmlns:p14="http://schemas.microsoft.com/office/powerpoint/2010/main" val="271448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Lst>
  </p:timing>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BD60C56F-A69E-0A0D-6345-1B491A37630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21C57B94-8BFF-F6CC-3EAE-E26D88A6BA21}"/>
                  </a:ext>
                </a:extLst>
              </p:cNvPr>
              <p:cNvGraphicFramePr>
                <a:graphicFrameLocks noGrp="1"/>
              </p:cNvGraphicFramePr>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3708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𝟏</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𝟐</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53390574"/>
                      </a:ext>
                    </a:extLst>
                  </a:tr>
                  <a:tr h="3708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3708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3708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Choice>
        <mc:Fallback xmlns="">
          <p:graphicFrame>
            <p:nvGraphicFramePr>
              <p:cNvPr id="2" name="Table 1">
                <a:extLst>
                  <a:ext uri="{FF2B5EF4-FFF2-40B4-BE49-F238E27FC236}">
                    <a16:creationId xmlns:a16="http://schemas.microsoft.com/office/drawing/2014/main" id="{21C57B94-8BFF-F6CC-3EAE-E26D88A6BA21}"/>
                  </a:ext>
                </a:extLst>
              </p:cNvPr>
              <p:cNvGraphicFramePr>
                <a:graphicFrameLocks noGrp="1"/>
              </p:cNvGraphicFramePr>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5486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0820" t="-2326" r="-2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00820" t="-2326" r="-1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0820" t="-2326" r="-820" b="-337209"/>
                          </a:stretch>
                        </a:blipFill>
                      </a:tcPr>
                    </a:tc>
                    <a:extLst>
                      <a:ext uri="{0D108BD9-81ED-4DB2-BD59-A6C34878D82A}">
                        <a16:rowId xmlns:a16="http://schemas.microsoft.com/office/drawing/2014/main" val="153390574"/>
                      </a:ext>
                    </a:extLst>
                  </a:tr>
                  <a:tr h="5486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5486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5486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Fallback>
      </mc:AlternateContent>
      <p:graphicFrame>
        <p:nvGraphicFramePr>
          <p:cNvPr id="9" name="Table 8">
            <a:extLst>
              <a:ext uri="{FF2B5EF4-FFF2-40B4-BE49-F238E27FC236}">
                <a16:creationId xmlns:a16="http://schemas.microsoft.com/office/drawing/2014/main" id="{A7BF02F0-494C-3185-1C9C-200C77826941}"/>
              </a:ext>
            </a:extLst>
          </p:cNvPr>
          <p:cNvGraphicFramePr>
            <a:graphicFrameLocks noGrp="1"/>
          </p:cNvGraphicFramePr>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-1</a:t>
                      </a:r>
                    </a:p>
                  </a:txBody>
                  <a:tcPr anchor="ctr"/>
                </a:tc>
                <a:tc>
                  <a:txBody>
                    <a:bodyPr/>
                    <a:lstStyle/>
                    <a:p>
                      <a:pPr algn="ctr"/>
                      <a:r>
                        <a:rPr lang="en-US" b="1" dirty="0"/>
                        <a:t>0</a:t>
                      </a:r>
                    </a:p>
                  </a:txBody>
                  <a:tcPr anchor="ctr"/>
                </a:tc>
                <a:extLst>
                  <a:ext uri="{0D108BD9-81ED-4DB2-BD59-A6C34878D82A}">
                    <a16:rowId xmlns:a16="http://schemas.microsoft.com/office/drawing/2014/main" val="3795677844"/>
                  </a:ext>
                </a:extLst>
              </a:tr>
              <a:tr h="1080000">
                <a:tc>
                  <a:txBody>
                    <a:bodyPr/>
                    <a:lstStyle/>
                    <a:p>
                      <a:pPr algn="ctr"/>
                      <a:r>
                        <a:rPr lang="en-US" b="1" dirty="0"/>
                        <a:t>0</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70E2E72-F4EC-649C-14A1-00FBB9BB2ED9}"/>
                  </a:ext>
                </a:extLst>
              </p:cNvPr>
              <p:cNvSpPr txBox="1"/>
              <p:nvPr/>
            </p:nvSpPr>
            <p:spPr>
              <a:xfrm>
                <a:off x="10232906" y="2293353"/>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10" name="TextBox 9">
                <a:extLst>
                  <a:ext uri="{FF2B5EF4-FFF2-40B4-BE49-F238E27FC236}">
                    <a16:creationId xmlns:a16="http://schemas.microsoft.com/office/drawing/2014/main" id="{070E2E72-F4EC-649C-14A1-00FBB9BB2ED9}"/>
                  </a:ext>
                </a:extLst>
              </p:cNvPr>
              <p:cNvSpPr txBox="1">
                <a:spLocks noRot="1" noChangeAspect="1" noMove="1" noResize="1" noEditPoints="1" noAdjustHandles="1" noChangeArrowheads="1" noChangeShapeType="1" noTextEdit="1"/>
              </p:cNvSpPr>
              <p:nvPr/>
            </p:nvSpPr>
            <p:spPr>
              <a:xfrm>
                <a:off x="10232906" y="2293353"/>
                <a:ext cx="1030988" cy="477054"/>
              </a:xfrm>
              <a:prstGeom prst="rect">
                <a:avLst/>
              </a:prstGeom>
              <a:blipFill>
                <a:blip r:embed="rId4"/>
                <a:stretch>
                  <a:fillRect/>
                </a:stretch>
              </a:blipFill>
              <a:ln w="38100">
                <a:solidFill>
                  <a:schemeClr val="tx1"/>
                </a:solidFill>
              </a:ln>
            </p:spPr>
            <p:txBody>
              <a:bodyPr/>
              <a:lstStyle/>
              <a:p>
                <a:r>
                  <a:rPr lang="en-US">
                    <a:noFill/>
                  </a:rPr>
                  <a:t> </a:t>
                </a:r>
              </a:p>
            </p:txBody>
          </p:sp>
        </mc:Fallback>
      </mc:AlternateContent>
      <p:sp>
        <p:nvSpPr>
          <p:cNvPr id="7" name="Rectangle 6">
            <a:extLst>
              <a:ext uri="{FF2B5EF4-FFF2-40B4-BE49-F238E27FC236}">
                <a16:creationId xmlns:a16="http://schemas.microsoft.com/office/drawing/2014/main" id="{B406343E-DAF6-C87E-195A-626BA06820B4}"/>
              </a:ext>
            </a:extLst>
          </p:cNvPr>
          <p:cNvSpPr/>
          <p:nvPr/>
        </p:nvSpPr>
        <p:spPr>
          <a:xfrm>
            <a:off x="3093720" y="545367"/>
            <a:ext cx="1564640" cy="572234"/>
          </a:xfrm>
          <a:prstGeom prst="rect">
            <a:avLst/>
          </a:prstGeom>
          <a:solidFill>
            <a:schemeClr val="accent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5DC38AC-5BE8-365D-490B-CFA49C19C2CA}"/>
              </a:ext>
            </a:extLst>
          </p:cNvPr>
          <p:cNvSpPr txBox="1"/>
          <p:nvPr/>
        </p:nvSpPr>
        <p:spPr>
          <a:xfrm>
            <a:off x="2793299" y="5254819"/>
            <a:ext cx="6605402" cy="477054"/>
          </a:xfrm>
          <a:prstGeom prst="rect">
            <a:avLst/>
          </a:prstGeom>
          <a:noFill/>
        </p:spPr>
        <p:txBody>
          <a:bodyPr wrap="square">
            <a:spAutoFit/>
          </a:bodyPr>
          <a:lstStyle/>
          <a:p>
            <a:pPr>
              <a:buNone/>
            </a:pPr>
            <a:r>
              <a:rPr lang="en-PH" sz="2500" dirty="0"/>
              <a:t>We now store the new value function of state A</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F74C5813-ED07-1C22-E4C1-B571EB6D1EBD}"/>
                  </a:ext>
                </a:extLst>
              </p:cNvPr>
              <p:cNvSpPr txBox="1"/>
              <p:nvPr/>
            </p:nvSpPr>
            <p:spPr>
              <a:xfrm>
                <a:off x="0" y="2705367"/>
                <a:ext cx="10078720" cy="81259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b="0" i="1" dirty="0" smtClean="0">
                              <a:solidFill>
                                <a:srgbClr val="000000"/>
                              </a:solidFill>
                              <a:latin typeface="Cambria Math" panose="02040503050406030204" pitchFamily="18" charset="0"/>
                            </a:rPr>
                          </m:ctrlPr>
                        </m:sSubPr>
                        <m:e>
                          <m:r>
                            <a:rPr lang="en-GB" sz="2500" b="0" i="1" dirty="0" smtClean="0">
                              <a:solidFill>
                                <a:srgbClr val="000000"/>
                              </a:solidFill>
                              <a:latin typeface="Cambria Math" panose="02040503050406030204" pitchFamily="18" charset="0"/>
                            </a:rPr>
                            <m:t>𝑣</m:t>
                          </m:r>
                        </m:e>
                        <m:sub>
                          <m:r>
                            <a:rPr lang="en-GB" sz="2500" b="0" i="1" dirty="0" smtClean="0">
                              <a:solidFill>
                                <a:srgbClr val="000000"/>
                              </a:solidFill>
                              <a:latin typeface="Cambria Math" panose="02040503050406030204" pitchFamily="18" charset="0"/>
                            </a:rPr>
                            <m:t>𝑘</m:t>
                          </m:r>
                          <m:r>
                            <a:rPr lang="en-GB" sz="2500" b="0" i="1" dirty="0" smtClean="0">
                              <a:solidFill>
                                <a:srgbClr val="000000"/>
                              </a:solidFill>
                              <a:latin typeface="Cambria Math" panose="02040503050406030204" pitchFamily="18" charset="0"/>
                            </a:rPr>
                            <m:t>+1</m:t>
                          </m:r>
                        </m:sub>
                      </m:sSub>
                      <m:d>
                        <m:dPr>
                          <m:ctrlPr>
                            <a:rPr lang="en-GB" sz="2500" i="1" dirty="0">
                              <a:solidFill>
                                <a:srgbClr val="000000"/>
                              </a:solidFill>
                              <a:latin typeface="Cambria Math" panose="02040503050406030204" pitchFamily="18" charset="0"/>
                            </a:rPr>
                          </m:ctrlPr>
                        </m:dPr>
                        <m:e>
                          <m:r>
                            <a:rPr lang="en-GB" sz="2500" b="0" i="1" dirty="0" smtClean="0">
                              <a:solidFill>
                                <a:srgbClr val="000000"/>
                              </a:solidFill>
                              <a:latin typeface="Cambria Math" panose="02040503050406030204" pitchFamily="18" charset="0"/>
                            </a:rPr>
                            <m:t>𝐴</m:t>
                          </m:r>
                        </m:e>
                      </m:d>
                      <m:r>
                        <a:rPr lang="en-PH" sz="2500" b="0" i="1" u="none" strike="noStrike" dirty="0">
                          <a:solidFill>
                            <a:srgbClr val="000000"/>
                          </a:solidFill>
                          <a:effectLst/>
                          <a:latin typeface="Cambria Math" panose="02040503050406030204" pitchFamily="18" charset="0"/>
                        </a:rPr>
                        <m:t>=</m:t>
                      </m:r>
                      <m:f>
                        <m:fPr>
                          <m:ctrlPr>
                            <a:rPr lang="en-PH" sz="2500" b="0" i="1" u="none" strike="noStrike" dirty="0" smtClean="0">
                              <a:solidFill>
                                <a:srgbClr val="000000"/>
                              </a:solidFill>
                              <a:effectLst/>
                              <a:latin typeface="Cambria Math" panose="02040503050406030204" pitchFamily="18" charset="0"/>
                            </a:rPr>
                          </m:ctrlPr>
                        </m:fPr>
                        <m:num>
                          <m:r>
                            <a:rPr lang="en-GB" sz="2500" b="0" i="1" u="none" strike="noStrike" dirty="0" smtClean="0">
                              <a:solidFill>
                                <a:srgbClr val="000000"/>
                              </a:solidFill>
                              <a:effectLst/>
                              <a:latin typeface="Cambria Math" panose="02040503050406030204" pitchFamily="18" charset="0"/>
                            </a:rPr>
                            <m:t>1</m:t>
                          </m:r>
                        </m:num>
                        <m:den>
                          <m:r>
                            <a:rPr lang="en-GB" sz="2500" b="0" i="1" u="none" strike="noStrike" dirty="0" smtClean="0">
                              <a:solidFill>
                                <a:srgbClr val="000000"/>
                              </a:solidFill>
                              <a:effectLst/>
                              <a:latin typeface="Cambria Math" panose="02040503050406030204" pitchFamily="18" charset="0"/>
                            </a:rPr>
                            <m:t>4</m:t>
                          </m:r>
                        </m:den>
                      </m:f>
                      <m:r>
                        <a:rPr lang="en-PH" sz="2500" b="0" i="1" u="none" strike="noStrike" dirty="0" smtClean="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𝑣</m:t>
                      </m:r>
                      <m:r>
                        <a:rPr lang="en-PH" sz="2500" b="0" i="1" u="none" strike="noStrike" dirty="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𝐴</m:t>
                      </m:r>
                      <m:r>
                        <a:rPr lang="en-PH" sz="2500" b="0" i="1" u="none" strike="noStrike" dirty="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𝑣</m:t>
                      </m:r>
                      <m:r>
                        <a:rPr lang="en-PH" sz="2500" b="0" i="1" u="none" strike="noStrike" dirty="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𝐵</m:t>
                      </m:r>
                      <m:r>
                        <a:rPr lang="en-PH" sz="2500" b="0" i="1" u="none" strike="noStrike" dirty="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𝑣</m:t>
                      </m:r>
                      <m:r>
                        <a:rPr lang="en-PH" sz="2500" b="0" i="1" u="none" strike="noStrike" dirty="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𝐶</m:t>
                      </m:r>
                      <m:r>
                        <a:rPr lang="en-PH" sz="2500" b="0" i="1" u="none" strike="noStrike" dirty="0">
                          <a:solidFill>
                            <a:srgbClr val="000000"/>
                          </a:solidFill>
                          <a:effectLst/>
                          <a:latin typeface="Cambria Math" panose="02040503050406030204" pitchFamily="18" charset="0"/>
                        </a:rPr>
                        <m:t>))+(−1+</m:t>
                      </m:r>
                      <m:r>
                        <a:rPr lang="en-PH" sz="2500" i="1" dirty="0">
                          <a:solidFill>
                            <a:srgbClr val="000000"/>
                          </a:solidFill>
                          <a:latin typeface="Cambria Math" panose="02040503050406030204" pitchFamily="18" charset="0"/>
                        </a:rPr>
                        <m:t>𝑣</m:t>
                      </m:r>
                      <m:r>
                        <a:rPr lang="en-PH" sz="2500" i="1" dirty="0">
                          <a:solidFill>
                            <a:srgbClr val="000000"/>
                          </a:solidFill>
                          <a:latin typeface="Cambria Math" panose="02040503050406030204" pitchFamily="18" charset="0"/>
                        </a:rPr>
                        <m:t>(</m:t>
                      </m:r>
                      <m:r>
                        <a:rPr lang="en-GB" sz="2500" b="0" i="1" dirty="0" smtClean="0">
                          <a:solidFill>
                            <a:srgbClr val="000000"/>
                          </a:solidFill>
                          <a:latin typeface="Cambria Math" panose="02040503050406030204" pitchFamily="18" charset="0"/>
                        </a:rPr>
                        <m:t>𝐴</m:t>
                      </m:r>
                      <m:r>
                        <a:rPr lang="en-PH" sz="2500" i="1" dirty="0">
                          <a:solidFill>
                            <a:srgbClr val="000000"/>
                          </a:solidFill>
                          <a:latin typeface="Cambria Math" panose="02040503050406030204" pitchFamily="18" charset="0"/>
                        </a:rPr>
                        <m:t>))</m:t>
                      </m:r>
                    </m:oMath>
                  </m:oMathPara>
                </a14:m>
                <a:endParaRPr lang="en-US" sz="2500" dirty="0"/>
              </a:p>
            </p:txBody>
          </p:sp>
        </mc:Choice>
        <mc:Fallback xmlns="">
          <p:sp>
            <p:nvSpPr>
              <p:cNvPr id="12" name="TextBox 11">
                <a:extLst>
                  <a:ext uri="{FF2B5EF4-FFF2-40B4-BE49-F238E27FC236}">
                    <a16:creationId xmlns:a16="http://schemas.microsoft.com/office/drawing/2014/main" id="{F74C5813-ED07-1C22-E4C1-B571EB6D1EBD}"/>
                  </a:ext>
                </a:extLst>
              </p:cNvPr>
              <p:cNvSpPr txBox="1">
                <a:spLocks noRot="1" noChangeAspect="1" noMove="1" noResize="1" noEditPoints="1" noAdjustHandles="1" noChangeArrowheads="1" noChangeShapeType="1" noTextEdit="1"/>
              </p:cNvSpPr>
              <p:nvPr/>
            </p:nvSpPr>
            <p:spPr>
              <a:xfrm>
                <a:off x="0" y="2705367"/>
                <a:ext cx="10078720" cy="812595"/>
              </a:xfrm>
              <a:prstGeom prst="rect">
                <a:avLst/>
              </a:prstGeom>
              <a:blipFill>
                <a:blip r:embed="rId5"/>
                <a:stretch>
                  <a:fillRect r="-252" b="-62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815C5FF2-1B34-DFFD-37F5-90F5126911CA}"/>
                  </a:ext>
                </a:extLst>
              </p:cNvPr>
              <p:cNvSpPr txBox="1"/>
              <p:nvPr/>
            </p:nvSpPr>
            <p:spPr>
              <a:xfrm>
                <a:off x="-44207" y="3556919"/>
                <a:ext cx="8257110" cy="81259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i="1" dirty="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r>
                        <a:rPr lang="en-GB" sz="2500" i="1" dirty="0">
                          <a:solidFill>
                            <a:srgbClr val="000000"/>
                          </a:solidFill>
                          <a:latin typeface="Cambria Math" panose="02040503050406030204" pitchFamily="18" charset="0"/>
                        </a:rPr>
                        <m:t> </m:t>
                      </m:r>
                      <m:d>
                        <m:dPr>
                          <m:ctrlPr>
                            <a:rPr lang="en-GB" sz="2500" i="1" dirty="0">
                              <a:solidFill>
                                <a:srgbClr val="000000"/>
                              </a:solidFill>
                              <a:latin typeface="Cambria Math" panose="02040503050406030204" pitchFamily="18" charset="0"/>
                            </a:rPr>
                          </m:ctrlPr>
                        </m:dPr>
                        <m:e>
                          <m:r>
                            <a:rPr lang="en-GB" sz="2500" i="1" dirty="0">
                              <a:solidFill>
                                <a:srgbClr val="000000"/>
                              </a:solidFill>
                              <a:latin typeface="Cambria Math" panose="02040503050406030204" pitchFamily="18" charset="0"/>
                            </a:rPr>
                            <m:t>𝐴</m:t>
                          </m:r>
                        </m:e>
                      </m:d>
                      <m:r>
                        <a:rPr lang="en-PH" sz="2500" b="0" i="1" u="none" strike="noStrike" dirty="0">
                          <a:solidFill>
                            <a:srgbClr val="000000"/>
                          </a:solidFill>
                          <a:effectLst/>
                          <a:latin typeface="Cambria Math" panose="02040503050406030204" pitchFamily="18" charset="0"/>
                        </a:rPr>
                        <m:t>=</m:t>
                      </m:r>
                      <m:f>
                        <m:fPr>
                          <m:ctrlPr>
                            <a:rPr lang="en-PH" sz="2500" b="0" i="1" u="none" strike="noStrike" dirty="0" smtClean="0">
                              <a:solidFill>
                                <a:srgbClr val="000000"/>
                              </a:solidFill>
                              <a:effectLst/>
                              <a:latin typeface="Cambria Math" panose="02040503050406030204" pitchFamily="18" charset="0"/>
                            </a:rPr>
                          </m:ctrlPr>
                        </m:fPr>
                        <m:num>
                          <m:r>
                            <a:rPr lang="en-GB" sz="2500" b="0" i="1" u="none" strike="noStrike" dirty="0" smtClean="0">
                              <a:solidFill>
                                <a:srgbClr val="000000"/>
                              </a:solidFill>
                              <a:effectLst/>
                              <a:latin typeface="Cambria Math" panose="02040503050406030204" pitchFamily="18" charset="0"/>
                            </a:rPr>
                            <m:t>1</m:t>
                          </m:r>
                        </m:num>
                        <m:den>
                          <m:r>
                            <a:rPr lang="en-GB" sz="2500" b="0" i="1" u="none" strike="noStrike" dirty="0" smtClean="0">
                              <a:solidFill>
                                <a:srgbClr val="000000"/>
                              </a:solidFill>
                              <a:effectLst/>
                              <a:latin typeface="Cambria Math" panose="02040503050406030204" pitchFamily="18" charset="0"/>
                            </a:rPr>
                            <m:t>4</m:t>
                          </m:r>
                        </m:den>
                      </m:f>
                      <m:r>
                        <a:rPr lang="en-PH" sz="2500" b="0" i="1" u="none" strike="noStrike" dirty="0" smtClean="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0</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0</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0</m:t>
                      </m:r>
                      <m:r>
                        <a:rPr lang="en-PH" sz="2500" b="0" i="1" u="none" strike="noStrike" dirty="0">
                          <a:solidFill>
                            <a:srgbClr val="000000"/>
                          </a:solidFill>
                          <a:effectLst/>
                          <a:latin typeface="Cambria Math" panose="02040503050406030204" pitchFamily="18" charset="0"/>
                        </a:rPr>
                        <m:t>)+</m:t>
                      </m:r>
                      <m:r>
                        <a:rPr lang="en-PH" sz="2500" i="1" dirty="0">
                          <a:solidFill>
                            <a:srgbClr val="000000"/>
                          </a:solidFill>
                          <a:latin typeface="Cambria Math" panose="02040503050406030204" pitchFamily="18" charset="0"/>
                        </a:rPr>
                        <m:t>(−1+</m:t>
                      </m:r>
                      <m:r>
                        <a:rPr lang="en-GB" sz="2500" b="0" i="1" dirty="0" smtClean="0">
                          <a:solidFill>
                            <a:srgbClr val="000000"/>
                          </a:solidFill>
                          <a:latin typeface="Cambria Math" panose="02040503050406030204" pitchFamily="18" charset="0"/>
                        </a:rPr>
                        <m:t>0</m:t>
                      </m:r>
                      <m:r>
                        <a:rPr lang="en-PH" sz="2500" i="1" dirty="0">
                          <a:solidFill>
                            <a:srgbClr val="000000"/>
                          </a:solidFill>
                          <a:latin typeface="Cambria Math" panose="02040503050406030204" pitchFamily="18" charset="0"/>
                        </a:rPr>
                        <m:t>)</m:t>
                      </m:r>
                    </m:oMath>
                  </m:oMathPara>
                </a14:m>
                <a:endParaRPr lang="en-US" sz="2500" dirty="0"/>
              </a:p>
            </p:txBody>
          </p:sp>
        </mc:Choice>
        <mc:Fallback xmlns="">
          <p:sp>
            <p:nvSpPr>
              <p:cNvPr id="13" name="TextBox 12">
                <a:extLst>
                  <a:ext uri="{FF2B5EF4-FFF2-40B4-BE49-F238E27FC236}">
                    <a16:creationId xmlns:a16="http://schemas.microsoft.com/office/drawing/2014/main" id="{815C5FF2-1B34-DFFD-37F5-90F5126911CA}"/>
                  </a:ext>
                </a:extLst>
              </p:cNvPr>
              <p:cNvSpPr txBox="1">
                <a:spLocks noRot="1" noChangeAspect="1" noMove="1" noResize="1" noEditPoints="1" noAdjustHandles="1" noChangeArrowheads="1" noChangeShapeType="1" noTextEdit="1"/>
              </p:cNvSpPr>
              <p:nvPr/>
            </p:nvSpPr>
            <p:spPr>
              <a:xfrm>
                <a:off x="-44207" y="3556919"/>
                <a:ext cx="8257110" cy="812595"/>
              </a:xfrm>
              <a:prstGeom prst="rect">
                <a:avLst/>
              </a:prstGeom>
              <a:blipFill>
                <a:blip r:embed="rId6"/>
                <a:stretch>
                  <a:fillRect r="-154" b="-45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B563D730-FE48-D012-3992-7C5604624CD9}"/>
                  </a:ext>
                </a:extLst>
              </p:cNvPr>
              <p:cNvSpPr txBox="1"/>
              <p:nvPr/>
            </p:nvSpPr>
            <p:spPr>
              <a:xfrm>
                <a:off x="0" y="4471754"/>
                <a:ext cx="2198891" cy="477054"/>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i="1" dirty="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d>
                        <m:dPr>
                          <m:ctrlPr>
                            <a:rPr lang="en-GB" sz="2500" i="1" dirty="0">
                              <a:solidFill>
                                <a:srgbClr val="000000"/>
                              </a:solidFill>
                              <a:latin typeface="Cambria Math" panose="02040503050406030204" pitchFamily="18" charset="0"/>
                            </a:rPr>
                          </m:ctrlPr>
                        </m:dPr>
                        <m:e>
                          <m:r>
                            <a:rPr lang="en-GB" sz="2500" i="1" dirty="0">
                              <a:solidFill>
                                <a:srgbClr val="000000"/>
                              </a:solidFill>
                              <a:latin typeface="Cambria Math" panose="02040503050406030204" pitchFamily="18" charset="0"/>
                            </a:rPr>
                            <m:t>𝐴</m:t>
                          </m:r>
                        </m:e>
                      </m:d>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−1</m:t>
                      </m:r>
                    </m:oMath>
                  </m:oMathPara>
                </a14:m>
                <a:endParaRPr lang="en-US" sz="2500" dirty="0"/>
              </a:p>
            </p:txBody>
          </p:sp>
        </mc:Choice>
        <mc:Fallback xmlns="">
          <p:sp>
            <p:nvSpPr>
              <p:cNvPr id="14" name="TextBox 13">
                <a:extLst>
                  <a:ext uri="{FF2B5EF4-FFF2-40B4-BE49-F238E27FC236}">
                    <a16:creationId xmlns:a16="http://schemas.microsoft.com/office/drawing/2014/main" id="{B563D730-FE48-D012-3992-7C5604624CD9}"/>
                  </a:ext>
                </a:extLst>
              </p:cNvPr>
              <p:cNvSpPr txBox="1">
                <a:spLocks noRot="1" noChangeAspect="1" noMove="1" noResize="1" noEditPoints="1" noAdjustHandles="1" noChangeArrowheads="1" noChangeShapeType="1" noTextEdit="1"/>
              </p:cNvSpPr>
              <p:nvPr/>
            </p:nvSpPr>
            <p:spPr>
              <a:xfrm>
                <a:off x="0" y="4471754"/>
                <a:ext cx="2198891" cy="477054"/>
              </a:xfrm>
              <a:prstGeom prst="rect">
                <a:avLst/>
              </a:prstGeom>
              <a:blipFill>
                <a:blip r:embed="rId7"/>
                <a:stretch>
                  <a:fillRect/>
                </a:stretch>
              </a:blipFill>
              <a:ln w="38100">
                <a:solidFill>
                  <a:srgbClr val="00B050"/>
                </a:solidFill>
              </a:ln>
            </p:spPr>
            <p:txBody>
              <a:bodyPr/>
              <a:lstStyle/>
              <a:p>
                <a:r>
                  <a:rPr lang="en-US">
                    <a:noFill/>
                  </a:rPr>
                  <a:t> </a:t>
                </a:r>
              </a:p>
            </p:txBody>
          </p:sp>
        </mc:Fallback>
      </mc:AlternateContent>
    </p:spTree>
    <p:extLst>
      <p:ext uri="{BB962C8B-B14F-4D97-AF65-F5344CB8AC3E}">
        <p14:creationId xmlns:p14="http://schemas.microsoft.com/office/powerpoint/2010/main" val="21282675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p:bldLst>
  </p:timing>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6EF35C0E-6BEF-880A-A553-AF64EC7BD55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7068E89D-285D-661D-808A-C8075BC0AF16}"/>
                  </a:ext>
                </a:extLst>
              </p:cNvPr>
              <p:cNvGraphicFramePr>
                <a:graphicFrameLocks noGrp="1"/>
              </p:cNvGraphicFramePr>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3708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𝟏</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𝟐</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53390574"/>
                      </a:ext>
                    </a:extLst>
                  </a:tr>
                  <a:tr h="3708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3708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3708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Choice>
        <mc:Fallback xmlns="">
          <p:graphicFrame>
            <p:nvGraphicFramePr>
              <p:cNvPr id="2" name="Table 1">
                <a:extLst>
                  <a:ext uri="{FF2B5EF4-FFF2-40B4-BE49-F238E27FC236}">
                    <a16:creationId xmlns:a16="http://schemas.microsoft.com/office/drawing/2014/main" id="{7068E89D-285D-661D-808A-C8075BC0AF16}"/>
                  </a:ext>
                </a:extLst>
              </p:cNvPr>
              <p:cNvGraphicFramePr>
                <a:graphicFrameLocks noGrp="1"/>
              </p:cNvGraphicFramePr>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5486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0820" t="-2326" r="-2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00820" t="-2326" r="-1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0820" t="-2326" r="-820" b="-337209"/>
                          </a:stretch>
                        </a:blipFill>
                      </a:tcPr>
                    </a:tc>
                    <a:extLst>
                      <a:ext uri="{0D108BD9-81ED-4DB2-BD59-A6C34878D82A}">
                        <a16:rowId xmlns:a16="http://schemas.microsoft.com/office/drawing/2014/main" val="153390574"/>
                      </a:ext>
                    </a:extLst>
                  </a:tr>
                  <a:tr h="5486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5486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5486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Fallback>
      </mc:AlternateContent>
      <p:graphicFrame>
        <p:nvGraphicFramePr>
          <p:cNvPr id="9" name="Table 8">
            <a:extLst>
              <a:ext uri="{FF2B5EF4-FFF2-40B4-BE49-F238E27FC236}">
                <a16:creationId xmlns:a16="http://schemas.microsoft.com/office/drawing/2014/main" id="{2B92C0F4-EFA4-4333-6FB6-5B87502C35AD}"/>
              </a:ext>
            </a:extLst>
          </p:cNvPr>
          <p:cNvGraphicFramePr>
            <a:graphicFrameLocks noGrp="1"/>
          </p:cNvGraphicFramePr>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-1</a:t>
                      </a:r>
                    </a:p>
                  </a:txBody>
                  <a:tcPr anchor="ctr"/>
                </a:tc>
                <a:tc>
                  <a:txBody>
                    <a:bodyPr/>
                    <a:lstStyle/>
                    <a:p>
                      <a:pPr algn="ctr"/>
                      <a:r>
                        <a:rPr lang="en-US" b="1" dirty="0"/>
                        <a:t>0</a:t>
                      </a:r>
                    </a:p>
                  </a:txBody>
                  <a:tcPr anchor="ctr"/>
                </a:tc>
                <a:extLst>
                  <a:ext uri="{0D108BD9-81ED-4DB2-BD59-A6C34878D82A}">
                    <a16:rowId xmlns:a16="http://schemas.microsoft.com/office/drawing/2014/main" val="3795677844"/>
                  </a:ext>
                </a:extLst>
              </a:tr>
              <a:tr h="1080000">
                <a:tc>
                  <a:txBody>
                    <a:bodyPr/>
                    <a:lstStyle/>
                    <a:p>
                      <a:pPr algn="ctr"/>
                      <a:r>
                        <a:rPr lang="en-US" b="1" dirty="0"/>
                        <a:t>0</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A2F564A-BB0A-CCF9-6849-9ED4819F43A5}"/>
                  </a:ext>
                </a:extLst>
              </p:cNvPr>
              <p:cNvSpPr txBox="1"/>
              <p:nvPr/>
            </p:nvSpPr>
            <p:spPr>
              <a:xfrm>
                <a:off x="10232906" y="2293353"/>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10" name="TextBox 9">
                <a:extLst>
                  <a:ext uri="{FF2B5EF4-FFF2-40B4-BE49-F238E27FC236}">
                    <a16:creationId xmlns:a16="http://schemas.microsoft.com/office/drawing/2014/main" id="{0A2F564A-BB0A-CCF9-6849-9ED4819F43A5}"/>
                  </a:ext>
                </a:extLst>
              </p:cNvPr>
              <p:cNvSpPr txBox="1">
                <a:spLocks noRot="1" noChangeAspect="1" noMove="1" noResize="1" noEditPoints="1" noAdjustHandles="1" noChangeArrowheads="1" noChangeShapeType="1" noTextEdit="1"/>
              </p:cNvSpPr>
              <p:nvPr/>
            </p:nvSpPr>
            <p:spPr>
              <a:xfrm>
                <a:off x="10232906" y="2293353"/>
                <a:ext cx="1030988" cy="477054"/>
              </a:xfrm>
              <a:prstGeom prst="rect">
                <a:avLst/>
              </a:prstGeom>
              <a:blipFill>
                <a:blip r:embed="rId4"/>
                <a:stretch>
                  <a:fillRect/>
                </a:stretch>
              </a:blipFill>
              <a:ln w="38100">
                <a:solidFill>
                  <a:schemeClr val="tx1"/>
                </a:solidFill>
              </a:ln>
            </p:spPr>
            <p:txBody>
              <a:bodyPr/>
              <a:lstStyle/>
              <a:p>
                <a:r>
                  <a:rPr lang="en-US">
                    <a:noFill/>
                  </a:rPr>
                  <a:t> </a:t>
                </a:r>
              </a:p>
            </p:txBody>
          </p:sp>
        </mc:Fallback>
      </mc:AlternateContent>
      <p:sp>
        <p:nvSpPr>
          <p:cNvPr id="7" name="Rectangle 6">
            <a:extLst>
              <a:ext uri="{FF2B5EF4-FFF2-40B4-BE49-F238E27FC236}">
                <a16:creationId xmlns:a16="http://schemas.microsoft.com/office/drawing/2014/main" id="{9DD9200B-5E44-A437-D320-80B897A152FC}"/>
              </a:ext>
            </a:extLst>
          </p:cNvPr>
          <p:cNvSpPr/>
          <p:nvPr/>
        </p:nvSpPr>
        <p:spPr>
          <a:xfrm>
            <a:off x="3093720" y="545367"/>
            <a:ext cx="1564640" cy="572234"/>
          </a:xfrm>
          <a:prstGeom prst="rect">
            <a:avLst/>
          </a:prstGeom>
          <a:solidFill>
            <a:schemeClr val="accent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21FE9B1-9356-4527-8D3F-D9C906B398C8}"/>
              </a:ext>
            </a:extLst>
          </p:cNvPr>
          <p:cNvSpPr txBox="1"/>
          <p:nvPr/>
        </p:nvSpPr>
        <p:spPr>
          <a:xfrm>
            <a:off x="3586129" y="5254819"/>
            <a:ext cx="5019741" cy="477054"/>
          </a:xfrm>
          <a:prstGeom prst="rect">
            <a:avLst/>
          </a:prstGeom>
          <a:noFill/>
        </p:spPr>
        <p:txBody>
          <a:bodyPr wrap="square">
            <a:spAutoFit/>
          </a:bodyPr>
          <a:lstStyle/>
          <a:p>
            <a:pPr>
              <a:buNone/>
            </a:pPr>
            <a:r>
              <a:rPr lang="en-PH" sz="2500" dirty="0"/>
              <a:t>We do the same process for state B</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8C5B819B-A791-16CA-ADAD-43A6CCC45CF3}"/>
                  </a:ext>
                </a:extLst>
              </p:cNvPr>
              <p:cNvSpPr txBox="1"/>
              <p:nvPr/>
            </p:nvSpPr>
            <p:spPr>
              <a:xfrm>
                <a:off x="0" y="2705367"/>
                <a:ext cx="10078720" cy="81259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b="0" i="1" dirty="0" smtClean="0">
                              <a:solidFill>
                                <a:srgbClr val="000000"/>
                              </a:solidFill>
                              <a:latin typeface="Cambria Math" panose="02040503050406030204" pitchFamily="18" charset="0"/>
                            </a:rPr>
                          </m:ctrlPr>
                        </m:sSubPr>
                        <m:e>
                          <m:r>
                            <a:rPr lang="en-GB" sz="2500" b="0" i="1" dirty="0" smtClean="0">
                              <a:solidFill>
                                <a:srgbClr val="000000"/>
                              </a:solidFill>
                              <a:latin typeface="Cambria Math" panose="02040503050406030204" pitchFamily="18" charset="0"/>
                            </a:rPr>
                            <m:t>𝑣</m:t>
                          </m:r>
                        </m:e>
                        <m:sub>
                          <m:r>
                            <a:rPr lang="en-GB" sz="2500" b="0" i="1" dirty="0" smtClean="0">
                              <a:solidFill>
                                <a:srgbClr val="000000"/>
                              </a:solidFill>
                              <a:latin typeface="Cambria Math" panose="02040503050406030204" pitchFamily="18" charset="0"/>
                            </a:rPr>
                            <m:t>𝑘</m:t>
                          </m:r>
                          <m:r>
                            <a:rPr lang="en-GB" sz="2500" b="0" i="1" dirty="0" smtClean="0">
                              <a:solidFill>
                                <a:srgbClr val="000000"/>
                              </a:solidFill>
                              <a:latin typeface="Cambria Math" panose="02040503050406030204" pitchFamily="18" charset="0"/>
                            </a:rPr>
                            <m:t>+1</m:t>
                          </m:r>
                        </m:sub>
                      </m:sSub>
                      <m:d>
                        <m:dPr>
                          <m:ctrlPr>
                            <a:rPr lang="en-GB" sz="2500" i="1" dirty="0">
                              <a:solidFill>
                                <a:srgbClr val="000000"/>
                              </a:solidFill>
                              <a:latin typeface="Cambria Math" panose="02040503050406030204" pitchFamily="18" charset="0"/>
                            </a:rPr>
                          </m:ctrlPr>
                        </m:dPr>
                        <m:e>
                          <m:r>
                            <a:rPr lang="en-GB" sz="2500" b="0" i="1" dirty="0" smtClean="0">
                              <a:solidFill>
                                <a:srgbClr val="000000"/>
                              </a:solidFill>
                              <a:latin typeface="Cambria Math" panose="02040503050406030204" pitchFamily="18" charset="0"/>
                            </a:rPr>
                            <m:t>𝐵</m:t>
                          </m:r>
                        </m:e>
                      </m:d>
                      <m:r>
                        <a:rPr lang="en-PH" sz="2500" b="0" i="1" u="none" strike="noStrike" dirty="0">
                          <a:solidFill>
                            <a:srgbClr val="000000"/>
                          </a:solidFill>
                          <a:effectLst/>
                          <a:latin typeface="Cambria Math" panose="02040503050406030204" pitchFamily="18" charset="0"/>
                        </a:rPr>
                        <m:t>=</m:t>
                      </m:r>
                      <m:f>
                        <m:fPr>
                          <m:ctrlPr>
                            <a:rPr lang="en-PH" sz="2500" b="0" i="1" u="none" strike="noStrike" dirty="0" smtClean="0">
                              <a:solidFill>
                                <a:srgbClr val="000000"/>
                              </a:solidFill>
                              <a:effectLst/>
                              <a:latin typeface="Cambria Math" panose="02040503050406030204" pitchFamily="18" charset="0"/>
                            </a:rPr>
                          </m:ctrlPr>
                        </m:fPr>
                        <m:num>
                          <m:r>
                            <a:rPr lang="en-GB" sz="2500" b="0" i="1" u="none" strike="noStrike" dirty="0" smtClean="0">
                              <a:solidFill>
                                <a:srgbClr val="000000"/>
                              </a:solidFill>
                              <a:effectLst/>
                              <a:latin typeface="Cambria Math" panose="02040503050406030204" pitchFamily="18" charset="0"/>
                            </a:rPr>
                            <m:t>1</m:t>
                          </m:r>
                        </m:num>
                        <m:den>
                          <m:r>
                            <a:rPr lang="en-GB" sz="2500" b="0" i="1" u="none" strike="noStrike" dirty="0" smtClean="0">
                              <a:solidFill>
                                <a:srgbClr val="000000"/>
                              </a:solidFill>
                              <a:effectLst/>
                              <a:latin typeface="Cambria Math" panose="02040503050406030204" pitchFamily="18" charset="0"/>
                            </a:rPr>
                            <m:t>4</m:t>
                          </m:r>
                        </m:den>
                      </m:f>
                      <m:r>
                        <a:rPr lang="en-PH" sz="2500" b="0" i="1" u="none" strike="noStrike" dirty="0" smtClean="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𝑣</m:t>
                      </m:r>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𝐴</m:t>
                      </m:r>
                      <m:r>
                        <a:rPr lang="en-PH" sz="2500" b="0" i="1" u="none" strike="noStrike" dirty="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𝑣</m:t>
                      </m:r>
                      <m:r>
                        <a:rPr lang="en-PH" sz="2500" b="0" i="1" u="none" strike="noStrike" dirty="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𝐵</m:t>
                      </m:r>
                      <m:r>
                        <a:rPr lang="en-PH" sz="2500" b="0" i="1" u="none" strike="noStrike" dirty="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𝑣</m:t>
                      </m:r>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𝐷</m:t>
                      </m:r>
                      <m:r>
                        <a:rPr lang="en-PH" sz="2500" b="0" i="1" u="none" strike="noStrike" dirty="0">
                          <a:solidFill>
                            <a:srgbClr val="000000"/>
                          </a:solidFill>
                          <a:effectLst/>
                          <a:latin typeface="Cambria Math" panose="02040503050406030204" pitchFamily="18" charset="0"/>
                        </a:rPr>
                        <m:t>))+(−1+</m:t>
                      </m:r>
                      <m:r>
                        <a:rPr lang="en-PH" sz="2500" i="1" dirty="0">
                          <a:solidFill>
                            <a:srgbClr val="000000"/>
                          </a:solidFill>
                          <a:latin typeface="Cambria Math" panose="02040503050406030204" pitchFamily="18" charset="0"/>
                        </a:rPr>
                        <m:t>𝑣</m:t>
                      </m:r>
                      <m:r>
                        <a:rPr lang="en-PH" sz="2500" i="1" dirty="0">
                          <a:solidFill>
                            <a:srgbClr val="000000"/>
                          </a:solidFill>
                          <a:latin typeface="Cambria Math" panose="02040503050406030204" pitchFamily="18" charset="0"/>
                        </a:rPr>
                        <m:t>(</m:t>
                      </m:r>
                      <m:r>
                        <a:rPr lang="en-GB" sz="2500" b="0" i="1" dirty="0" smtClean="0">
                          <a:solidFill>
                            <a:srgbClr val="000000"/>
                          </a:solidFill>
                          <a:latin typeface="Cambria Math" panose="02040503050406030204" pitchFamily="18" charset="0"/>
                        </a:rPr>
                        <m:t>𝐵</m:t>
                      </m:r>
                      <m:r>
                        <a:rPr lang="en-PH" sz="2500" i="1" dirty="0">
                          <a:solidFill>
                            <a:srgbClr val="000000"/>
                          </a:solidFill>
                          <a:latin typeface="Cambria Math" panose="02040503050406030204" pitchFamily="18" charset="0"/>
                        </a:rPr>
                        <m:t>))</m:t>
                      </m:r>
                    </m:oMath>
                  </m:oMathPara>
                </a14:m>
                <a:endParaRPr lang="en-US" sz="2500" dirty="0"/>
              </a:p>
            </p:txBody>
          </p:sp>
        </mc:Choice>
        <mc:Fallback xmlns="">
          <p:sp>
            <p:nvSpPr>
              <p:cNvPr id="12" name="TextBox 11">
                <a:extLst>
                  <a:ext uri="{FF2B5EF4-FFF2-40B4-BE49-F238E27FC236}">
                    <a16:creationId xmlns:a16="http://schemas.microsoft.com/office/drawing/2014/main" id="{8C5B819B-A791-16CA-ADAD-43A6CCC45CF3}"/>
                  </a:ext>
                </a:extLst>
              </p:cNvPr>
              <p:cNvSpPr txBox="1">
                <a:spLocks noRot="1" noChangeAspect="1" noMove="1" noResize="1" noEditPoints="1" noAdjustHandles="1" noChangeArrowheads="1" noChangeShapeType="1" noTextEdit="1"/>
              </p:cNvSpPr>
              <p:nvPr/>
            </p:nvSpPr>
            <p:spPr>
              <a:xfrm>
                <a:off x="0" y="2705367"/>
                <a:ext cx="10078720" cy="812595"/>
              </a:xfrm>
              <a:prstGeom prst="rect">
                <a:avLst/>
              </a:prstGeom>
              <a:blipFill>
                <a:blip r:embed="rId5"/>
                <a:stretch>
                  <a:fillRect r="-504" b="-62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4BE3987E-2FD7-170E-982B-029229EC679C}"/>
                  </a:ext>
                </a:extLst>
              </p:cNvPr>
              <p:cNvSpPr txBox="1"/>
              <p:nvPr/>
            </p:nvSpPr>
            <p:spPr>
              <a:xfrm>
                <a:off x="-44207" y="3556919"/>
                <a:ext cx="8257110" cy="81259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i="1" dirty="0" smtClean="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r>
                        <a:rPr lang="en-GB" sz="2500" i="1" dirty="0">
                          <a:solidFill>
                            <a:srgbClr val="000000"/>
                          </a:solidFill>
                          <a:latin typeface="Cambria Math" panose="02040503050406030204" pitchFamily="18" charset="0"/>
                        </a:rPr>
                        <m:t> </m:t>
                      </m:r>
                      <m:d>
                        <m:dPr>
                          <m:ctrlPr>
                            <a:rPr lang="en-GB" sz="2500" i="1" dirty="0">
                              <a:solidFill>
                                <a:srgbClr val="000000"/>
                              </a:solidFill>
                              <a:latin typeface="Cambria Math" panose="02040503050406030204" pitchFamily="18" charset="0"/>
                            </a:rPr>
                          </m:ctrlPr>
                        </m:dPr>
                        <m:e>
                          <m:r>
                            <a:rPr lang="en-GB" sz="2500" b="0" i="1" dirty="0" smtClean="0">
                              <a:solidFill>
                                <a:srgbClr val="000000"/>
                              </a:solidFill>
                              <a:latin typeface="Cambria Math" panose="02040503050406030204" pitchFamily="18" charset="0"/>
                            </a:rPr>
                            <m:t>𝐵</m:t>
                          </m:r>
                        </m:e>
                      </m:d>
                      <m:r>
                        <a:rPr lang="en-PH" sz="2500" b="0" i="1" u="none" strike="noStrike" dirty="0">
                          <a:solidFill>
                            <a:srgbClr val="000000"/>
                          </a:solidFill>
                          <a:effectLst/>
                          <a:latin typeface="Cambria Math" panose="02040503050406030204" pitchFamily="18" charset="0"/>
                        </a:rPr>
                        <m:t>=</m:t>
                      </m:r>
                      <m:f>
                        <m:fPr>
                          <m:ctrlPr>
                            <a:rPr lang="en-PH" sz="2500" b="0" i="1" u="none" strike="noStrike" dirty="0" smtClean="0">
                              <a:solidFill>
                                <a:srgbClr val="000000"/>
                              </a:solidFill>
                              <a:effectLst/>
                              <a:latin typeface="Cambria Math" panose="02040503050406030204" pitchFamily="18" charset="0"/>
                            </a:rPr>
                          </m:ctrlPr>
                        </m:fPr>
                        <m:num>
                          <m:r>
                            <a:rPr lang="en-GB" sz="2500" b="0" i="1" u="none" strike="noStrike" dirty="0" smtClean="0">
                              <a:solidFill>
                                <a:srgbClr val="000000"/>
                              </a:solidFill>
                              <a:effectLst/>
                              <a:latin typeface="Cambria Math" panose="02040503050406030204" pitchFamily="18" charset="0"/>
                            </a:rPr>
                            <m:t>1</m:t>
                          </m:r>
                        </m:num>
                        <m:den>
                          <m:r>
                            <a:rPr lang="en-GB" sz="2500" b="0" i="1" u="none" strike="noStrike" dirty="0" smtClean="0">
                              <a:solidFill>
                                <a:srgbClr val="000000"/>
                              </a:solidFill>
                              <a:effectLst/>
                              <a:latin typeface="Cambria Math" panose="02040503050406030204" pitchFamily="18" charset="0"/>
                            </a:rPr>
                            <m:t>4</m:t>
                          </m:r>
                        </m:den>
                      </m:f>
                      <m:r>
                        <a:rPr lang="en-PH" sz="2500" b="0" i="1" u="none" strike="noStrike" dirty="0" smtClean="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0</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0</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0</m:t>
                      </m:r>
                      <m:r>
                        <a:rPr lang="en-PH" sz="2500" b="0" i="1" u="none" strike="noStrike" dirty="0">
                          <a:solidFill>
                            <a:srgbClr val="000000"/>
                          </a:solidFill>
                          <a:effectLst/>
                          <a:latin typeface="Cambria Math" panose="02040503050406030204" pitchFamily="18" charset="0"/>
                        </a:rPr>
                        <m:t>)+</m:t>
                      </m:r>
                      <m:r>
                        <a:rPr lang="en-PH" sz="2500" i="1" dirty="0">
                          <a:solidFill>
                            <a:srgbClr val="000000"/>
                          </a:solidFill>
                          <a:latin typeface="Cambria Math" panose="02040503050406030204" pitchFamily="18" charset="0"/>
                        </a:rPr>
                        <m:t>(−1+</m:t>
                      </m:r>
                      <m:r>
                        <a:rPr lang="en-GB" sz="2500" b="0" i="1" dirty="0" smtClean="0">
                          <a:solidFill>
                            <a:srgbClr val="000000"/>
                          </a:solidFill>
                          <a:latin typeface="Cambria Math" panose="02040503050406030204" pitchFamily="18" charset="0"/>
                        </a:rPr>
                        <m:t>0</m:t>
                      </m:r>
                      <m:r>
                        <a:rPr lang="en-PH" sz="2500" i="1" dirty="0">
                          <a:solidFill>
                            <a:srgbClr val="000000"/>
                          </a:solidFill>
                          <a:latin typeface="Cambria Math" panose="02040503050406030204" pitchFamily="18" charset="0"/>
                        </a:rPr>
                        <m:t>)</m:t>
                      </m:r>
                    </m:oMath>
                  </m:oMathPara>
                </a14:m>
                <a:endParaRPr lang="en-US" sz="2500" dirty="0"/>
              </a:p>
            </p:txBody>
          </p:sp>
        </mc:Choice>
        <mc:Fallback xmlns="">
          <p:sp>
            <p:nvSpPr>
              <p:cNvPr id="13" name="TextBox 12">
                <a:extLst>
                  <a:ext uri="{FF2B5EF4-FFF2-40B4-BE49-F238E27FC236}">
                    <a16:creationId xmlns:a16="http://schemas.microsoft.com/office/drawing/2014/main" id="{4BE3987E-2FD7-170E-982B-029229EC679C}"/>
                  </a:ext>
                </a:extLst>
              </p:cNvPr>
              <p:cNvSpPr txBox="1">
                <a:spLocks noRot="1" noChangeAspect="1" noMove="1" noResize="1" noEditPoints="1" noAdjustHandles="1" noChangeArrowheads="1" noChangeShapeType="1" noTextEdit="1"/>
              </p:cNvSpPr>
              <p:nvPr/>
            </p:nvSpPr>
            <p:spPr>
              <a:xfrm>
                <a:off x="-44207" y="3556919"/>
                <a:ext cx="8257110" cy="812595"/>
              </a:xfrm>
              <a:prstGeom prst="rect">
                <a:avLst/>
              </a:prstGeom>
              <a:blipFill>
                <a:blip r:embed="rId6"/>
                <a:stretch>
                  <a:fillRect r="-307" b="-45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F9522CEE-3EAC-A938-B4EF-08D9E352F964}"/>
                  </a:ext>
                </a:extLst>
              </p:cNvPr>
              <p:cNvSpPr txBox="1"/>
              <p:nvPr/>
            </p:nvSpPr>
            <p:spPr>
              <a:xfrm>
                <a:off x="0" y="4471754"/>
                <a:ext cx="2198891" cy="477054"/>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i="1" dirty="0" smtClean="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d>
                        <m:dPr>
                          <m:ctrlPr>
                            <a:rPr lang="en-GB" sz="2500" i="1" dirty="0">
                              <a:solidFill>
                                <a:srgbClr val="000000"/>
                              </a:solidFill>
                              <a:latin typeface="Cambria Math" panose="02040503050406030204" pitchFamily="18" charset="0"/>
                            </a:rPr>
                          </m:ctrlPr>
                        </m:dPr>
                        <m:e>
                          <m:r>
                            <a:rPr lang="en-GB" sz="2500" b="0" i="1" dirty="0" smtClean="0">
                              <a:solidFill>
                                <a:srgbClr val="000000"/>
                              </a:solidFill>
                              <a:latin typeface="Cambria Math" panose="02040503050406030204" pitchFamily="18" charset="0"/>
                            </a:rPr>
                            <m:t>𝐵</m:t>
                          </m:r>
                        </m:e>
                      </m:d>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−1</m:t>
                      </m:r>
                    </m:oMath>
                  </m:oMathPara>
                </a14:m>
                <a:endParaRPr lang="en-US" sz="2500" dirty="0"/>
              </a:p>
            </p:txBody>
          </p:sp>
        </mc:Choice>
        <mc:Fallback xmlns="">
          <p:sp>
            <p:nvSpPr>
              <p:cNvPr id="14" name="TextBox 13">
                <a:extLst>
                  <a:ext uri="{FF2B5EF4-FFF2-40B4-BE49-F238E27FC236}">
                    <a16:creationId xmlns:a16="http://schemas.microsoft.com/office/drawing/2014/main" id="{F9522CEE-3EAC-A938-B4EF-08D9E352F964}"/>
                  </a:ext>
                </a:extLst>
              </p:cNvPr>
              <p:cNvSpPr txBox="1">
                <a:spLocks noRot="1" noChangeAspect="1" noMove="1" noResize="1" noEditPoints="1" noAdjustHandles="1" noChangeArrowheads="1" noChangeShapeType="1" noTextEdit="1"/>
              </p:cNvSpPr>
              <p:nvPr/>
            </p:nvSpPr>
            <p:spPr>
              <a:xfrm>
                <a:off x="0" y="4471754"/>
                <a:ext cx="2198891" cy="477054"/>
              </a:xfrm>
              <a:prstGeom prst="rect">
                <a:avLst/>
              </a:prstGeom>
              <a:blipFill>
                <a:blip r:embed="rId7"/>
                <a:stretch>
                  <a:fillRect/>
                </a:stretch>
              </a:blipFill>
              <a:ln w="38100">
                <a:solidFill>
                  <a:srgbClr val="00B050"/>
                </a:solidFill>
              </a:ln>
            </p:spPr>
            <p:txBody>
              <a:bodyPr/>
              <a:lstStyle/>
              <a:p>
                <a:r>
                  <a:rPr lang="en-US">
                    <a:noFill/>
                  </a:rPr>
                  <a:t> </a:t>
                </a:r>
              </a:p>
            </p:txBody>
          </p:sp>
        </mc:Fallback>
      </mc:AlternateContent>
    </p:spTree>
    <p:extLst>
      <p:ext uri="{BB962C8B-B14F-4D97-AF65-F5344CB8AC3E}">
        <p14:creationId xmlns:p14="http://schemas.microsoft.com/office/powerpoint/2010/main" val="39931808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2" grpId="0"/>
      <p:bldP spid="13" grpId="0"/>
      <p:bldP spid="14" grpId="0" animBg="1"/>
    </p:bldLst>
  </p:timing>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11437F8-B76E-043D-9698-6D50679AC21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279EB35E-42F4-7567-6DCB-24F8FCB783CF}"/>
                  </a:ext>
                </a:extLst>
              </p:cNvPr>
              <p:cNvGraphicFramePr>
                <a:graphicFrameLocks noGrp="1"/>
              </p:cNvGraphicFramePr>
              <p:nvPr>
                <p:extLst>
                  <p:ext uri="{D42A27DB-BD31-4B8C-83A1-F6EECF244321}">
                    <p14:modId xmlns:p14="http://schemas.microsoft.com/office/powerpoint/2010/main" val="2135296735"/>
                  </p:ext>
                </p:extLst>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3708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𝟏</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𝟐</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53390574"/>
                      </a:ext>
                    </a:extLst>
                  </a:tr>
                  <a:tr h="3708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3708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3708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Choice>
        <mc:Fallback xmlns="">
          <p:graphicFrame>
            <p:nvGraphicFramePr>
              <p:cNvPr id="2" name="Table 1">
                <a:extLst>
                  <a:ext uri="{FF2B5EF4-FFF2-40B4-BE49-F238E27FC236}">
                    <a16:creationId xmlns:a16="http://schemas.microsoft.com/office/drawing/2014/main" id="{279EB35E-42F4-7567-6DCB-24F8FCB783CF}"/>
                  </a:ext>
                </a:extLst>
              </p:cNvPr>
              <p:cNvGraphicFramePr>
                <a:graphicFrameLocks noGrp="1"/>
              </p:cNvGraphicFramePr>
              <p:nvPr>
                <p:extLst>
                  <p:ext uri="{D42A27DB-BD31-4B8C-83A1-F6EECF244321}">
                    <p14:modId xmlns:p14="http://schemas.microsoft.com/office/powerpoint/2010/main" val="2135296735"/>
                  </p:ext>
                </p:extLst>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5486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0820" t="-2326" r="-2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00820" t="-2326" r="-1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0820" t="-2326" r="-820" b="-337209"/>
                          </a:stretch>
                        </a:blipFill>
                      </a:tcPr>
                    </a:tc>
                    <a:extLst>
                      <a:ext uri="{0D108BD9-81ED-4DB2-BD59-A6C34878D82A}">
                        <a16:rowId xmlns:a16="http://schemas.microsoft.com/office/drawing/2014/main" val="153390574"/>
                      </a:ext>
                    </a:extLst>
                  </a:tr>
                  <a:tr h="5486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5486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5486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Fallback>
      </mc:AlternateContent>
      <p:graphicFrame>
        <p:nvGraphicFramePr>
          <p:cNvPr id="9" name="Table 8">
            <a:extLst>
              <a:ext uri="{FF2B5EF4-FFF2-40B4-BE49-F238E27FC236}">
                <a16:creationId xmlns:a16="http://schemas.microsoft.com/office/drawing/2014/main" id="{A13BC91E-B743-73F6-38A6-7671F8C33F7C}"/>
              </a:ext>
            </a:extLst>
          </p:cNvPr>
          <p:cNvGraphicFramePr>
            <a:graphicFrameLocks noGrp="1"/>
          </p:cNvGraphicFramePr>
          <p:nvPr>
            <p:extLst>
              <p:ext uri="{D42A27DB-BD31-4B8C-83A1-F6EECF244321}">
                <p14:modId xmlns:p14="http://schemas.microsoft.com/office/powerpoint/2010/main" val="536560841"/>
              </p:ext>
            </p:extLst>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-1</a:t>
                      </a:r>
                    </a:p>
                  </a:txBody>
                  <a:tcPr anchor="ctr"/>
                </a:tc>
                <a:tc>
                  <a:txBody>
                    <a:bodyPr/>
                    <a:lstStyle/>
                    <a:p>
                      <a:pPr algn="ctr"/>
                      <a:r>
                        <a:rPr lang="en-US" b="1" dirty="0"/>
                        <a:t>-1</a:t>
                      </a:r>
                    </a:p>
                  </a:txBody>
                  <a:tcPr anchor="ctr"/>
                </a:tc>
                <a:extLst>
                  <a:ext uri="{0D108BD9-81ED-4DB2-BD59-A6C34878D82A}">
                    <a16:rowId xmlns:a16="http://schemas.microsoft.com/office/drawing/2014/main" val="3795677844"/>
                  </a:ext>
                </a:extLst>
              </a:tr>
              <a:tr h="1080000">
                <a:tc>
                  <a:txBody>
                    <a:bodyPr/>
                    <a:lstStyle/>
                    <a:p>
                      <a:pPr algn="ctr"/>
                      <a:r>
                        <a:rPr lang="en-US" b="1" dirty="0"/>
                        <a:t>0</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72D29C3-B269-E8F4-DA89-2984B8134122}"/>
                  </a:ext>
                </a:extLst>
              </p:cNvPr>
              <p:cNvSpPr txBox="1"/>
              <p:nvPr/>
            </p:nvSpPr>
            <p:spPr>
              <a:xfrm>
                <a:off x="10232906" y="2293353"/>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10" name="TextBox 9">
                <a:extLst>
                  <a:ext uri="{FF2B5EF4-FFF2-40B4-BE49-F238E27FC236}">
                    <a16:creationId xmlns:a16="http://schemas.microsoft.com/office/drawing/2014/main" id="{072D29C3-B269-E8F4-DA89-2984B8134122}"/>
                  </a:ext>
                </a:extLst>
              </p:cNvPr>
              <p:cNvSpPr txBox="1">
                <a:spLocks noRot="1" noChangeAspect="1" noMove="1" noResize="1" noEditPoints="1" noAdjustHandles="1" noChangeArrowheads="1" noChangeShapeType="1" noTextEdit="1"/>
              </p:cNvSpPr>
              <p:nvPr/>
            </p:nvSpPr>
            <p:spPr>
              <a:xfrm>
                <a:off x="10232906" y="2293353"/>
                <a:ext cx="1030988" cy="477054"/>
              </a:xfrm>
              <a:prstGeom prst="rect">
                <a:avLst/>
              </a:prstGeom>
              <a:blipFill>
                <a:blip r:embed="rId4"/>
                <a:stretch>
                  <a:fillRect/>
                </a:stretch>
              </a:blipFill>
              <a:ln w="38100">
                <a:solidFill>
                  <a:schemeClr val="tx1"/>
                </a:solidFill>
              </a:ln>
            </p:spPr>
            <p:txBody>
              <a:bodyPr/>
              <a:lstStyle/>
              <a:p>
                <a:r>
                  <a:rPr lang="en-US">
                    <a:noFill/>
                  </a:rPr>
                  <a:t> </a:t>
                </a:r>
              </a:p>
            </p:txBody>
          </p:sp>
        </mc:Fallback>
      </mc:AlternateContent>
      <p:sp>
        <p:nvSpPr>
          <p:cNvPr id="7" name="Rectangle 6">
            <a:extLst>
              <a:ext uri="{FF2B5EF4-FFF2-40B4-BE49-F238E27FC236}">
                <a16:creationId xmlns:a16="http://schemas.microsoft.com/office/drawing/2014/main" id="{E6357DFF-38F1-176D-F7CD-8594D2087F56}"/>
              </a:ext>
            </a:extLst>
          </p:cNvPr>
          <p:cNvSpPr/>
          <p:nvPr/>
        </p:nvSpPr>
        <p:spPr>
          <a:xfrm>
            <a:off x="3093720" y="1107440"/>
            <a:ext cx="1564640" cy="538479"/>
          </a:xfrm>
          <a:prstGeom prst="rect">
            <a:avLst/>
          </a:prstGeom>
          <a:solidFill>
            <a:schemeClr val="accent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8D83240-081F-288C-0966-05F67E8A20D9}"/>
              </a:ext>
            </a:extLst>
          </p:cNvPr>
          <p:cNvSpPr txBox="1"/>
          <p:nvPr/>
        </p:nvSpPr>
        <p:spPr>
          <a:xfrm>
            <a:off x="5267784" y="5254819"/>
            <a:ext cx="1839311" cy="477054"/>
          </a:xfrm>
          <a:prstGeom prst="rect">
            <a:avLst/>
          </a:prstGeom>
          <a:noFill/>
        </p:spPr>
        <p:txBody>
          <a:bodyPr wrap="square">
            <a:spAutoFit/>
          </a:bodyPr>
          <a:lstStyle/>
          <a:p>
            <a:pPr>
              <a:buNone/>
            </a:pPr>
            <a:r>
              <a:rPr lang="en-PH" sz="2500" dirty="0"/>
              <a:t>And state C</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5DC7779-2505-68CB-7807-4E4030C0923B}"/>
                  </a:ext>
                </a:extLst>
              </p:cNvPr>
              <p:cNvSpPr txBox="1"/>
              <p:nvPr/>
            </p:nvSpPr>
            <p:spPr>
              <a:xfrm>
                <a:off x="0" y="2705367"/>
                <a:ext cx="10078720" cy="81259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b="0" i="1" dirty="0" smtClean="0">
                              <a:solidFill>
                                <a:srgbClr val="000000"/>
                              </a:solidFill>
                              <a:latin typeface="Cambria Math" panose="02040503050406030204" pitchFamily="18" charset="0"/>
                            </a:rPr>
                          </m:ctrlPr>
                        </m:sSubPr>
                        <m:e>
                          <m:r>
                            <a:rPr lang="en-GB" sz="2500" b="0" i="1" dirty="0" smtClean="0">
                              <a:solidFill>
                                <a:srgbClr val="000000"/>
                              </a:solidFill>
                              <a:latin typeface="Cambria Math" panose="02040503050406030204" pitchFamily="18" charset="0"/>
                            </a:rPr>
                            <m:t>𝑣</m:t>
                          </m:r>
                        </m:e>
                        <m:sub>
                          <m:r>
                            <a:rPr lang="en-GB" sz="2500" b="0" i="1" dirty="0" smtClean="0">
                              <a:solidFill>
                                <a:srgbClr val="000000"/>
                              </a:solidFill>
                              <a:latin typeface="Cambria Math" panose="02040503050406030204" pitchFamily="18" charset="0"/>
                            </a:rPr>
                            <m:t>𝑘</m:t>
                          </m:r>
                          <m:r>
                            <a:rPr lang="en-GB" sz="2500" b="0" i="1" dirty="0" smtClean="0">
                              <a:solidFill>
                                <a:srgbClr val="000000"/>
                              </a:solidFill>
                              <a:latin typeface="Cambria Math" panose="02040503050406030204" pitchFamily="18" charset="0"/>
                            </a:rPr>
                            <m:t>+1</m:t>
                          </m:r>
                        </m:sub>
                      </m:sSub>
                      <m:d>
                        <m:dPr>
                          <m:ctrlPr>
                            <a:rPr lang="en-GB" sz="2500" i="1" dirty="0">
                              <a:solidFill>
                                <a:srgbClr val="000000"/>
                              </a:solidFill>
                              <a:latin typeface="Cambria Math" panose="02040503050406030204" pitchFamily="18" charset="0"/>
                            </a:rPr>
                          </m:ctrlPr>
                        </m:dPr>
                        <m:e>
                          <m:r>
                            <a:rPr lang="en-GB" sz="2500" b="0" i="1" dirty="0" smtClean="0">
                              <a:solidFill>
                                <a:srgbClr val="000000"/>
                              </a:solidFill>
                              <a:latin typeface="Cambria Math" panose="02040503050406030204" pitchFamily="18" charset="0"/>
                            </a:rPr>
                            <m:t>𝐶</m:t>
                          </m:r>
                        </m:e>
                      </m:d>
                      <m:r>
                        <a:rPr lang="en-PH" sz="2500" b="0" i="1" u="none" strike="noStrike" dirty="0">
                          <a:solidFill>
                            <a:srgbClr val="000000"/>
                          </a:solidFill>
                          <a:effectLst/>
                          <a:latin typeface="Cambria Math" panose="02040503050406030204" pitchFamily="18" charset="0"/>
                        </a:rPr>
                        <m:t>=</m:t>
                      </m:r>
                      <m:f>
                        <m:fPr>
                          <m:ctrlPr>
                            <a:rPr lang="en-PH" sz="2500" b="0" i="1" u="none" strike="noStrike" dirty="0" smtClean="0">
                              <a:solidFill>
                                <a:srgbClr val="000000"/>
                              </a:solidFill>
                              <a:effectLst/>
                              <a:latin typeface="Cambria Math" panose="02040503050406030204" pitchFamily="18" charset="0"/>
                            </a:rPr>
                          </m:ctrlPr>
                        </m:fPr>
                        <m:num>
                          <m:r>
                            <a:rPr lang="en-GB" sz="2500" b="0" i="1" u="none" strike="noStrike" dirty="0" smtClean="0">
                              <a:solidFill>
                                <a:srgbClr val="000000"/>
                              </a:solidFill>
                              <a:effectLst/>
                              <a:latin typeface="Cambria Math" panose="02040503050406030204" pitchFamily="18" charset="0"/>
                            </a:rPr>
                            <m:t>1</m:t>
                          </m:r>
                        </m:num>
                        <m:den>
                          <m:r>
                            <a:rPr lang="en-GB" sz="2500" b="0" i="1" u="none" strike="noStrike" dirty="0" smtClean="0">
                              <a:solidFill>
                                <a:srgbClr val="000000"/>
                              </a:solidFill>
                              <a:effectLst/>
                              <a:latin typeface="Cambria Math" panose="02040503050406030204" pitchFamily="18" charset="0"/>
                            </a:rPr>
                            <m:t>4</m:t>
                          </m:r>
                        </m:den>
                      </m:f>
                      <m:r>
                        <a:rPr lang="en-PH" sz="2500" b="0" i="1" u="none" strike="noStrike" dirty="0" smtClean="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𝑣</m:t>
                      </m:r>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𝐶</m:t>
                      </m:r>
                      <m:r>
                        <a:rPr lang="en-PH" sz="2500" b="0" i="1" u="none" strike="noStrike" dirty="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𝑣</m:t>
                      </m:r>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𝐷</m:t>
                      </m:r>
                      <m:r>
                        <a:rPr lang="en-PH" sz="2500" b="0" i="1" u="none" strike="noStrike" dirty="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𝑣</m:t>
                      </m:r>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𝐶</m:t>
                      </m:r>
                      <m:r>
                        <a:rPr lang="en-PH" sz="2500" b="0" i="1" u="none" strike="noStrike" dirty="0">
                          <a:solidFill>
                            <a:srgbClr val="000000"/>
                          </a:solidFill>
                          <a:effectLst/>
                          <a:latin typeface="Cambria Math" panose="02040503050406030204" pitchFamily="18" charset="0"/>
                        </a:rPr>
                        <m:t>))+(−1+</m:t>
                      </m:r>
                      <m:r>
                        <a:rPr lang="en-PH" sz="2500" i="1" dirty="0">
                          <a:solidFill>
                            <a:srgbClr val="000000"/>
                          </a:solidFill>
                          <a:latin typeface="Cambria Math" panose="02040503050406030204" pitchFamily="18" charset="0"/>
                        </a:rPr>
                        <m:t>𝑣</m:t>
                      </m:r>
                      <m:r>
                        <a:rPr lang="en-PH" sz="2500" i="1" dirty="0">
                          <a:solidFill>
                            <a:srgbClr val="000000"/>
                          </a:solidFill>
                          <a:latin typeface="Cambria Math" panose="02040503050406030204" pitchFamily="18" charset="0"/>
                        </a:rPr>
                        <m:t>(</m:t>
                      </m:r>
                      <m:r>
                        <a:rPr lang="en-GB" sz="2500" b="0" i="1" dirty="0" smtClean="0">
                          <a:solidFill>
                            <a:srgbClr val="000000"/>
                          </a:solidFill>
                          <a:latin typeface="Cambria Math" panose="02040503050406030204" pitchFamily="18" charset="0"/>
                        </a:rPr>
                        <m:t>𝐴</m:t>
                      </m:r>
                      <m:r>
                        <a:rPr lang="en-PH" sz="2500" i="1" dirty="0">
                          <a:solidFill>
                            <a:srgbClr val="000000"/>
                          </a:solidFill>
                          <a:latin typeface="Cambria Math" panose="02040503050406030204" pitchFamily="18" charset="0"/>
                        </a:rPr>
                        <m:t>))</m:t>
                      </m:r>
                    </m:oMath>
                  </m:oMathPara>
                </a14:m>
                <a:endParaRPr lang="en-US" sz="2500" dirty="0"/>
              </a:p>
            </p:txBody>
          </p:sp>
        </mc:Choice>
        <mc:Fallback xmlns="">
          <p:sp>
            <p:nvSpPr>
              <p:cNvPr id="12" name="TextBox 11">
                <a:extLst>
                  <a:ext uri="{FF2B5EF4-FFF2-40B4-BE49-F238E27FC236}">
                    <a16:creationId xmlns:a16="http://schemas.microsoft.com/office/drawing/2014/main" id="{45DC7779-2505-68CB-7807-4E4030C0923B}"/>
                  </a:ext>
                </a:extLst>
              </p:cNvPr>
              <p:cNvSpPr txBox="1">
                <a:spLocks noRot="1" noChangeAspect="1" noMove="1" noResize="1" noEditPoints="1" noAdjustHandles="1" noChangeArrowheads="1" noChangeShapeType="1" noTextEdit="1"/>
              </p:cNvSpPr>
              <p:nvPr/>
            </p:nvSpPr>
            <p:spPr>
              <a:xfrm>
                <a:off x="0" y="2705367"/>
                <a:ext cx="10078720" cy="812595"/>
              </a:xfrm>
              <a:prstGeom prst="rect">
                <a:avLst/>
              </a:prstGeom>
              <a:blipFill>
                <a:blip r:embed="rId5"/>
                <a:stretch>
                  <a:fillRect r="-252" b="-62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BD1CCC12-E54F-025A-740C-D82BC7F13368}"/>
                  </a:ext>
                </a:extLst>
              </p:cNvPr>
              <p:cNvSpPr txBox="1"/>
              <p:nvPr/>
            </p:nvSpPr>
            <p:spPr>
              <a:xfrm>
                <a:off x="-44207" y="3556919"/>
                <a:ext cx="8257110" cy="81259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i="1" dirty="0" smtClean="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r>
                        <a:rPr lang="en-GB" sz="2500" i="1" dirty="0">
                          <a:solidFill>
                            <a:srgbClr val="000000"/>
                          </a:solidFill>
                          <a:latin typeface="Cambria Math" panose="02040503050406030204" pitchFamily="18" charset="0"/>
                        </a:rPr>
                        <m:t> </m:t>
                      </m:r>
                      <m:d>
                        <m:dPr>
                          <m:ctrlPr>
                            <a:rPr lang="en-GB" sz="2500" i="1" dirty="0">
                              <a:solidFill>
                                <a:srgbClr val="000000"/>
                              </a:solidFill>
                              <a:latin typeface="Cambria Math" panose="02040503050406030204" pitchFamily="18" charset="0"/>
                            </a:rPr>
                          </m:ctrlPr>
                        </m:dPr>
                        <m:e>
                          <m:r>
                            <a:rPr lang="en-GB" sz="2500" b="0" i="1" dirty="0" smtClean="0">
                              <a:solidFill>
                                <a:srgbClr val="000000"/>
                              </a:solidFill>
                              <a:latin typeface="Cambria Math" panose="02040503050406030204" pitchFamily="18" charset="0"/>
                            </a:rPr>
                            <m:t>𝐶</m:t>
                          </m:r>
                        </m:e>
                      </m:d>
                      <m:r>
                        <a:rPr lang="en-PH" sz="2500" b="0" i="1" u="none" strike="noStrike" dirty="0">
                          <a:solidFill>
                            <a:srgbClr val="000000"/>
                          </a:solidFill>
                          <a:effectLst/>
                          <a:latin typeface="Cambria Math" panose="02040503050406030204" pitchFamily="18" charset="0"/>
                        </a:rPr>
                        <m:t>=</m:t>
                      </m:r>
                      <m:f>
                        <m:fPr>
                          <m:ctrlPr>
                            <a:rPr lang="en-PH" sz="2500" b="0" i="1" u="none" strike="noStrike" dirty="0" smtClean="0">
                              <a:solidFill>
                                <a:srgbClr val="000000"/>
                              </a:solidFill>
                              <a:effectLst/>
                              <a:latin typeface="Cambria Math" panose="02040503050406030204" pitchFamily="18" charset="0"/>
                            </a:rPr>
                          </m:ctrlPr>
                        </m:fPr>
                        <m:num>
                          <m:r>
                            <a:rPr lang="en-GB" sz="2500" b="0" i="1" u="none" strike="noStrike" dirty="0" smtClean="0">
                              <a:solidFill>
                                <a:srgbClr val="000000"/>
                              </a:solidFill>
                              <a:effectLst/>
                              <a:latin typeface="Cambria Math" panose="02040503050406030204" pitchFamily="18" charset="0"/>
                            </a:rPr>
                            <m:t>1</m:t>
                          </m:r>
                        </m:num>
                        <m:den>
                          <m:r>
                            <a:rPr lang="en-GB" sz="2500" b="0" i="1" u="none" strike="noStrike" dirty="0" smtClean="0">
                              <a:solidFill>
                                <a:srgbClr val="000000"/>
                              </a:solidFill>
                              <a:effectLst/>
                              <a:latin typeface="Cambria Math" panose="02040503050406030204" pitchFamily="18" charset="0"/>
                            </a:rPr>
                            <m:t>4</m:t>
                          </m:r>
                        </m:den>
                      </m:f>
                      <m:r>
                        <a:rPr lang="en-PH" sz="2500" b="0" i="1" u="none" strike="noStrike" dirty="0" smtClean="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0</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0</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0</m:t>
                      </m:r>
                      <m:r>
                        <a:rPr lang="en-PH" sz="2500" b="0" i="1" u="none" strike="noStrike" dirty="0">
                          <a:solidFill>
                            <a:srgbClr val="000000"/>
                          </a:solidFill>
                          <a:effectLst/>
                          <a:latin typeface="Cambria Math" panose="02040503050406030204" pitchFamily="18" charset="0"/>
                        </a:rPr>
                        <m:t>)+</m:t>
                      </m:r>
                      <m:r>
                        <a:rPr lang="en-PH" sz="2500" i="1" dirty="0">
                          <a:solidFill>
                            <a:srgbClr val="000000"/>
                          </a:solidFill>
                          <a:latin typeface="Cambria Math" panose="02040503050406030204" pitchFamily="18" charset="0"/>
                        </a:rPr>
                        <m:t>(−1+</m:t>
                      </m:r>
                      <m:r>
                        <a:rPr lang="en-GB" sz="2500" b="0" i="1" dirty="0" smtClean="0">
                          <a:solidFill>
                            <a:srgbClr val="000000"/>
                          </a:solidFill>
                          <a:latin typeface="Cambria Math" panose="02040503050406030204" pitchFamily="18" charset="0"/>
                        </a:rPr>
                        <m:t>0</m:t>
                      </m:r>
                      <m:r>
                        <a:rPr lang="en-PH" sz="2500" i="1" dirty="0">
                          <a:solidFill>
                            <a:srgbClr val="000000"/>
                          </a:solidFill>
                          <a:latin typeface="Cambria Math" panose="02040503050406030204" pitchFamily="18" charset="0"/>
                        </a:rPr>
                        <m:t>)</m:t>
                      </m:r>
                    </m:oMath>
                  </m:oMathPara>
                </a14:m>
                <a:endParaRPr lang="en-US" sz="2500" dirty="0"/>
              </a:p>
            </p:txBody>
          </p:sp>
        </mc:Choice>
        <mc:Fallback xmlns="">
          <p:sp>
            <p:nvSpPr>
              <p:cNvPr id="13" name="TextBox 12">
                <a:extLst>
                  <a:ext uri="{FF2B5EF4-FFF2-40B4-BE49-F238E27FC236}">
                    <a16:creationId xmlns:a16="http://schemas.microsoft.com/office/drawing/2014/main" id="{BD1CCC12-E54F-025A-740C-D82BC7F13368}"/>
                  </a:ext>
                </a:extLst>
              </p:cNvPr>
              <p:cNvSpPr txBox="1">
                <a:spLocks noRot="1" noChangeAspect="1" noMove="1" noResize="1" noEditPoints="1" noAdjustHandles="1" noChangeArrowheads="1" noChangeShapeType="1" noTextEdit="1"/>
              </p:cNvSpPr>
              <p:nvPr/>
            </p:nvSpPr>
            <p:spPr>
              <a:xfrm>
                <a:off x="-44207" y="3556919"/>
                <a:ext cx="8257110" cy="812595"/>
              </a:xfrm>
              <a:prstGeom prst="rect">
                <a:avLst/>
              </a:prstGeom>
              <a:blipFill>
                <a:blip r:embed="rId6"/>
                <a:stretch>
                  <a:fillRect r="-154" b="-45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8599B6AF-2E53-AF48-94F5-79B654EB86AE}"/>
                  </a:ext>
                </a:extLst>
              </p:cNvPr>
              <p:cNvSpPr txBox="1"/>
              <p:nvPr/>
            </p:nvSpPr>
            <p:spPr>
              <a:xfrm>
                <a:off x="0" y="4471754"/>
                <a:ext cx="2198891" cy="477054"/>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i="1" dirty="0" smtClean="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d>
                        <m:dPr>
                          <m:ctrlPr>
                            <a:rPr lang="en-GB" sz="2500" i="1" dirty="0">
                              <a:solidFill>
                                <a:srgbClr val="000000"/>
                              </a:solidFill>
                              <a:latin typeface="Cambria Math" panose="02040503050406030204" pitchFamily="18" charset="0"/>
                            </a:rPr>
                          </m:ctrlPr>
                        </m:dPr>
                        <m:e>
                          <m:r>
                            <a:rPr lang="en-GB" sz="2500" b="0" i="1" dirty="0" smtClean="0">
                              <a:solidFill>
                                <a:srgbClr val="000000"/>
                              </a:solidFill>
                              <a:latin typeface="Cambria Math" panose="02040503050406030204" pitchFamily="18" charset="0"/>
                            </a:rPr>
                            <m:t>𝐶</m:t>
                          </m:r>
                        </m:e>
                      </m:d>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−1</m:t>
                      </m:r>
                    </m:oMath>
                  </m:oMathPara>
                </a14:m>
                <a:endParaRPr lang="en-US" sz="2500" dirty="0"/>
              </a:p>
            </p:txBody>
          </p:sp>
        </mc:Choice>
        <mc:Fallback xmlns="">
          <p:sp>
            <p:nvSpPr>
              <p:cNvPr id="14" name="TextBox 13">
                <a:extLst>
                  <a:ext uri="{FF2B5EF4-FFF2-40B4-BE49-F238E27FC236}">
                    <a16:creationId xmlns:a16="http://schemas.microsoft.com/office/drawing/2014/main" id="{8599B6AF-2E53-AF48-94F5-79B654EB86AE}"/>
                  </a:ext>
                </a:extLst>
              </p:cNvPr>
              <p:cNvSpPr txBox="1">
                <a:spLocks noRot="1" noChangeAspect="1" noMove="1" noResize="1" noEditPoints="1" noAdjustHandles="1" noChangeArrowheads="1" noChangeShapeType="1" noTextEdit="1"/>
              </p:cNvSpPr>
              <p:nvPr/>
            </p:nvSpPr>
            <p:spPr>
              <a:xfrm>
                <a:off x="0" y="4471754"/>
                <a:ext cx="2198891" cy="477054"/>
              </a:xfrm>
              <a:prstGeom prst="rect">
                <a:avLst/>
              </a:prstGeom>
              <a:blipFill>
                <a:blip r:embed="rId7"/>
                <a:stretch>
                  <a:fillRect/>
                </a:stretch>
              </a:blipFill>
              <a:ln w="38100">
                <a:solidFill>
                  <a:srgbClr val="00B050"/>
                </a:solidFill>
              </a:ln>
            </p:spPr>
            <p:txBody>
              <a:bodyPr/>
              <a:lstStyle/>
              <a:p>
                <a:r>
                  <a:rPr lang="en-US">
                    <a:noFill/>
                  </a:rPr>
                  <a:t> </a:t>
                </a:r>
              </a:p>
            </p:txBody>
          </p:sp>
        </mc:Fallback>
      </mc:AlternateContent>
    </p:spTree>
    <p:extLst>
      <p:ext uri="{BB962C8B-B14F-4D97-AF65-F5344CB8AC3E}">
        <p14:creationId xmlns:p14="http://schemas.microsoft.com/office/powerpoint/2010/main" val="1493806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2" grpId="0"/>
      <p:bldP spid="13" grpId="0"/>
      <p:bldP spid="14" grpId="0" animBg="1"/>
    </p:bldLst>
  </p:timing>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E3EADC3A-EF16-12FA-57AB-08E193417D5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C58B036E-084F-1FEA-8B36-7FAEA6405F13}"/>
                  </a:ext>
                </a:extLst>
              </p:cNvPr>
              <p:cNvGraphicFramePr>
                <a:graphicFrameLocks noGrp="1"/>
              </p:cNvGraphicFramePr>
              <p:nvPr>
                <p:extLst>
                  <p:ext uri="{D42A27DB-BD31-4B8C-83A1-F6EECF244321}">
                    <p14:modId xmlns:p14="http://schemas.microsoft.com/office/powerpoint/2010/main" val="3047223699"/>
                  </p:ext>
                </p:extLst>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3708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𝟏</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𝟐</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53390574"/>
                      </a:ext>
                    </a:extLst>
                  </a:tr>
                  <a:tr h="3708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3708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3708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Choice>
        <mc:Fallback xmlns="">
          <p:graphicFrame>
            <p:nvGraphicFramePr>
              <p:cNvPr id="2" name="Table 1">
                <a:extLst>
                  <a:ext uri="{FF2B5EF4-FFF2-40B4-BE49-F238E27FC236}">
                    <a16:creationId xmlns:a16="http://schemas.microsoft.com/office/drawing/2014/main" id="{C58B036E-084F-1FEA-8B36-7FAEA6405F13}"/>
                  </a:ext>
                </a:extLst>
              </p:cNvPr>
              <p:cNvGraphicFramePr>
                <a:graphicFrameLocks noGrp="1"/>
              </p:cNvGraphicFramePr>
              <p:nvPr>
                <p:extLst>
                  <p:ext uri="{D42A27DB-BD31-4B8C-83A1-F6EECF244321}">
                    <p14:modId xmlns:p14="http://schemas.microsoft.com/office/powerpoint/2010/main" val="3047223699"/>
                  </p:ext>
                </p:extLst>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5486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0820" t="-2326" r="-2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00820" t="-2326" r="-1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0820" t="-2326" r="-820" b="-337209"/>
                          </a:stretch>
                        </a:blipFill>
                      </a:tcPr>
                    </a:tc>
                    <a:extLst>
                      <a:ext uri="{0D108BD9-81ED-4DB2-BD59-A6C34878D82A}">
                        <a16:rowId xmlns:a16="http://schemas.microsoft.com/office/drawing/2014/main" val="153390574"/>
                      </a:ext>
                    </a:extLst>
                  </a:tr>
                  <a:tr h="5486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5486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5486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Fallback>
      </mc:AlternateContent>
      <p:graphicFrame>
        <p:nvGraphicFramePr>
          <p:cNvPr id="9" name="Table 8">
            <a:extLst>
              <a:ext uri="{FF2B5EF4-FFF2-40B4-BE49-F238E27FC236}">
                <a16:creationId xmlns:a16="http://schemas.microsoft.com/office/drawing/2014/main" id="{B1A9635A-617C-C986-5479-1D3A96748F1E}"/>
              </a:ext>
            </a:extLst>
          </p:cNvPr>
          <p:cNvGraphicFramePr>
            <a:graphicFrameLocks noGrp="1"/>
          </p:cNvGraphicFramePr>
          <p:nvPr>
            <p:extLst>
              <p:ext uri="{D42A27DB-BD31-4B8C-83A1-F6EECF244321}">
                <p14:modId xmlns:p14="http://schemas.microsoft.com/office/powerpoint/2010/main" val="195704914"/>
              </p:ext>
            </p:extLst>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-1</a:t>
                      </a:r>
                    </a:p>
                  </a:txBody>
                  <a:tcPr anchor="ctr"/>
                </a:tc>
                <a:tc>
                  <a:txBody>
                    <a:bodyPr/>
                    <a:lstStyle/>
                    <a:p>
                      <a:pPr algn="ctr"/>
                      <a:r>
                        <a:rPr lang="en-US" b="1" dirty="0"/>
                        <a:t>-1</a:t>
                      </a:r>
                    </a:p>
                  </a:txBody>
                  <a:tcPr anchor="ctr"/>
                </a:tc>
                <a:extLst>
                  <a:ext uri="{0D108BD9-81ED-4DB2-BD59-A6C34878D82A}">
                    <a16:rowId xmlns:a16="http://schemas.microsoft.com/office/drawing/2014/main" val="3795677844"/>
                  </a:ext>
                </a:extLst>
              </a:tr>
              <a:tr h="1080000">
                <a:tc>
                  <a:txBody>
                    <a:bodyPr/>
                    <a:lstStyle/>
                    <a:p>
                      <a:pPr algn="ctr"/>
                      <a:r>
                        <a:rPr lang="en-US" b="1" dirty="0"/>
                        <a:t>-1</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4DD6CD5A-BCE8-896B-1AD0-08F37D4F1E09}"/>
                  </a:ext>
                </a:extLst>
              </p:cNvPr>
              <p:cNvSpPr txBox="1"/>
              <p:nvPr/>
            </p:nvSpPr>
            <p:spPr>
              <a:xfrm>
                <a:off x="10232906" y="2293353"/>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10" name="TextBox 9">
                <a:extLst>
                  <a:ext uri="{FF2B5EF4-FFF2-40B4-BE49-F238E27FC236}">
                    <a16:creationId xmlns:a16="http://schemas.microsoft.com/office/drawing/2014/main" id="{4DD6CD5A-BCE8-896B-1AD0-08F37D4F1E09}"/>
                  </a:ext>
                </a:extLst>
              </p:cNvPr>
              <p:cNvSpPr txBox="1">
                <a:spLocks noRot="1" noChangeAspect="1" noMove="1" noResize="1" noEditPoints="1" noAdjustHandles="1" noChangeArrowheads="1" noChangeShapeType="1" noTextEdit="1"/>
              </p:cNvSpPr>
              <p:nvPr/>
            </p:nvSpPr>
            <p:spPr>
              <a:xfrm>
                <a:off x="10232906" y="2293353"/>
                <a:ext cx="1030988" cy="477054"/>
              </a:xfrm>
              <a:prstGeom prst="rect">
                <a:avLst/>
              </a:prstGeom>
              <a:blipFill>
                <a:blip r:embed="rId4"/>
                <a:stretch>
                  <a:fillRect/>
                </a:stretch>
              </a:blipFill>
              <a:ln w="38100">
                <a:solidFill>
                  <a:schemeClr val="tx1"/>
                </a:solidFill>
              </a:ln>
            </p:spPr>
            <p:txBody>
              <a:bodyPr/>
              <a:lstStyle/>
              <a:p>
                <a:r>
                  <a:rPr lang="en-US">
                    <a:noFill/>
                  </a:rPr>
                  <a:t> </a:t>
                </a:r>
              </a:p>
            </p:txBody>
          </p:sp>
        </mc:Fallback>
      </mc:AlternateContent>
      <p:sp>
        <p:nvSpPr>
          <p:cNvPr id="7" name="Rectangle 6">
            <a:extLst>
              <a:ext uri="{FF2B5EF4-FFF2-40B4-BE49-F238E27FC236}">
                <a16:creationId xmlns:a16="http://schemas.microsoft.com/office/drawing/2014/main" id="{DF7E470B-ECDF-52C0-2ABB-93CA81FAED2C}"/>
              </a:ext>
            </a:extLst>
          </p:cNvPr>
          <p:cNvSpPr/>
          <p:nvPr/>
        </p:nvSpPr>
        <p:spPr>
          <a:xfrm>
            <a:off x="3093720" y="1656080"/>
            <a:ext cx="1549400" cy="538480"/>
          </a:xfrm>
          <a:prstGeom prst="rect">
            <a:avLst/>
          </a:prstGeom>
          <a:solidFill>
            <a:schemeClr val="accent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5F2089BE-FB1B-9AE2-26BA-BDB76CB4355F}"/>
              </a:ext>
            </a:extLst>
          </p:cNvPr>
          <p:cNvSpPr txBox="1"/>
          <p:nvPr/>
        </p:nvSpPr>
        <p:spPr>
          <a:xfrm>
            <a:off x="5267784" y="5254819"/>
            <a:ext cx="1839311" cy="477054"/>
          </a:xfrm>
          <a:prstGeom prst="rect">
            <a:avLst/>
          </a:prstGeom>
          <a:noFill/>
        </p:spPr>
        <p:txBody>
          <a:bodyPr wrap="square">
            <a:spAutoFit/>
          </a:bodyPr>
          <a:lstStyle/>
          <a:p>
            <a:pPr>
              <a:buNone/>
            </a:pPr>
            <a:r>
              <a:rPr lang="en-PH" sz="2500" dirty="0"/>
              <a:t>And state C</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854485B9-44C7-87F7-64BC-DF8EF475D58F}"/>
                  </a:ext>
                </a:extLst>
              </p:cNvPr>
              <p:cNvSpPr txBox="1"/>
              <p:nvPr/>
            </p:nvSpPr>
            <p:spPr>
              <a:xfrm>
                <a:off x="0" y="2705367"/>
                <a:ext cx="10078720" cy="81259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b="0" i="1" dirty="0" smtClean="0">
                              <a:solidFill>
                                <a:srgbClr val="000000"/>
                              </a:solidFill>
                              <a:latin typeface="Cambria Math" panose="02040503050406030204" pitchFamily="18" charset="0"/>
                            </a:rPr>
                          </m:ctrlPr>
                        </m:sSubPr>
                        <m:e>
                          <m:r>
                            <a:rPr lang="en-GB" sz="2500" b="0" i="1" dirty="0" smtClean="0">
                              <a:solidFill>
                                <a:srgbClr val="000000"/>
                              </a:solidFill>
                              <a:latin typeface="Cambria Math" panose="02040503050406030204" pitchFamily="18" charset="0"/>
                            </a:rPr>
                            <m:t>𝑣</m:t>
                          </m:r>
                        </m:e>
                        <m:sub>
                          <m:r>
                            <a:rPr lang="en-GB" sz="2500" b="0" i="1" dirty="0" smtClean="0">
                              <a:solidFill>
                                <a:srgbClr val="000000"/>
                              </a:solidFill>
                              <a:latin typeface="Cambria Math" panose="02040503050406030204" pitchFamily="18" charset="0"/>
                            </a:rPr>
                            <m:t>𝑘</m:t>
                          </m:r>
                          <m:r>
                            <a:rPr lang="en-GB" sz="2500" b="0" i="1" dirty="0" smtClean="0">
                              <a:solidFill>
                                <a:srgbClr val="000000"/>
                              </a:solidFill>
                              <a:latin typeface="Cambria Math" panose="02040503050406030204" pitchFamily="18" charset="0"/>
                            </a:rPr>
                            <m:t>+1</m:t>
                          </m:r>
                        </m:sub>
                      </m:sSub>
                      <m:d>
                        <m:dPr>
                          <m:ctrlPr>
                            <a:rPr lang="en-GB" sz="2500" i="1" dirty="0">
                              <a:solidFill>
                                <a:srgbClr val="000000"/>
                              </a:solidFill>
                              <a:latin typeface="Cambria Math" panose="02040503050406030204" pitchFamily="18" charset="0"/>
                            </a:rPr>
                          </m:ctrlPr>
                        </m:dPr>
                        <m:e>
                          <m:r>
                            <a:rPr lang="en-GB" sz="2500" b="0" i="1" dirty="0" smtClean="0">
                              <a:solidFill>
                                <a:srgbClr val="000000"/>
                              </a:solidFill>
                              <a:latin typeface="Cambria Math" panose="02040503050406030204" pitchFamily="18" charset="0"/>
                            </a:rPr>
                            <m:t>𝐶</m:t>
                          </m:r>
                        </m:e>
                      </m:d>
                      <m:r>
                        <a:rPr lang="en-PH" sz="2500" b="0" i="1" u="none" strike="noStrike" dirty="0">
                          <a:solidFill>
                            <a:srgbClr val="000000"/>
                          </a:solidFill>
                          <a:effectLst/>
                          <a:latin typeface="Cambria Math" panose="02040503050406030204" pitchFamily="18" charset="0"/>
                        </a:rPr>
                        <m:t>=</m:t>
                      </m:r>
                      <m:f>
                        <m:fPr>
                          <m:ctrlPr>
                            <a:rPr lang="en-PH" sz="2500" b="0" i="1" u="none" strike="noStrike" dirty="0" smtClean="0">
                              <a:solidFill>
                                <a:srgbClr val="000000"/>
                              </a:solidFill>
                              <a:effectLst/>
                              <a:latin typeface="Cambria Math" panose="02040503050406030204" pitchFamily="18" charset="0"/>
                            </a:rPr>
                          </m:ctrlPr>
                        </m:fPr>
                        <m:num>
                          <m:r>
                            <a:rPr lang="en-GB" sz="2500" b="0" i="1" u="none" strike="noStrike" dirty="0" smtClean="0">
                              <a:solidFill>
                                <a:srgbClr val="000000"/>
                              </a:solidFill>
                              <a:effectLst/>
                              <a:latin typeface="Cambria Math" panose="02040503050406030204" pitchFamily="18" charset="0"/>
                            </a:rPr>
                            <m:t>1</m:t>
                          </m:r>
                        </m:num>
                        <m:den>
                          <m:r>
                            <a:rPr lang="en-GB" sz="2500" b="0" i="1" u="none" strike="noStrike" dirty="0" smtClean="0">
                              <a:solidFill>
                                <a:srgbClr val="000000"/>
                              </a:solidFill>
                              <a:effectLst/>
                              <a:latin typeface="Cambria Math" panose="02040503050406030204" pitchFamily="18" charset="0"/>
                            </a:rPr>
                            <m:t>4</m:t>
                          </m:r>
                        </m:den>
                      </m:f>
                      <m:r>
                        <a:rPr lang="en-PH" sz="2500" b="0" i="1" u="none" strike="noStrike" dirty="0" smtClean="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𝑣</m:t>
                      </m:r>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𝐶</m:t>
                      </m:r>
                      <m:r>
                        <a:rPr lang="en-PH" sz="2500" b="0" i="1" u="none" strike="noStrike" dirty="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𝑣</m:t>
                      </m:r>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𝐷</m:t>
                      </m:r>
                      <m:r>
                        <a:rPr lang="en-PH" sz="2500" b="0" i="1" u="none" strike="noStrike" dirty="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𝑣</m:t>
                      </m:r>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𝐶</m:t>
                      </m:r>
                      <m:r>
                        <a:rPr lang="en-PH" sz="2500" b="0" i="1" u="none" strike="noStrike" dirty="0">
                          <a:solidFill>
                            <a:srgbClr val="000000"/>
                          </a:solidFill>
                          <a:effectLst/>
                          <a:latin typeface="Cambria Math" panose="02040503050406030204" pitchFamily="18" charset="0"/>
                        </a:rPr>
                        <m:t>))+(−1+</m:t>
                      </m:r>
                      <m:r>
                        <a:rPr lang="en-PH" sz="2500" i="1" dirty="0">
                          <a:solidFill>
                            <a:srgbClr val="000000"/>
                          </a:solidFill>
                          <a:latin typeface="Cambria Math" panose="02040503050406030204" pitchFamily="18" charset="0"/>
                        </a:rPr>
                        <m:t>𝑣</m:t>
                      </m:r>
                      <m:r>
                        <a:rPr lang="en-PH" sz="2500" i="1" dirty="0">
                          <a:solidFill>
                            <a:srgbClr val="000000"/>
                          </a:solidFill>
                          <a:latin typeface="Cambria Math" panose="02040503050406030204" pitchFamily="18" charset="0"/>
                        </a:rPr>
                        <m:t>(</m:t>
                      </m:r>
                      <m:r>
                        <a:rPr lang="en-GB" sz="2500" b="0" i="1" dirty="0" smtClean="0">
                          <a:solidFill>
                            <a:srgbClr val="000000"/>
                          </a:solidFill>
                          <a:latin typeface="Cambria Math" panose="02040503050406030204" pitchFamily="18" charset="0"/>
                        </a:rPr>
                        <m:t>𝐴</m:t>
                      </m:r>
                      <m:r>
                        <a:rPr lang="en-PH" sz="2500" i="1" dirty="0">
                          <a:solidFill>
                            <a:srgbClr val="000000"/>
                          </a:solidFill>
                          <a:latin typeface="Cambria Math" panose="02040503050406030204" pitchFamily="18" charset="0"/>
                        </a:rPr>
                        <m:t>))</m:t>
                      </m:r>
                    </m:oMath>
                  </m:oMathPara>
                </a14:m>
                <a:endParaRPr lang="en-US" sz="2500" dirty="0"/>
              </a:p>
            </p:txBody>
          </p:sp>
        </mc:Choice>
        <mc:Fallback xmlns="">
          <p:sp>
            <p:nvSpPr>
              <p:cNvPr id="12" name="TextBox 11">
                <a:extLst>
                  <a:ext uri="{FF2B5EF4-FFF2-40B4-BE49-F238E27FC236}">
                    <a16:creationId xmlns:a16="http://schemas.microsoft.com/office/drawing/2014/main" id="{854485B9-44C7-87F7-64BC-DF8EF475D58F}"/>
                  </a:ext>
                </a:extLst>
              </p:cNvPr>
              <p:cNvSpPr txBox="1">
                <a:spLocks noRot="1" noChangeAspect="1" noMove="1" noResize="1" noEditPoints="1" noAdjustHandles="1" noChangeArrowheads="1" noChangeShapeType="1" noTextEdit="1"/>
              </p:cNvSpPr>
              <p:nvPr/>
            </p:nvSpPr>
            <p:spPr>
              <a:xfrm>
                <a:off x="0" y="2705367"/>
                <a:ext cx="10078720" cy="812595"/>
              </a:xfrm>
              <a:prstGeom prst="rect">
                <a:avLst/>
              </a:prstGeom>
              <a:blipFill>
                <a:blip r:embed="rId5"/>
                <a:stretch>
                  <a:fillRect r="-252" b="-62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89A2247-9EAB-CE20-C07A-44E47F03A0DF}"/>
                  </a:ext>
                </a:extLst>
              </p:cNvPr>
              <p:cNvSpPr txBox="1"/>
              <p:nvPr/>
            </p:nvSpPr>
            <p:spPr>
              <a:xfrm>
                <a:off x="-44207" y="3556919"/>
                <a:ext cx="8257110" cy="81259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i="1" dirty="0" smtClean="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r>
                        <a:rPr lang="en-GB" sz="2500" i="1" dirty="0">
                          <a:solidFill>
                            <a:srgbClr val="000000"/>
                          </a:solidFill>
                          <a:latin typeface="Cambria Math" panose="02040503050406030204" pitchFamily="18" charset="0"/>
                        </a:rPr>
                        <m:t> </m:t>
                      </m:r>
                      <m:d>
                        <m:dPr>
                          <m:ctrlPr>
                            <a:rPr lang="en-GB" sz="2500" i="1" dirty="0">
                              <a:solidFill>
                                <a:srgbClr val="000000"/>
                              </a:solidFill>
                              <a:latin typeface="Cambria Math" panose="02040503050406030204" pitchFamily="18" charset="0"/>
                            </a:rPr>
                          </m:ctrlPr>
                        </m:dPr>
                        <m:e>
                          <m:r>
                            <a:rPr lang="en-GB" sz="2500" b="0" i="1" dirty="0" smtClean="0">
                              <a:solidFill>
                                <a:srgbClr val="000000"/>
                              </a:solidFill>
                              <a:latin typeface="Cambria Math" panose="02040503050406030204" pitchFamily="18" charset="0"/>
                            </a:rPr>
                            <m:t>𝐶</m:t>
                          </m:r>
                        </m:e>
                      </m:d>
                      <m:r>
                        <a:rPr lang="en-PH" sz="2500" b="0" i="1" u="none" strike="noStrike" dirty="0">
                          <a:solidFill>
                            <a:srgbClr val="000000"/>
                          </a:solidFill>
                          <a:effectLst/>
                          <a:latin typeface="Cambria Math" panose="02040503050406030204" pitchFamily="18" charset="0"/>
                        </a:rPr>
                        <m:t>=</m:t>
                      </m:r>
                      <m:f>
                        <m:fPr>
                          <m:ctrlPr>
                            <a:rPr lang="en-PH" sz="2500" b="0" i="1" u="none" strike="noStrike" dirty="0" smtClean="0">
                              <a:solidFill>
                                <a:srgbClr val="000000"/>
                              </a:solidFill>
                              <a:effectLst/>
                              <a:latin typeface="Cambria Math" panose="02040503050406030204" pitchFamily="18" charset="0"/>
                            </a:rPr>
                          </m:ctrlPr>
                        </m:fPr>
                        <m:num>
                          <m:r>
                            <a:rPr lang="en-GB" sz="2500" b="0" i="1" u="none" strike="noStrike" dirty="0" smtClean="0">
                              <a:solidFill>
                                <a:srgbClr val="000000"/>
                              </a:solidFill>
                              <a:effectLst/>
                              <a:latin typeface="Cambria Math" panose="02040503050406030204" pitchFamily="18" charset="0"/>
                            </a:rPr>
                            <m:t>1</m:t>
                          </m:r>
                        </m:num>
                        <m:den>
                          <m:r>
                            <a:rPr lang="en-GB" sz="2500" b="0" i="1" u="none" strike="noStrike" dirty="0" smtClean="0">
                              <a:solidFill>
                                <a:srgbClr val="000000"/>
                              </a:solidFill>
                              <a:effectLst/>
                              <a:latin typeface="Cambria Math" panose="02040503050406030204" pitchFamily="18" charset="0"/>
                            </a:rPr>
                            <m:t>4</m:t>
                          </m:r>
                        </m:den>
                      </m:f>
                      <m:r>
                        <a:rPr lang="en-PH" sz="2500" b="0" i="1" u="none" strike="noStrike" dirty="0" smtClean="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0</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0</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0</m:t>
                      </m:r>
                      <m:r>
                        <a:rPr lang="en-PH" sz="2500" b="0" i="1" u="none" strike="noStrike" dirty="0">
                          <a:solidFill>
                            <a:srgbClr val="000000"/>
                          </a:solidFill>
                          <a:effectLst/>
                          <a:latin typeface="Cambria Math" panose="02040503050406030204" pitchFamily="18" charset="0"/>
                        </a:rPr>
                        <m:t>)+</m:t>
                      </m:r>
                      <m:r>
                        <a:rPr lang="en-PH" sz="2500" i="1" dirty="0">
                          <a:solidFill>
                            <a:srgbClr val="000000"/>
                          </a:solidFill>
                          <a:latin typeface="Cambria Math" panose="02040503050406030204" pitchFamily="18" charset="0"/>
                        </a:rPr>
                        <m:t>(−1+</m:t>
                      </m:r>
                      <m:r>
                        <a:rPr lang="en-GB" sz="2500" b="0" i="1" dirty="0" smtClean="0">
                          <a:solidFill>
                            <a:srgbClr val="000000"/>
                          </a:solidFill>
                          <a:latin typeface="Cambria Math" panose="02040503050406030204" pitchFamily="18" charset="0"/>
                        </a:rPr>
                        <m:t>0</m:t>
                      </m:r>
                      <m:r>
                        <a:rPr lang="en-PH" sz="2500" i="1" dirty="0">
                          <a:solidFill>
                            <a:srgbClr val="000000"/>
                          </a:solidFill>
                          <a:latin typeface="Cambria Math" panose="02040503050406030204" pitchFamily="18" charset="0"/>
                        </a:rPr>
                        <m:t>)</m:t>
                      </m:r>
                    </m:oMath>
                  </m:oMathPara>
                </a14:m>
                <a:endParaRPr lang="en-US" sz="2500" dirty="0"/>
              </a:p>
            </p:txBody>
          </p:sp>
        </mc:Choice>
        <mc:Fallback xmlns="">
          <p:sp>
            <p:nvSpPr>
              <p:cNvPr id="13" name="TextBox 12">
                <a:extLst>
                  <a:ext uri="{FF2B5EF4-FFF2-40B4-BE49-F238E27FC236}">
                    <a16:creationId xmlns:a16="http://schemas.microsoft.com/office/drawing/2014/main" id="{689A2247-9EAB-CE20-C07A-44E47F03A0DF}"/>
                  </a:ext>
                </a:extLst>
              </p:cNvPr>
              <p:cNvSpPr txBox="1">
                <a:spLocks noRot="1" noChangeAspect="1" noMove="1" noResize="1" noEditPoints="1" noAdjustHandles="1" noChangeArrowheads="1" noChangeShapeType="1" noTextEdit="1"/>
              </p:cNvSpPr>
              <p:nvPr/>
            </p:nvSpPr>
            <p:spPr>
              <a:xfrm>
                <a:off x="-44207" y="3556919"/>
                <a:ext cx="8257110" cy="812595"/>
              </a:xfrm>
              <a:prstGeom prst="rect">
                <a:avLst/>
              </a:prstGeom>
              <a:blipFill>
                <a:blip r:embed="rId6"/>
                <a:stretch>
                  <a:fillRect r="-154" b="-45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A4920D9-2B53-7227-2F02-C26FE1B0B3BE}"/>
                  </a:ext>
                </a:extLst>
              </p:cNvPr>
              <p:cNvSpPr txBox="1"/>
              <p:nvPr/>
            </p:nvSpPr>
            <p:spPr>
              <a:xfrm>
                <a:off x="0" y="4471754"/>
                <a:ext cx="2198891" cy="477054"/>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i="1" dirty="0" smtClean="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d>
                        <m:dPr>
                          <m:ctrlPr>
                            <a:rPr lang="en-GB" sz="2500" i="1" dirty="0">
                              <a:solidFill>
                                <a:srgbClr val="000000"/>
                              </a:solidFill>
                              <a:latin typeface="Cambria Math" panose="02040503050406030204" pitchFamily="18" charset="0"/>
                            </a:rPr>
                          </m:ctrlPr>
                        </m:dPr>
                        <m:e>
                          <m:r>
                            <a:rPr lang="en-GB" sz="2500" b="0" i="1" dirty="0" smtClean="0">
                              <a:solidFill>
                                <a:srgbClr val="000000"/>
                              </a:solidFill>
                              <a:latin typeface="Cambria Math" panose="02040503050406030204" pitchFamily="18" charset="0"/>
                            </a:rPr>
                            <m:t>𝐶</m:t>
                          </m:r>
                        </m:e>
                      </m:d>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−1</m:t>
                      </m:r>
                    </m:oMath>
                  </m:oMathPara>
                </a14:m>
                <a:endParaRPr lang="en-US" sz="2500" dirty="0"/>
              </a:p>
            </p:txBody>
          </p:sp>
        </mc:Choice>
        <mc:Fallback xmlns="">
          <p:sp>
            <p:nvSpPr>
              <p:cNvPr id="14" name="TextBox 13">
                <a:extLst>
                  <a:ext uri="{FF2B5EF4-FFF2-40B4-BE49-F238E27FC236}">
                    <a16:creationId xmlns:a16="http://schemas.microsoft.com/office/drawing/2014/main" id="{2A4920D9-2B53-7227-2F02-C26FE1B0B3BE}"/>
                  </a:ext>
                </a:extLst>
              </p:cNvPr>
              <p:cNvSpPr txBox="1">
                <a:spLocks noRot="1" noChangeAspect="1" noMove="1" noResize="1" noEditPoints="1" noAdjustHandles="1" noChangeArrowheads="1" noChangeShapeType="1" noTextEdit="1"/>
              </p:cNvSpPr>
              <p:nvPr/>
            </p:nvSpPr>
            <p:spPr>
              <a:xfrm>
                <a:off x="0" y="4471754"/>
                <a:ext cx="2198891" cy="477054"/>
              </a:xfrm>
              <a:prstGeom prst="rect">
                <a:avLst/>
              </a:prstGeom>
              <a:blipFill>
                <a:blip r:embed="rId7"/>
                <a:stretch>
                  <a:fillRect/>
                </a:stretch>
              </a:blipFill>
              <a:ln w="38100">
                <a:solidFill>
                  <a:srgbClr val="00B050"/>
                </a:solidFill>
              </a:ln>
            </p:spPr>
            <p:txBody>
              <a:bodyPr/>
              <a:lstStyle/>
              <a:p>
                <a:r>
                  <a:rPr lang="en-US">
                    <a:noFill/>
                  </a:rPr>
                  <a:t> </a:t>
                </a:r>
              </a:p>
            </p:txBody>
          </p:sp>
        </mc:Fallback>
      </mc:AlternateContent>
    </p:spTree>
    <p:extLst>
      <p:ext uri="{BB962C8B-B14F-4D97-AF65-F5344CB8AC3E}">
        <p14:creationId xmlns:p14="http://schemas.microsoft.com/office/powerpoint/2010/main" val="362345543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MasterSp="0" show="0">
  <p:cSld>
    <p:spTree>
      <p:nvGrpSpPr>
        <p:cNvPr id="1" name="">
          <a:extLst>
            <a:ext uri="{FF2B5EF4-FFF2-40B4-BE49-F238E27FC236}">
              <a16:creationId xmlns:a16="http://schemas.microsoft.com/office/drawing/2014/main" id="{FE4069E7-B365-0319-DA51-C81DBA4F6F2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1420ECA-D112-2BF4-1487-8D2FF0A73554}"/>
                  </a:ext>
                </a:extLst>
              </p:cNvPr>
              <p:cNvSpPr txBox="1"/>
              <p:nvPr/>
            </p:nvSpPr>
            <p:spPr>
              <a:xfrm>
                <a:off x="2606040" y="2459954"/>
                <a:ext cx="7162800" cy="1212576"/>
              </a:xfrm>
              <a:prstGeom prst="rect">
                <a:avLst/>
              </a:prstGeom>
              <a:noFill/>
              <a:ln w="28575">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PH" sz="3000" b="0" i="1" u="none" strike="noStrike" dirty="0" smtClean="0">
                              <a:solidFill>
                                <a:srgbClr val="000000"/>
                              </a:solidFill>
                              <a:effectLst/>
                              <a:latin typeface="Cambria Math" panose="02040503050406030204" pitchFamily="18" charset="0"/>
                            </a:rPr>
                          </m:ctrlPr>
                        </m:sSubPr>
                        <m:e>
                          <m:r>
                            <a:rPr lang="en-GB" sz="3000" b="0" i="1" u="none" strike="noStrike" dirty="0" smtClean="0">
                              <a:solidFill>
                                <a:srgbClr val="000000"/>
                              </a:solidFill>
                              <a:effectLst/>
                              <a:latin typeface="Cambria Math" panose="02040503050406030204" pitchFamily="18" charset="0"/>
                            </a:rPr>
                            <m:t>𝑣</m:t>
                          </m:r>
                        </m:e>
                        <m:sub>
                          <m:r>
                            <a:rPr lang="en-GB" sz="3000" b="0" i="1" u="none" strike="noStrike" dirty="0" smtClean="0">
                              <a:solidFill>
                                <a:srgbClr val="000000"/>
                              </a:solidFill>
                              <a:effectLst/>
                              <a:latin typeface="Cambria Math" panose="02040503050406030204" pitchFamily="18" charset="0"/>
                            </a:rPr>
                            <m:t>𝑘</m:t>
                          </m:r>
                          <m:r>
                            <a:rPr lang="en-GB" sz="3000" b="0" i="1" u="none" strike="noStrike" dirty="0" smtClean="0">
                              <a:solidFill>
                                <a:srgbClr val="000000"/>
                              </a:solidFill>
                              <a:effectLst/>
                              <a:latin typeface="Cambria Math" panose="02040503050406030204" pitchFamily="18" charset="0"/>
                            </a:rPr>
                            <m:t>+1</m:t>
                          </m:r>
                        </m:sub>
                      </m:sSub>
                      <m:d>
                        <m:dPr>
                          <m:ctrlPr>
                            <a:rPr lang="en-GB" sz="3000" b="0" i="1" u="none" strike="noStrike" dirty="0" smtClean="0">
                              <a:solidFill>
                                <a:srgbClr val="000000"/>
                              </a:solidFill>
                              <a:effectLst/>
                              <a:latin typeface="Cambria Math" panose="02040503050406030204" pitchFamily="18" charset="0"/>
                            </a:rPr>
                          </m:ctrlPr>
                        </m:dPr>
                        <m:e>
                          <m:r>
                            <a:rPr lang="en-GB" sz="3000" b="0" i="1" u="none" strike="noStrike" dirty="0" smtClean="0">
                              <a:solidFill>
                                <a:srgbClr val="000000"/>
                              </a:solidFill>
                              <a:effectLst/>
                              <a:latin typeface="Cambria Math" panose="02040503050406030204" pitchFamily="18" charset="0"/>
                            </a:rPr>
                            <m:t>𝑠</m:t>
                          </m:r>
                        </m:e>
                      </m:d>
                      <m:r>
                        <a:rPr lang="en-PH" sz="3000" b="0" i="1" u="none" strike="noStrike" dirty="0">
                          <a:solidFill>
                            <a:srgbClr val="000000"/>
                          </a:solidFill>
                          <a:effectLst/>
                          <a:latin typeface="Cambria Math" panose="02040503050406030204" pitchFamily="18" charset="0"/>
                        </a:rPr>
                        <m:t>=</m:t>
                      </m:r>
                      <m:nary>
                        <m:naryPr>
                          <m:chr m:val="∑"/>
                          <m:supHide m:val="on"/>
                          <m:ctrlPr>
                            <a:rPr lang="en-PH" sz="3000" b="0" i="1" u="none" strike="noStrike" dirty="0" smtClean="0">
                              <a:solidFill>
                                <a:srgbClr val="000000"/>
                              </a:solidFill>
                              <a:effectLst/>
                              <a:latin typeface="Cambria Math" panose="02040503050406030204" pitchFamily="18" charset="0"/>
                            </a:rPr>
                          </m:ctrlPr>
                        </m:naryPr>
                        <m:sub>
                          <m:r>
                            <m:rPr>
                              <m:brk m:alnAt="7"/>
                            </m:rPr>
                            <a:rPr lang="en-GB" sz="3000" b="0" i="1" u="none" strike="noStrike" dirty="0" smtClean="0">
                              <a:solidFill>
                                <a:srgbClr val="000000"/>
                              </a:solidFill>
                              <a:effectLst/>
                              <a:latin typeface="Cambria Math" panose="02040503050406030204" pitchFamily="18" charset="0"/>
                            </a:rPr>
                            <m:t>𝑎</m:t>
                          </m:r>
                        </m:sub>
                        <m:sup/>
                        <m:e>
                          <m:r>
                            <a:rPr lang="el-GR" sz="3000" i="1" dirty="0">
                              <a:solidFill>
                                <a:srgbClr val="000000"/>
                              </a:solidFill>
                              <a:latin typeface="Cambria Math" panose="02040503050406030204" pitchFamily="18" charset="0"/>
                            </a:rPr>
                            <m:t>𝜋</m:t>
                          </m:r>
                          <m:r>
                            <a:rPr lang="el-GR" sz="3000" i="1" dirty="0">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𝑎</m:t>
                          </m:r>
                          <m:r>
                            <a:rPr lang="en-PH" sz="3000" i="1" dirty="0" err="1">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𝑠</m:t>
                          </m:r>
                          <m:r>
                            <a:rPr lang="en-PH" sz="3000" i="1" dirty="0">
                              <a:solidFill>
                                <a:srgbClr val="000000"/>
                              </a:solidFill>
                              <a:latin typeface="Cambria Math" panose="02040503050406030204" pitchFamily="18" charset="0"/>
                            </a:rPr>
                            <m:t>)[</m:t>
                          </m:r>
                          <m:r>
                            <a:rPr lang="en-PH" sz="3000" i="1" dirty="0" smtClean="0">
                              <a:solidFill>
                                <a:srgbClr val="000000"/>
                              </a:solidFill>
                              <a:latin typeface="Cambria Math" panose="02040503050406030204" pitchFamily="18" charset="0"/>
                            </a:rPr>
                            <m:t>𝑟</m:t>
                          </m:r>
                          <m:r>
                            <a:rPr lang="en-PH" sz="3000" i="1" dirty="0">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𝑠</m:t>
                          </m:r>
                          <m:r>
                            <a:rPr lang="en-PH" sz="3000" i="1" dirty="0" err="1">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𝑎</m:t>
                          </m:r>
                          <m:r>
                            <a:rPr lang="en-PH" sz="3000" i="1" dirty="0">
                              <a:solidFill>
                                <a:srgbClr val="000000"/>
                              </a:solidFill>
                              <a:latin typeface="Cambria Math" panose="02040503050406030204" pitchFamily="18" charset="0"/>
                            </a:rPr>
                            <m:t>)+</m:t>
                          </m:r>
                          <m:r>
                            <a:rPr lang="el-GR" sz="3000" i="1" dirty="0">
                              <a:solidFill>
                                <a:srgbClr val="000000"/>
                              </a:solidFill>
                              <a:latin typeface="Cambria Math" panose="02040503050406030204" pitchFamily="18" charset="0"/>
                            </a:rPr>
                            <m:t>𝛾</m:t>
                          </m:r>
                          <m:sSub>
                            <m:sSubPr>
                              <m:ctrlPr>
                                <a:rPr lang="en-PH" sz="3000" i="1" dirty="0">
                                  <a:solidFill>
                                    <a:srgbClr val="000000"/>
                                  </a:solidFill>
                                  <a:latin typeface="Cambria Math" panose="02040503050406030204" pitchFamily="18" charset="0"/>
                                </a:rPr>
                              </m:ctrlPr>
                            </m:sSubPr>
                            <m:e>
                              <m:r>
                                <a:rPr lang="en-GB" sz="3000" i="1" dirty="0">
                                  <a:solidFill>
                                    <a:srgbClr val="000000"/>
                                  </a:solidFill>
                                  <a:latin typeface="Cambria Math" panose="02040503050406030204" pitchFamily="18" charset="0"/>
                                </a:rPr>
                                <m:t>𝑣</m:t>
                              </m:r>
                            </m:e>
                            <m:sub>
                              <m:r>
                                <a:rPr lang="en-GB" sz="3000" b="0" i="1" dirty="0" smtClean="0">
                                  <a:solidFill>
                                    <a:srgbClr val="000000"/>
                                  </a:solidFill>
                                  <a:latin typeface="Cambria Math" panose="02040503050406030204" pitchFamily="18" charset="0"/>
                                </a:rPr>
                                <m:t>𝑘</m:t>
                              </m:r>
                            </m:sub>
                          </m:sSub>
                          <m:r>
                            <a:rPr lang="en-PH" sz="3000" i="1" dirty="0">
                              <a:solidFill>
                                <a:srgbClr val="000000"/>
                              </a:solidFill>
                              <a:latin typeface="Cambria Math" panose="02040503050406030204" pitchFamily="18" charset="0"/>
                            </a:rPr>
                            <m:t>(</m:t>
                          </m:r>
                          <m:r>
                            <a:rPr lang="en-PH" sz="3000" i="1" dirty="0">
                              <a:solidFill>
                                <a:srgbClr val="000000"/>
                              </a:solidFill>
                              <a:latin typeface="Cambria Math" panose="02040503050406030204" pitchFamily="18" charset="0"/>
                            </a:rPr>
                            <m:t>𝑠</m:t>
                          </m:r>
                          <m:r>
                            <a:rPr lang="en-PH" sz="3000" i="1" dirty="0">
                              <a:solidFill>
                                <a:srgbClr val="000000"/>
                              </a:solidFill>
                              <a:latin typeface="Cambria Math" panose="02040503050406030204" pitchFamily="18" charset="0"/>
                            </a:rPr>
                            <m:t>′)]</m:t>
                          </m:r>
                        </m:e>
                      </m:nary>
                    </m:oMath>
                  </m:oMathPara>
                </a14:m>
                <a:endParaRPr lang="en-US" sz="3000" dirty="0"/>
              </a:p>
            </p:txBody>
          </p:sp>
        </mc:Choice>
        <mc:Fallback xmlns="">
          <p:sp>
            <p:nvSpPr>
              <p:cNvPr id="3" name="TextBox 2">
                <a:extLst>
                  <a:ext uri="{FF2B5EF4-FFF2-40B4-BE49-F238E27FC236}">
                    <a16:creationId xmlns:a16="http://schemas.microsoft.com/office/drawing/2014/main" id="{21420ECA-D112-2BF4-1487-8D2FF0A73554}"/>
                  </a:ext>
                </a:extLst>
              </p:cNvPr>
              <p:cNvSpPr txBox="1">
                <a:spLocks noRot="1" noChangeAspect="1" noMove="1" noResize="1" noEditPoints="1" noAdjustHandles="1" noChangeArrowheads="1" noChangeShapeType="1" noTextEdit="1"/>
              </p:cNvSpPr>
              <p:nvPr/>
            </p:nvSpPr>
            <p:spPr>
              <a:xfrm>
                <a:off x="2606040" y="2459954"/>
                <a:ext cx="7162800" cy="1212576"/>
              </a:xfrm>
              <a:prstGeom prst="rect">
                <a:avLst/>
              </a:prstGeom>
              <a:blipFill>
                <a:blip r:embed="rId2"/>
                <a:stretch>
                  <a:fillRect t="-126263" b="-177778"/>
                </a:stretch>
              </a:blipFill>
              <a:ln w="28575">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24679CC9-3EA9-1ED3-D786-8DFFFF4E9AF1}"/>
                  </a:ext>
                </a:extLst>
              </p:cNvPr>
              <p:cNvSpPr txBox="1"/>
              <p:nvPr/>
            </p:nvSpPr>
            <p:spPr>
              <a:xfrm>
                <a:off x="2336941" y="4166624"/>
                <a:ext cx="9057640" cy="69737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100" b="0" i="1" dirty="0" smtClean="0">
                              <a:solidFill>
                                <a:srgbClr val="000000"/>
                              </a:solidFill>
                              <a:latin typeface="Cambria Math" panose="02040503050406030204" pitchFamily="18" charset="0"/>
                            </a:rPr>
                          </m:ctrlPr>
                        </m:sSubPr>
                        <m:e>
                          <m:r>
                            <a:rPr lang="en-GB" sz="2100" b="0" i="1" dirty="0" smtClean="0">
                              <a:solidFill>
                                <a:srgbClr val="000000"/>
                              </a:solidFill>
                              <a:latin typeface="Cambria Math" panose="02040503050406030204" pitchFamily="18" charset="0"/>
                            </a:rPr>
                            <m:t>𝑣</m:t>
                          </m:r>
                        </m:e>
                        <m:sub>
                          <m:r>
                            <a:rPr lang="en-GB" sz="2100" b="0" i="1" dirty="0" smtClean="0">
                              <a:solidFill>
                                <a:srgbClr val="000000"/>
                              </a:solidFill>
                              <a:latin typeface="Cambria Math" panose="02040503050406030204" pitchFamily="18" charset="0"/>
                            </a:rPr>
                            <m:t>𝑘</m:t>
                          </m:r>
                          <m:r>
                            <a:rPr lang="en-GB" sz="2100" b="0" i="1" dirty="0" smtClean="0">
                              <a:solidFill>
                                <a:srgbClr val="000000"/>
                              </a:solidFill>
                              <a:latin typeface="Cambria Math" panose="02040503050406030204" pitchFamily="18" charset="0"/>
                            </a:rPr>
                            <m:t>+1</m:t>
                          </m:r>
                        </m:sub>
                      </m:sSub>
                      <m:d>
                        <m:dPr>
                          <m:ctrlPr>
                            <a:rPr lang="en-GB" sz="2100" i="1" dirty="0">
                              <a:solidFill>
                                <a:srgbClr val="000000"/>
                              </a:solidFill>
                              <a:latin typeface="Cambria Math" panose="02040503050406030204" pitchFamily="18" charset="0"/>
                            </a:rPr>
                          </m:ctrlPr>
                        </m:dPr>
                        <m:e>
                          <m:r>
                            <a:rPr lang="en-GB" sz="2100" b="0" i="1" dirty="0" smtClean="0">
                              <a:solidFill>
                                <a:srgbClr val="000000"/>
                              </a:solidFill>
                              <a:latin typeface="Cambria Math" panose="02040503050406030204" pitchFamily="18" charset="0"/>
                            </a:rPr>
                            <m:t>𝐵</m:t>
                          </m:r>
                        </m:e>
                      </m:d>
                      <m:r>
                        <a:rPr lang="en-PH" sz="2100" b="0" i="1" u="none" strike="noStrike" dirty="0">
                          <a:solidFill>
                            <a:srgbClr val="000000"/>
                          </a:solidFill>
                          <a:effectLst/>
                          <a:latin typeface="Cambria Math" panose="02040503050406030204" pitchFamily="18" charset="0"/>
                        </a:rPr>
                        <m:t>=</m:t>
                      </m:r>
                      <m:f>
                        <m:fPr>
                          <m:ctrlPr>
                            <a:rPr lang="en-PH" sz="2100" b="0" i="1" u="none" strike="noStrike" dirty="0" smtClean="0">
                              <a:solidFill>
                                <a:srgbClr val="000000"/>
                              </a:solidFill>
                              <a:effectLst/>
                              <a:latin typeface="Cambria Math" panose="02040503050406030204" pitchFamily="18" charset="0"/>
                            </a:rPr>
                          </m:ctrlPr>
                        </m:fPr>
                        <m:num>
                          <m:r>
                            <a:rPr lang="en-GB" sz="2100" b="0" i="1" u="none" strike="noStrike" dirty="0" smtClean="0">
                              <a:solidFill>
                                <a:srgbClr val="000000"/>
                              </a:solidFill>
                              <a:effectLst/>
                              <a:latin typeface="Cambria Math" panose="02040503050406030204" pitchFamily="18" charset="0"/>
                            </a:rPr>
                            <m:t>1</m:t>
                          </m:r>
                        </m:num>
                        <m:den>
                          <m:r>
                            <a:rPr lang="en-GB" sz="2100" b="0" i="1" u="none" strike="noStrike" dirty="0" smtClean="0">
                              <a:solidFill>
                                <a:srgbClr val="000000"/>
                              </a:solidFill>
                              <a:effectLst/>
                              <a:latin typeface="Cambria Math" panose="02040503050406030204" pitchFamily="18" charset="0"/>
                            </a:rPr>
                            <m:t>4</m:t>
                          </m:r>
                        </m:den>
                      </m:f>
                      <m:r>
                        <a:rPr lang="en-PH" sz="2100" b="0" i="1" u="none" strike="noStrike" dirty="0" smtClean="0">
                          <a:solidFill>
                            <a:srgbClr val="000000"/>
                          </a:solidFill>
                          <a:effectLst/>
                          <a:latin typeface="Cambria Math" panose="02040503050406030204" pitchFamily="18" charset="0"/>
                        </a:rPr>
                        <m:t>​</m:t>
                      </m:r>
                      <m:r>
                        <a:rPr lang="en-PH" sz="2100" b="0" i="1" u="none" strike="noStrike" dirty="0">
                          <a:solidFill>
                            <a:srgbClr val="000000"/>
                          </a:solidFill>
                          <a:effectLst/>
                          <a:latin typeface="Cambria Math" panose="02040503050406030204" pitchFamily="18" charset="0"/>
                        </a:rPr>
                        <m:t>[(−1+</m:t>
                      </m:r>
                      <m:r>
                        <a:rPr lang="en-PH" sz="2100" b="0" i="1" u="none" strike="noStrike" dirty="0">
                          <a:solidFill>
                            <a:srgbClr val="000000"/>
                          </a:solidFill>
                          <a:effectLst/>
                          <a:latin typeface="Cambria Math" panose="02040503050406030204" pitchFamily="18" charset="0"/>
                        </a:rPr>
                        <m:t>𝑣</m:t>
                      </m:r>
                      <m:r>
                        <a:rPr lang="en-PH" sz="2100" b="0" i="1" u="none" strike="noStrike" dirty="0">
                          <a:solidFill>
                            <a:srgbClr val="000000"/>
                          </a:solidFill>
                          <a:effectLst/>
                          <a:latin typeface="Cambria Math" panose="02040503050406030204" pitchFamily="18" charset="0"/>
                        </a:rPr>
                        <m:t>(</m:t>
                      </m:r>
                      <m:r>
                        <a:rPr lang="en-GB" sz="2100" b="0" i="1" u="none" strike="noStrike" dirty="0" smtClean="0">
                          <a:solidFill>
                            <a:srgbClr val="000000"/>
                          </a:solidFill>
                          <a:effectLst/>
                          <a:latin typeface="Cambria Math" panose="02040503050406030204" pitchFamily="18" charset="0"/>
                        </a:rPr>
                        <m:t>𝐵</m:t>
                      </m:r>
                      <m:r>
                        <a:rPr lang="en-PH" sz="2100" b="0" i="1" u="none" strike="noStrike" dirty="0">
                          <a:solidFill>
                            <a:srgbClr val="000000"/>
                          </a:solidFill>
                          <a:effectLst/>
                          <a:latin typeface="Cambria Math" panose="02040503050406030204" pitchFamily="18" charset="0"/>
                        </a:rPr>
                        <m:t>))+(−1+</m:t>
                      </m:r>
                      <m:r>
                        <a:rPr lang="en-PH" sz="2100" b="0" i="1" u="none" strike="noStrike" dirty="0">
                          <a:solidFill>
                            <a:srgbClr val="000000"/>
                          </a:solidFill>
                          <a:effectLst/>
                          <a:latin typeface="Cambria Math" panose="02040503050406030204" pitchFamily="18" charset="0"/>
                        </a:rPr>
                        <m:t>𝑣</m:t>
                      </m:r>
                      <m:r>
                        <a:rPr lang="en-PH" sz="2100" b="0" i="1" u="none" strike="noStrike" dirty="0">
                          <a:solidFill>
                            <a:srgbClr val="000000"/>
                          </a:solidFill>
                          <a:effectLst/>
                          <a:latin typeface="Cambria Math" panose="02040503050406030204" pitchFamily="18" charset="0"/>
                        </a:rPr>
                        <m:t>(</m:t>
                      </m:r>
                      <m:r>
                        <a:rPr lang="en-PH" sz="2100" b="0" i="1" u="none" strike="noStrike" dirty="0">
                          <a:solidFill>
                            <a:srgbClr val="000000"/>
                          </a:solidFill>
                          <a:effectLst/>
                          <a:latin typeface="Cambria Math" panose="02040503050406030204" pitchFamily="18" charset="0"/>
                        </a:rPr>
                        <m:t>𝐵</m:t>
                      </m:r>
                      <m:r>
                        <a:rPr lang="en-PH" sz="2100" b="0" i="1" u="none" strike="noStrike" dirty="0">
                          <a:solidFill>
                            <a:srgbClr val="000000"/>
                          </a:solidFill>
                          <a:effectLst/>
                          <a:latin typeface="Cambria Math" panose="02040503050406030204" pitchFamily="18" charset="0"/>
                        </a:rPr>
                        <m:t>))+(−1+</m:t>
                      </m:r>
                      <m:r>
                        <a:rPr lang="en-PH" sz="2100" b="0" i="1" u="none" strike="noStrike" dirty="0">
                          <a:solidFill>
                            <a:srgbClr val="000000"/>
                          </a:solidFill>
                          <a:effectLst/>
                          <a:latin typeface="Cambria Math" panose="02040503050406030204" pitchFamily="18" charset="0"/>
                        </a:rPr>
                        <m:t>𝑣</m:t>
                      </m:r>
                      <m:r>
                        <a:rPr lang="en-PH" sz="2100" b="0" i="1" u="none" strike="noStrike" dirty="0">
                          <a:solidFill>
                            <a:srgbClr val="000000"/>
                          </a:solidFill>
                          <a:effectLst/>
                          <a:latin typeface="Cambria Math" panose="02040503050406030204" pitchFamily="18" charset="0"/>
                        </a:rPr>
                        <m:t>(</m:t>
                      </m:r>
                      <m:r>
                        <a:rPr lang="en-PH" sz="2100" b="0" i="1" u="none" strike="noStrike" dirty="0">
                          <a:solidFill>
                            <a:srgbClr val="000000"/>
                          </a:solidFill>
                          <a:effectLst/>
                          <a:latin typeface="Cambria Math" panose="02040503050406030204" pitchFamily="18" charset="0"/>
                        </a:rPr>
                        <m:t>𝐶</m:t>
                      </m:r>
                      <m:r>
                        <a:rPr lang="en-PH" sz="2100" b="0" i="1" u="none" strike="noStrike" dirty="0">
                          <a:solidFill>
                            <a:srgbClr val="000000"/>
                          </a:solidFill>
                          <a:effectLst/>
                          <a:latin typeface="Cambria Math" panose="02040503050406030204" pitchFamily="18" charset="0"/>
                        </a:rPr>
                        <m:t>))+(−1+</m:t>
                      </m:r>
                      <m:r>
                        <a:rPr lang="en-PH" sz="2100" i="1" dirty="0">
                          <a:solidFill>
                            <a:srgbClr val="000000"/>
                          </a:solidFill>
                          <a:latin typeface="Cambria Math" panose="02040503050406030204" pitchFamily="18" charset="0"/>
                        </a:rPr>
                        <m:t>𝑣</m:t>
                      </m:r>
                      <m:r>
                        <a:rPr lang="en-PH" sz="2100" i="1" dirty="0">
                          <a:solidFill>
                            <a:srgbClr val="000000"/>
                          </a:solidFill>
                          <a:latin typeface="Cambria Math" panose="02040503050406030204" pitchFamily="18" charset="0"/>
                        </a:rPr>
                        <m:t>(</m:t>
                      </m:r>
                      <m:r>
                        <a:rPr lang="en-GB" sz="2100" b="0" i="1" dirty="0" smtClean="0">
                          <a:solidFill>
                            <a:srgbClr val="000000"/>
                          </a:solidFill>
                          <a:latin typeface="Cambria Math" panose="02040503050406030204" pitchFamily="18" charset="0"/>
                        </a:rPr>
                        <m:t>𝐴</m:t>
                      </m:r>
                      <m:r>
                        <a:rPr lang="en-PH" sz="2100" i="1" dirty="0">
                          <a:solidFill>
                            <a:srgbClr val="000000"/>
                          </a:solidFill>
                          <a:latin typeface="Cambria Math" panose="02040503050406030204" pitchFamily="18" charset="0"/>
                        </a:rPr>
                        <m:t>))</m:t>
                      </m:r>
                    </m:oMath>
                  </m:oMathPara>
                </a14:m>
                <a:endParaRPr lang="en-US" sz="2100" dirty="0"/>
              </a:p>
            </p:txBody>
          </p:sp>
        </mc:Choice>
        <mc:Fallback xmlns="">
          <p:sp>
            <p:nvSpPr>
              <p:cNvPr id="4" name="TextBox 3">
                <a:extLst>
                  <a:ext uri="{FF2B5EF4-FFF2-40B4-BE49-F238E27FC236}">
                    <a16:creationId xmlns:a16="http://schemas.microsoft.com/office/drawing/2014/main" id="{24679CC9-3EA9-1ED3-D786-8DFFFF4E9AF1}"/>
                  </a:ext>
                </a:extLst>
              </p:cNvPr>
              <p:cNvSpPr txBox="1">
                <a:spLocks noRot="1" noChangeAspect="1" noMove="1" noResize="1" noEditPoints="1" noAdjustHandles="1" noChangeArrowheads="1" noChangeShapeType="1" noTextEdit="1"/>
              </p:cNvSpPr>
              <p:nvPr/>
            </p:nvSpPr>
            <p:spPr>
              <a:xfrm>
                <a:off x="2336941" y="4166624"/>
                <a:ext cx="9057640" cy="697370"/>
              </a:xfrm>
              <a:prstGeom prst="rect">
                <a:avLst/>
              </a:prstGeom>
              <a:blipFill>
                <a:blip r:embed="rId3"/>
                <a:stretch>
                  <a:fillRect b="-3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91AA36F-9FC7-BD54-D11F-8E882E606D71}"/>
                  </a:ext>
                </a:extLst>
              </p:cNvPr>
              <p:cNvSpPr txBox="1"/>
              <p:nvPr/>
            </p:nvSpPr>
            <p:spPr>
              <a:xfrm>
                <a:off x="2606040" y="4863994"/>
                <a:ext cx="6924040" cy="69737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100" i="1" dirty="0" smtClean="0">
                              <a:solidFill>
                                <a:srgbClr val="000000"/>
                              </a:solidFill>
                              <a:latin typeface="Cambria Math" panose="02040503050406030204" pitchFamily="18" charset="0"/>
                            </a:rPr>
                          </m:ctrlPr>
                        </m:sSubPr>
                        <m:e>
                          <m:r>
                            <a:rPr lang="en-GB" sz="2100" i="1" dirty="0">
                              <a:solidFill>
                                <a:srgbClr val="000000"/>
                              </a:solidFill>
                              <a:latin typeface="Cambria Math" panose="02040503050406030204" pitchFamily="18" charset="0"/>
                            </a:rPr>
                            <m:t>𝑣</m:t>
                          </m:r>
                        </m:e>
                        <m:sub>
                          <m:r>
                            <a:rPr lang="en-GB" sz="2100" i="1" dirty="0">
                              <a:solidFill>
                                <a:srgbClr val="000000"/>
                              </a:solidFill>
                              <a:latin typeface="Cambria Math" panose="02040503050406030204" pitchFamily="18" charset="0"/>
                            </a:rPr>
                            <m:t>𝑘</m:t>
                          </m:r>
                          <m:r>
                            <a:rPr lang="en-GB" sz="2100" i="1" dirty="0">
                              <a:solidFill>
                                <a:srgbClr val="000000"/>
                              </a:solidFill>
                              <a:latin typeface="Cambria Math" panose="02040503050406030204" pitchFamily="18" charset="0"/>
                            </a:rPr>
                            <m:t>+1</m:t>
                          </m:r>
                        </m:sub>
                      </m:sSub>
                      <m:r>
                        <a:rPr lang="en-GB" sz="2100" i="1" dirty="0">
                          <a:solidFill>
                            <a:srgbClr val="000000"/>
                          </a:solidFill>
                          <a:latin typeface="Cambria Math" panose="02040503050406030204" pitchFamily="18" charset="0"/>
                        </a:rPr>
                        <m:t> </m:t>
                      </m:r>
                      <m:d>
                        <m:dPr>
                          <m:ctrlPr>
                            <a:rPr lang="en-GB" sz="2100" i="1" dirty="0">
                              <a:solidFill>
                                <a:srgbClr val="000000"/>
                              </a:solidFill>
                              <a:latin typeface="Cambria Math" panose="02040503050406030204" pitchFamily="18" charset="0"/>
                            </a:rPr>
                          </m:ctrlPr>
                        </m:dPr>
                        <m:e>
                          <m:r>
                            <a:rPr lang="en-GB" sz="2100" b="0" i="1" dirty="0" smtClean="0">
                              <a:solidFill>
                                <a:srgbClr val="000000"/>
                              </a:solidFill>
                              <a:latin typeface="Cambria Math" panose="02040503050406030204" pitchFamily="18" charset="0"/>
                            </a:rPr>
                            <m:t>𝐵</m:t>
                          </m:r>
                        </m:e>
                      </m:d>
                      <m:r>
                        <a:rPr lang="en-PH" sz="2100" b="0" i="1" u="none" strike="noStrike" dirty="0">
                          <a:solidFill>
                            <a:srgbClr val="000000"/>
                          </a:solidFill>
                          <a:effectLst/>
                          <a:latin typeface="Cambria Math" panose="02040503050406030204" pitchFamily="18" charset="0"/>
                        </a:rPr>
                        <m:t>=</m:t>
                      </m:r>
                      <m:f>
                        <m:fPr>
                          <m:ctrlPr>
                            <a:rPr lang="en-PH" sz="2100" b="0" i="1" u="none" strike="noStrike" dirty="0" smtClean="0">
                              <a:solidFill>
                                <a:srgbClr val="000000"/>
                              </a:solidFill>
                              <a:effectLst/>
                              <a:latin typeface="Cambria Math" panose="02040503050406030204" pitchFamily="18" charset="0"/>
                            </a:rPr>
                          </m:ctrlPr>
                        </m:fPr>
                        <m:num>
                          <m:r>
                            <a:rPr lang="en-GB" sz="2100" b="0" i="1" u="none" strike="noStrike" dirty="0" smtClean="0">
                              <a:solidFill>
                                <a:srgbClr val="000000"/>
                              </a:solidFill>
                              <a:effectLst/>
                              <a:latin typeface="Cambria Math" panose="02040503050406030204" pitchFamily="18" charset="0"/>
                            </a:rPr>
                            <m:t>1</m:t>
                          </m:r>
                        </m:num>
                        <m:den>
                          <m:r>
                            <a:rPr lang="en-GB" sz="2100" b="0" i="1" u="none" strike="noStrike" dirty="0" smtClean="0">
                              <a:solidFill>
                                <a:srgbClr val="000000"/>
                              </a:solidFill>
                              <a:effectLst/>
                              <a:latin typeface="Cambria Math" panose="02040503050406030204" pitchFamily="18" charset="0"/>
                            </a:rPr>
                            <m:t>4</m:t>
                          </m:r>
                        </m:den>
                      </m:f>
                      <m:r>
                        <a:rPr lang="en-PH" sz="2100" b="0" i="1" u="none" strike="noStrike" dirty="0" smtClean="0">
                          <a:solidFill>
                            <a:srgbClr val="000000"/>
                          </a:solidFill>
                          <a:effectLst/>
                          <a:latin typeface="Cambria Math" panose="02040503050406030204" pitchFamily="18" charset="0"/>
                        </a:rPr>
                        <m:t>​</m:t>
                      </m:r>
                      <m:r>
                        <a:rPr lang="en-PH" sz="2100" b="0" i="1" u="none" strike="noStrike" dirty="0">
                          <a:solidFill>
                            <a:srgbClr val="000000"/>
                          </a:solidFill>
                          <a:effectLst/>
                          <a:latin typeface="Cambria Math" panose="02040503050406030204" pitchFamily="18" charset="0"/>
                        </a:rPr>
                        <m:t>[(−1+</m:t>
                      </m:r>
                      <m:r>
                        <a:rPr lang="en-GB" sz="2100" b="0" i="1" u="none" strike="noStrike" dirty="0" smtClean="0">
                          <a:solidFill>
                            <a:srgbClr val="000000"/>
                          </a:solidFill>
                          <a:effectLst/>
                          <a:latin typeface="Cambria Math" panose="02040503050406030204" pitchFamily="18" charset="0"/>
                        </a:rPr>
                        <m:t>0</m:t>
                      </m:r>
                      <m:r>
                        <a:rPr lang="en-PH" sz="2100" b="0" i="1" u="none" strike="noStrike" dirty="0">
                          <a:solidFill>
                            <a:srgbClr val="000000"/>
                          </a:solidFill>
                          <a:effectLst/>
                          <a:latin typeface="Cambria Math" panose="02040503050406030204" pitchFamily="18" charset="0"/>
                        </a:rPr>
                        <m:t>)+(−1+</m:t>
                      </m:r>
                      <m:r>
                        <a:rPr lang="en-GB" sz="2100" b="0" i="1" u="none" strike="noStrike" dirty="0" smtClean="0">
                          <a:solidFill>
                            <a:srgbClr val="000000"/>
                          </a:solidFill>
                          <a:effectLst/>
                          <a:latin typeface="Cambria Math" panose="02040503050406030204" pitchFamily="18" charset="0"/>
                        </a:rPr>
                        <m:t>0</m:t>
                      </m:r>
                      <m:r>
                        <a:rPr lang="en-PH" sz="2100" b="0" i="1" u="none" strike="noStrike" dirty="0">
                          <a:solidFill>
                            <a:srgbClr val="000000"/>
                          </a:solidFill>
                          <a:effectLst/>
                          <a:latin typeface="Cambria Math" panose="02040503050406030204" pitchFamily="18" charset="0"/>
                        </a:rPr>
                        <m:t>)+(−1+</m:t>
                      </m:r>
                      <m:r>
                        <a:rPr lang="en-GB" sz="2100" b="0" i="1" u="none" strike="noStrike" dirty="0" smtClean="0">
                          <a:solidFill>
                            <a:srgbClr val="000000"/>
                          </a:solidFill>
                          <a:effectLst/>
                          <a:latin typeface="Cambria Math" panose="02040503050406030204" pitchFamily="18" charset="0"/>
                        </a:rPr>
                        <m:t>0</m:t>
                      </m:r>
                      <m:r>
                        <a:rPr lang="en-PH" sz="2100" b="0" i="1" u="none" strike="noStrike" dirty="0">
                          <a:solidFill>
                            <a:srgbClr val="000000"/>
                          </a:solidFill>
                          <a:effectLst/>
                          <a:latin typeface="Cambria Math" panose="02040503050406030204" pitchFamily="18" charset="0"/>
                        </a:rPr>
                        <m:t>)+</m:t>
                      </m:r>
                      <m:r>
                        <a:rPr lang="en-PH" sz="2100" i="1" dirty="0">
                          <a:solidFill>
                            <a:srgbClr val="000000"/>
                          </a:solidFill>
                          <a:latin typeface="Cambria Math" panose="02040503050406030204" pitchFamily="18" charset="0"/>
                        </a:rPr>
                        <m:t>(−1+</m:t>
                      </m:r>
                      <m:r>
                        <a:rPr lang="en-GB" sz="2100" b="0" i="1" dirty="0" smtClean="0">
                          <a:solidFill>
                            <a:srgbClr val="000000"/>
                          </a:solidFill>
                          <a:latin typeface="Cambria Math" panose="02040503050406030204" pitchFamily="18" charset="0"/>
                        </a:rPr>
                        <m:t>0</m:t>
                      </m:r>
                      <m:r>
                        <a:rPr lang="en-PH" sz="2100" i="1" dirty="0">
                          <a:solidFill>
                            <a:srgbClr val="000000"/>
                          </a:solidFill>
                          <a:latin typeface="Cambria Math" panose="02040503050406030204" pitchFamily="18" charset="0"/>
                        </a:rPr>
                        <m:t>)</m:t>
                      </m:r>
                    </m:oMath>
                  </m:oMathPara>
                </a14:m>
                <a:endParaRPr lang="en-US" sz="2100" dirty="0"/>
              </a:p>
            </p:txBody>
          </p:sp>
        </mc:Choice>
        <mc:Fallback xmlns="">
          <p:sp>
            <p:nvSpPr>
              <p:cNvPr id="5" name="TextBox 4">
                <a:extLst>
                  <a:ext uri="{FF2B5EF4-FFF2-40B4-BE49-F238E27FC236}">
                    <a16:creationId xmlns:a16="http://schemas.microsoft.com/office/drawing/2014/main" id="{A91AA36F-9FC7-BD54-D11F-8E882E606D71}"/>
                  </a:ext>
                </a:extLst>
              </p:cNvPr>
              <p:cNvSpPr txBox="1">
                <a:spLocks noRot="1" noChangeAspect="1" noMove="1" noResize="1" noEditPoints="1" noAdjustHandles="1" noChangeArrowheads="1" noChangeShapeType="1" noTextEdit="1"/>
              </p:cNvSpPr>
              <p:nvPr/>
            </p:nvSpPr>
            <p:spPr>
              <a:xfrm>
                <a:off x="2606040" y="4863994"/>
                <a:ext cx="6924040" cy="697370"/>
              </a:xfrm>
              <a:prstGeom prst="rect">
                <a:avLst/>
              </a:prstGeom>
              <a:blipFill>
                <a:blip r:embed="rId4"/>
                <a:stretch>
                  <a:fillRect r="-366" b="-7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3067E47-9126-1708-821A-C065F3C6A35C}"/>
                  </a:ext>
                </a:extLst>
              </p:cNvPr>
              <p:cNvSpPr txBox="1"/>
              <p:nvPr/>
            </p:nvSpPr>
            <p:spPr>
              <a:xfrm>
                <a:off x="2606040" y="5891055"/>
                <a:ext cx="1976120" cy="4154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100" i="1" dirty="0" smtClean="0">
                              <a:solidFill>
                                <a:srgbClr val="000000"/>
                              </a:solidFill>
                              <a:latin typeface="Cambria Math" panose="02040503050406030204" pitchFamily="18" charset="0"/>
                            </a:rPr>
                          </m:ctrlPr>
                        </m:sSubPr>
                        <m:e>
                          <m:r>
                            <a:rPr lang="en-GB" sz="2100" i="1" dirty="0">
                              <a:solidFill>
                                <a:srgbClr val="000000"/>
                              </a:solidFill>
                              <a:latin typeface="Cambria Math" panose="02040503050406030204" pitchFamily="18" charset="0"/>
                            </a:rPr>
                            <m:t>𝑣</m:t>
                          </m:r>
                        </m:e>
                        <m:sub>
                          <m:r>
                            <a:rPr lang="en-GB" sz="2100" i="1" dirty="0">
                              <a:solidFill>
                                <a:srgbClr val="000000"/>
                              </a:solidFill>
                              <a:latin typeface="Cambria Math" panose="02040503050406030204" pitchFamily="18" charset="0"/>
                            </a:rPr>
                            <m:t>𝑘</m:t>
                          </m:r>
                          <m:r>
                            <a:rPr lang="en-GB" sz="2100" i="1" dirty="0">
                              <a:solidFill>
                                <a:srgbClr val="000000"/>
                              </a:solidFill>
                              <a:latin typeface="Cambria Math" panose="02040503050406030204" pitchFamily="18" charset="0"/>
                            </a:rPr>
                            <m:t>+1</m:t>
                          </m:r>
                        </m:sub>
                      </m:sSub>
                      <m:d>
                        <m:dPr>
                          <m:ctrlPr>
                            <a:rPr lang="en-GB" sz="2100" i="1" dirty="0">
                              <a:solidFill>
                                <a:srgbClr val="000000"/>
                              </a:solidFill>
                              <a:latin typeface="Cambria Math" panose="02040503050406030204" pitchFamily="18" charset="0"/>
                            </a:rPr>
                          </m:ctrlPr>
                        </m:dPr>
                        <m:e>
                          <m:r>
                            <a:rPr lang="en-GB" sz="2100" b="0" i="1" dirty="0" smtClean="0">
                              <a:solidFill>
                                <a:srgbClr val="000000"/>
                              </a:solidFill>
                              <a:latin typeface="Cambria Math" panose="02040503050406030204" pitchFamily="18" charset="0"/>
                            </a:rPr>
                            <m:t>𝐵</m:t>
                          </m:r>
                        </m:e>
                      </m:d>
                      <m:r>
                        <a:rPr lang="en-PH" sz="2100" b="0" i="1" u="none" strike="noStrike" dirty="0">
                          <a:solidFill>
                            <a:srgbClr val="000000"/>
                          </a:solidFill>
                          <a:effectLst/>
                          <a:latin typeface="Cambria Math" panose="02040503050406030204" pitchFamily="18" charset="0"/>
                        </a:rPr>
                        <m:t>=</m:t>
                      </m:r>
                      <m:r>
                        <a:rPr lang="en-GB" sz="2100" b="0" i="1" u="none" strike="noStrike" dirty="0" smtClean="0">
                          <a:solidFill>
                            <a:srgbClr val="000000"/>
                          </a:solidFill>
                          <a:effectLst/>
                          <a:latin typeface="Cambria Math" panose="02040503050406030204" pitchFamily="18" charset="0"/>
                        </a:rPr>
                        <m:t>−1</m:t>
                      </m:r>
                    </m:oMath>
                  </m:oMathPara>
                </a14:m>
                <a:endParaRPr lang="en-US" sz="2100" dirty="0"/>
              </a:p>
            </p:txBody>
          </p:sp>
        </mc:Choice>
        <mc:Fallback xmlns="">
          <p:sp>
            <p:nvSpPr>
              <p:cNvPr id="6" name="TextBox 5">
                <a:extLst>
                  <a:ext uri="{FF2B5EF4-FFF2-40B4-BE49-F238E27FC236}">
                    <a16:creationId xmlns:a16="http://schemas.microsoft.com/office/drawing/2014/main" id="{93067E47-9126-1708-821A-C065F3C6A35C}"/>
                  </a:ext>
                </a:extLst>
              </p:cNvPr>
              <p:cNvSpPr txBox="1">
                <a:spLocks noRot="1" noChangeAspect="1" noMove="1" noResize="1" noEditPoints="1" noAdjustHandles="1" noChangeArrowheads="1" noChangeShapeType="1" noTextEdit="1"/>
              </p:cNvSpPr>
              <p:nvPr/>
            </p:nvSpPr>
            <p:spPr>
              <a:xfrm>
                <a:off x="2606040" y="5891055"/>
                <a:ext cx="1976120" cy="415498"/>
              </a:xfrm>
              <a:prstGeom prst="rect">
                <a:avLst/>
              </a:prstGeom>
              <a:blipFill>
                <a:blip r:embed="rId5"/>
                <a:stretch>
                  <a:fillRect/>
                </a:stretch>
              </a:blipFill>
              <a:ln w="38100">
                <a:solidFill>
                  <a:srgbClr val="00B05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AF294640-9154-B62D-4500-2AC7CBB045AE}"/>
                  </a:ext>
                </a:extLst>
              </p:cNvPr>
              <p:cNvGraphicFramePr>
                <a:graphicFrameLocks noGrp="1"/>
              </p:cNvGraphicFramePr>
              <p:nvPr>
                <p:extLst>
                  <p:ext uri="{D42A27DB-BD31-4B8C-83A1-F6EECF244321}">
                    <p14:modId xmlns:p14="http://schemas.microsoft.com/office/powerpoint/2010/main" val="443991800"/>
                  </p:ext>
                </p:extLst>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3708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𝟏</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𝟐</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53390574"/>
                      </a:ext>
                    </a:extLst>
                  </a:tr>
                  <a:tr h="3708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3708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3708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Choice>
        <mc:Fallback xmlns="">
          <p:graphicFrame>
            <p:nvGraphicFramePr>
              <p:cNvPr id="2" name="Table 1">
                <a:extLst>
                  <a:ext uri="{FF2B5EF4-FFF2-40B4-BE49-F238E27FC236}">
                    <a16:creationId xmlns:a16="http://schemas.microsoft.com/office/drawing/2014/main" id="{AF294640-9154-B62D-4500-2AC7CBB045AE}"/>
                  </a:ext>
                </a:extLst>
              </p:cNvPr>
              <p:cNvGraphicFramePr>
                <a:graphicFrameLocks noGrp="1"/>
              </p:cNvGraphicFramePr>
              <p:nvPr>
                <p:extLst>
                  <p:ext uri="{D42A27DB-BD31-4B8C-83A1-F6EECF244321}">
                    <p14:modId xmlns:p14="http://schemas.microsoft.com/office/powerpoint/2010/main" val="443991800"/>
                  </p:ext>
                </p:extLst>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5486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100820" t="-2326" r="-2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00820" t="-2326" r="-1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300820" t="-2326" r="-820" b="-337209"/>
                          </a:stretch>
                        </a:blipFill>
                      </a:tcPr>
                    </a:tc>
                    <a:extLst>
                      <a:ext uri="{0D108BD9-81ED-4DB2-BD59-A6C34878D82A}">
                        <a16:rowId xmlns:a16="http://schemas.microsoft.com/office/drawing/2014/main" val="153390574"/>
                      </a:ext>
                    </a:extLst>
                  </a:tr>
                  <a:tr h="5486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5486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5486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Fallback>
      </mc:AlternateContent>
      <p:graphicFrame>
        <p:nvGraphicFramePr>
          <p:cNvPr id="9" name="Table 8">
            <a:extLst>
              <a:ext uri="{FF2B5EF4-FFF2-40B4-BE49-F238E27FC236}">
                <a16:creationId xmlns:a16="http://schemas.microsoft.com/office/drawing/2014/main" id="{7F9B5383-8346-2FA0-4D0E-55FFC6CFF9CB}"/>
              </a:ext>
            </a:extLst>
          </p:cNvPr>
          <p:cNvGraphicFramePr>
            <a:graphicFrameLocks noGrp="1"/>
          </p:cNvGraphicFramePr>
          <p:nvPr>
            <p:extLst>
              <p:ext uri="{D42A27DB-BD31-4B8C-83A1-F6EECF244321}">
                <p14:modId xmlns:p14="http://schemas.microsoft.com/office/powerpoint/2010/main" val="3330081683"/>
              </p:ext>
            </p:extLst>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-1</a:t>
                      </a:r>
                    </a:p>
                  </a:txBody>
                  <a:tcPr anchor="ctr"/>
                </a:tc>
                <a:tc>
                  <a:txBody>
                    <a:bodyPr/>
                    <a:lstStyle/>
                    <a:p>
                      <a:pPr algn="ctr"/>
                      <a:r>
                        <a:rPr lang="en-US" b="1" dirty="0"/>
                        <a:t>0</a:t>
                      </a:r>
                    </a:p>
                  </a:txBody>
                  <a:tcPr anchor="ctr"/>
                </a:tc>
                <a:extLst>
                  <a:ext uri="{0D108BD9-81ED-4DB2-BD59-A6C34878D82A}">
                    <a16:rowId xmlns:a16="http://schemas.microsoft.com/office/drawing/2014/main" val="3795677844"/>
                  </a:ext>
                </a:extLst>
              </a:tr>
              <a:tr h="1080000">
                <a:tc>
                  <a:txBody>
                    <a:bodyPr/>
                    <a:lstStyle/>
                    <a:p>
                      <a:pPr algn="ctr"/>
                      <a:r>
                        <a:rPr lang="en-US" b="1" dirty="0"/>
                        <a:t>0</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0797F59-E006-1CA1-60DF-B2A2D7133D11}"/>
                  </a:ext>
                </a:extLst>
              </p:cNvPr>
              <p:cNvSpPr txBox="1"/>
              <p:nvPr/>
            </p:nvSpPr>
            <p:spPr>
              <a:xfrm>
                <a:off x="10232906" y="2293353"/>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10" name="TextBox 9">
                <a:extLst>
                  <a:ext uri="{FF2B5EF4-FFF2-40B4-BE49-F238E27FC236}">
                    <a16:creationId xmlns:a16="http://schemas.microsoft.com/office/drawing/2014/main" id="{50797F59-E006-1CA1-60DF-B2A2D7133D11}"/>
                  </a:ext>
                </a:extLst>
              </p:cNvPr>
              <p:cNvSpPr txBox="1">
                <a:spLocks noRot="1" noChangeAspect="1" noMove="1" noResize="1" noEditPoints="1" noAdjustHandles="1" noChangeArrowheads="1" noChangeShapeType="1" noTextEdit="1"/>
              </p:cNvSpPr>
              <p:nvPr/>
            </p:nvSpPr>
            <p:spPr>
              <a:xfrm>
                <a:off x="10232906" y="2293353"/>
                <a:ext cx="1030988" cy="477054"/>
              </a:xfrm>
              <a:prstGeom prst="rect">
                <a:avLst/>
              </a:prstGeom>
              <a:blipFill>
                <a:blip r:embed="rId7"/>
                <a:stretch>
                  <a:fillRect/>
                </a:stretch>
              </a:blipFill>
              <a:ln w="38100">
                <a:solidFill>
                  <a:schemeClr val="tx1"/>
                </a:solidFill>
              </a:ln>
            </p:spPr>
            <p:txBody>
              <a:bodyPr/>
              <a:lstStyle/>
              <a:p>
                <a:r>
                  <a:rPr lang="en-US">
                    <a:noFill/>
                  </a:rPr>
                  <a:t> </a:t>
                </a:r>
              </a:p>
            </p:txBody>
          </p:sp>
        </mc:Fallback>
      </mc:AlternateContent>
    </p:spTree>
    <p:extLst>
      <p:ext uri="{BB962C8B-B14F-4D97-AF65-F5344CB8AC3E}">
        <p14:creationId xmlns:p14="http://schemas.microsoft.com/office/powerpoint/2010/main" val="1732927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animBg="1"/>
    </p:bldLst>
  </p:timing>
</p:sld>
</file>

<file path=ppt/slides/slide66.xml><?xml version="1.0" encoding="utf-8"?>
<p:sld xmlns:a="http://schemas.openxmlformats.org/drawingml/2006/main" xmlns:r="http://schemas.openxmlformats.org/officeDocument/2006/relationships" xmlns:p="http://schemas.openxmlformats.org/presentationml/2006/main" showMasterSp="0" show="0">
  <p:cSld>
    <p:spTree>
      <p:nvGrpSpPr>
        <p:cNvPr id="1" name="">
          <a:extLst>
            <a:ext uri="{FF2B5EF4-FFF2-40B4-BE49-F238E27FC236}">
              <a16:creationId xmlns:a16="http://schemas.microsoft.com/office/drawing/2014/main" id="{240A38B2-5116-6F7F-0AB1-4069B8AE5B8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8EBA4F3-CF78-A6F3-2854-EC3F23DC492C}"/>
                  </a:ext>
                </a:extLst>
              </p:cNvPr>
              <p:cNvSpPr txBox="1"/>
              <p:nvPr/>
            </p:nvSpPr>
            <p:spPr>
              <a:xfrm>
                <a:off x="2606040" y="2459954"/>
                <a:ext cx="7162800" cy="1212576"/>
              </a:xfrm>
              <a:prstGeom prst="rect">
                <a:avLst/>
              </a:prstGeom>
              <a:noFill/>
              <a:ln w="28575">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PH" sz="3000" b="0" i="1" u="none" strike="noStrike" dirty="0" smtClean="0">
                              <a:solidFill>
                                <a:srgbClr val="000000"/>
                              </a:solidFill>
                              <a:effectLst/>
                              <a:latin typeface="Cambria Math" panose="02040503050406030204" pitchFamily="18" charset="0"/>
                            </a:rPr>
                          </m:ctrlPr>
                        </m:sSubPr>
                        <m:e>
                          <m:r>
                            <a:rPr lang="en-GB" sz="3000" b="0" i="1" u="none" strike="noStrike" dirty="0" smtClean="0">
                              <a:solidFill>
                                <a:srgbClr val="000000"/>
                              </a:solidFill>
                              <a:effectLst/>
                              <a:latin typeface="Cambria Math" panose="02040503050406030204" pitchFamily="18" charset="0"/>
                            </a:rPr>
                            <m:t>𝑣</m:t>
                          </m:r>
                        </m:e>
                        <m:sub>
                          <m:r>
                            <a:rPr lang="en-GB" sz="3000" b="0" i="1" u="none" strike="noStrike" dirty="0" smtClean="0">
                              <a:solidFill>
                                <a:srgbClr val="000000"/>
                              </a:solidFill>
                              <a:effectLst/>
                              <a:latin typeface="Cambria Math" panose="02040503050406030204" pitchFamily="18" charset="0"/>
                            </a:rPr>
                            <m:t>𝑘</m:t>
                          </m:r>
                          <m:r>
                            <a:rPr lang="en-GB" sz="3000" b="0" i="1" u="none" strike="noStrike" dirty="0" smtClean="0">
                              <a:solidFill>
                                <a:srgbClr val="000000"/>
                              </a:solidFill>
                              <a:effectLst/>
                              <a:latin typeface="Cambria Math" panose="02040503050406030204" pitchFamily="18" charset="0"/>
                            </a:rPr>
                            <m:t>+1</m:t>
                          </m:r>
                        </m:sub>
                      </m:sSub>
                      <m:d>
                        <m:dPr>
                          <m:ctrlPr>
                            <a:rPr lang="en-GB" sz="3000" b="0" i="1" u="none" strike="noStrike" dirty="0" smtClean="0">
                              <a:solidFill>
                                <a:srgbClr val="000000"/>
                              </a:solidFill>
                              <a:effectLst/>
                              <a:latin typeface="Cambria Math" panose="02040503050406030204" pitchFamily="18" charset="0"/>
                            </a:rPr>
                          </m:ctrlPr>
                        </m:dPr>
                        <m:e>
                          <m:r>
                            <a:rPr lang="en-GB" sz="3000" b="0" i="1" u="none" strike="noStrike" dirty="0" smtClean="0">
                              <a:solidFill>
                                <a:srgbClr val="000000"/>
                              </a:solidFill>
                              <a:effectLst/>
                              <a:latin typeface="Cambria Math" panose="02040503050406030204" pitchFamily="18" charset="0"/>
                            </a:rPr>
                            <m:t>𝑠</m:t>
                          </m:r>
                        </m:e>
                      </m:d>
                      <m:r>
                        <a:rPr lang="en-PH" sz="3000" b="0" i="1" u="none" strike="noStrike" dirty="0">
                          <a:solidFill>
                            <a:srgbClr val="000000"/>
                          </a:solidFill>
                          <a:effectLst/>
                          <a:latin typeface="Cambria Math" panose="02040503050406030204" pitchFamily="18" charset="0"/>
                        </a:rPr>
                        <m:t>=</m:t>
                      </m:r>
                      <m:nary>
                        <m:naryPr>
                          <m:chr m:val="∑"/>
                          <m:supHide m:val="on"/>
                          <m:ctrlPr>
                            <a:rPr lang="en-PH" sz="3000" b="0" i="1" u="none" strike="noStrike" dirty="0" smtClean="0">
                              <a:solidFill>
                                <a:srgbClr val="000000"/>
                              </a:solidFill>
                              <a:effectLst/>
                              <a:latin typeface="Cambria Math" panose="02040503050406030204" pitchFamily="18" charset="0"/>
                            </a:rPr>
                          </m:ctrlPr>
                        </m:naryPr>
                        <m:sub>
                          <m:r>
                            <m:rPr>
                              <m:brk m:alnAt="7"/>
                            </m:rPr>
                            <a:rPr lang="en-GB" sz="3000" b="0" i="1" u="none" strike="noStrike" dirty="0" smtClean="0">
                              <a:solidFill>
                                <a:srgbClr val="000000"/>
                              </a:solidFill>
                              <a:effectLst/>
                              <a:latin typeface="Cambria Math" panose="02040503050406030204" pitchFamily="18" charset="0"/>
                            </a:rPr>
                            <m:t>𝑎</m:t>
                          </m:r>
                        </m:sub>
                        <m:sup/>
                        <m:e>
                          <m:r>
                            <a:rPr lang="el-GR" sz="3000" i="1" dirty="0">
                              <a:solidFill>
                                <a:srgbClr val="000000"/>
                              </a:solidFill>
                              <a:latin typeface="Cambria Math" panose="02040503050406030204" pitchFamily="18" charset="0"/>
                            </a:rPr>
                            <m:t>𝜋</m:t>
                          </m:r>
                          <m:r>
                            <a:rPr lang="el-GR" sz="3000" i="1" dirty="0">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𝑎</m:t>
                          </m:r>
                          <m:r>
                            <a:rPr lang="en-PH" sz="3000" i="1" dirty="0" err="1">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𝑠</m:t>
                          </m:r>
                          <m:r>
                            <a:rPr lang="en-PH" sz="3000" i="1" dirty="0">
                              <a:solidFill>
                                <a:srgbClr val="000000"/>
                              </a:solidFill>
                              <a:latin typeface="Cambria Math" panose="02040503050406030204" pitchFamily="18" charset="0"/>
                            </a:rPr>
                            <m:t>)[</m:t>
                          </m:r>
                          <m:r>
                            <a:rPr lang="en-PH" sz="3000" i="1" dirty="0" smtClean="0">
                              <a:solidFill>
                                <a:srgbClr val="000000"/>
                              </a:solidFill>
                              <a:latin typeface="Cambria Math" panose="02040503050406030204" pitchFamily="18" charset="0"/>
                            </a:rPr>
                            <m:t>𝑟</m:t>
                          </m:r>
                          <m:r>
                            <a:rPr lang="en-PH" sz="3000" i="1" dirty="0">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𝑠</m:t>
                          </m:r>
                          <m:r>
                            <a:rPr lang="en-PH" sz="3000" i="1" dirty="0" err="1">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𝑎</m:t>
                          </m:r>
                          <m:r>
                            <a:rPr lang="en-PH" sz="3000" i="1" dirty="0">
                              <a:solidFill>
                                <a:srgbClr val="000000"/>
                              </a:solidFill>
                              <a:latin typeface="Cambria Math" panose="02040503050406030204" pitchFamily="18" charset="0"/>
                            </a:rPr>
                            <m:t>)+</m:t>
                          </m:r>
                          <m:r>
                            <a:rPr lang="el-GR" sz="3000" i="1" dirty="0">
                              <a:solidFill>
                                <a:srgbClr val="000000"/>
                              </a:solidFill>
                              <a:latin typeface="Cambria Math" panose="02040503050406030204" pitchFamily="18" charset="0"/>
                            </a:rPr>
                            <m:t>𝛾</m:t>
                          </m:r>
                          <m:sSub>
                            <m:sSubPr>
                              <m:ctrlPr>
                                <a:rPr lang="en-PH" sz="3000" i="1" dirty="0">
                                  <a:solidFill>
                                    <a:srgbClr val="000000"/>
                                  </a:solidFill>
                                  <a:latin typeface="Cambria Math" panose="02040503050406030204" pitchFamily="18" charset="0"/>
                                </a:rPr>
                              </m:ctrlPr>
                            </m:sSubPr>
                            <m:e>
                              <m:r>
                                <a:rPr lang="en-GB" sz="3000" i="1" dirty="0">
                                  <a:solidFill>
                                    <a:srgbClr val="000000"/>
                                  </a:solidFill>
                                  <a:latin typeface="Cambria Math" panose="02040503050406030204" pitchFamily="18" charset="0"/>
                                </a:rPr>
                                <m:t>𝑣</m:t>
                              </m:r>
                            </m:e>
                            <m:sub>
                              <m:r>
                                <a:rPr lang="en-GB" sz="3000" b="0" i="1" dirty="0" smtClean="0">
                                  <a:solidFill>
                                    <a:srgbClr val="000000"/>
                                  </a:solidFill>
                                  <a:latin typeface="Cambria Math" panose="02040503050406030204" pitchFamily="18" charset="0"/>
                                </a:rPr>
                                <m:t>𝑘</m:t>
                              </m:r>
                            </m:sub>
                          </m:sSub>
                          <m:r>
                            <a:rPr lang="en-PH" sz="3000" i="1" dirty="0">
                              <a:solidFill>
                                <a:srgbClr val="000000"/>
                              </a:solidFill>
                              <a:latin typeface="Cambria Math" panose="02040503050406030204" pitchFamily="18" charset="0"/>
                            </a:rPr>
                            <m:t>(</m:t>
                          </m:r>
                          <m:r>
                            <a:rPr lang="en-PH" sz="3000" i="1" dirty="0">
                              <a:solidFill>
                                <a:srgbClr val="000000"/>
                              </a:solidFill>
                              <a:latin typeface="Cambria Math" panose="02040503050406030204" pitchFamily="18" charset="0"/>
                            </a:rPr>
                            <m:t>𝑠</m:t>
                          </m:r>
                          <m:r>
                            <a:rPr lang="en-PH" sz="3000" i="1" dirty="0">
                              <a:solidFill>
                                <a:srgbClr val="000000"/>
                              </a:solidFill>
                              <a:latin typeface="Cambria Math" panose="02040503050406030204" pitchFamily="18" charset="0"/>
                            </a:rPr>
                            <m:t>′)]</m:t>
                          </m:r>
                        </m:e>
                      </m:nary>
                    </m:oMath>
                  </m:oMathPara>
                </a14:m>
                <a:endParaRPr lang="en-US" sz="3000" dirty="0"/>
              </a:p>
            </p:txBody>
          </p:sp>
        </mc:Choice>
        <mc:Fallback xmlns="">
          <p:sp>
            <p:nvSpPr>
              <p:cNvPr id="3" name="TextBox 2">
                <a:extLst>
                  <a:ext uri="{FF2B5EF4-FFF2-40B4-BE49-F238E27FC236}">
                    <a16:creationId xmlns:a16="http://schemas.microsoft.com/office/drawing/2014/main" id="{78EBA4F3-CF78-A6F3-2854-EC3F23DC492C}"/>
                  </a:ext>
                </a:extLst>
              </p:cNvPr>
              <p:cNvSpPr txBox="1">
                <a:spLocks noRot="1" noChangeAspect="1" noMove="1" noResize="1" noEditPoints="1" noAdjustHandles="1" noChangeArrowheads="1" noChangeShapeType="1" noTextEdit="1"/>
              </p:cNvSpPr>
              <p:nvPr/>
            </p:nvSpPr>
            <p:spPr>
              <a:xfrm>
                <a:off x="2606040" y="2459954"/>
                <a:ext cx="7162800" cy="1212576"/>
              </a:xfrm>
              <a:prstGeom prst="rect">
                <a:avLst/>
              </a:prstGeom>
              <a:blipFill>
                <a:blip r:embed="rId2"/>
                <a:stretch>
                  <a:fillRect t="-126263" b="-177778"/>
                </a:stretch>
              </a:blipFill>
              <a:ln w="28575">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A2C6C9A-EF7E-A1BC-E923-8D9B6F59693D}"/>
                  </a:ext>
                </a:extLst>
              </p:cNvPr>
              <p:cNvSpPr txBox="1"/>
              <p:nvPr/>
            </p:nvSpPr>
            <p:spPr>
              <a:xfrm>
                <a:off x="2336941" y="4166624"/>
                <a:ext cx="9057640" cy="69737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100" b="0" i="1" dirty="0" smtClean="0">
                              <a:solidFill>
                                <a:srgbClr val="000000"/>
                              </a:solidFill>
                              <a:latin typeface="Cambria Math" panose="02040503050406030204" pitchFamily="18" charset="0"/>
                            </a:rPr>
                          </m:ctrlPr>
                        </m:sSubPr>
                        <m:e>
                          <m:r>
                            <a:rPr lang="en-GB" sz="2100" b="0" i="1" dirty="0" smtClean="0">
                              <a:solidFill>
                                <a:srgbClr val="000000"/>
                              </a:solidFill>
                              <a:latin typeface="Cambria Math" panose="02040503050406030204" pitchFamily="18" charset="0"/>
                            </a:rPr>
                            <m:t>𝑣</m:t>
                          </m:r>
                        </m:e>
                        <m:sub>
                          <m:r>
                            <a:rPr lang="en-GB" sz="2100" b="0" i="1" dirty="0" smtClean="0">
                              <a:solidFill>
                                <a:srgbClr val="000000"/>
                              </a:solidFill>
                              <a:latin typeface="Cambria Math" panose="02040503050406030204" pitchFamily="18" charset="0"/>
                            </a:rPr>
                            <m:t>𝑘</m:t>
                          </m:r>
                          <m:r>
                            <a:rPr lang="en-GB" sz="2100" b="0" i="1" dirty="0" smtClean="0">
                              <a:solidFill>
                                <a:srgbClr val="000000"/>
                              </a:solidFill>
                              <a:latin typeface="Cambria Math" panose="02040503050406030204" pitchFamily="18" charset="0"/>
                            </a:rPr>
                            <m:t>+1</m:t>
                          </m:r>
                        </m:sub>
                      </m:sSub>
                      <m:d>
                        <m:dPr>
                          <m:ctrlPr>
                            <a:rPr lang="en-GB" sz="2100" i="1" dirty="0">
                              <a:solidFill>
                                <a:srgbClr val="000000"/>
                              </a:solidFill>
                              <a:latin typeface="Cambria Math" panose="02040503050406030204" pitchFamily="18" charset="0"/>
                            </a:rPr>
                          </m:ctrlPr>
                        </m:dPr>
                        <m:e>
                          <m:r>
                            <a:rPr lang="en-GB" sz="2100" b="0" i="1" dirty="0" smtClean="0">
                              <a:solidFill>
                                <a:srgbClr val="000000"/>
                              </a:solidFill>
                              <a:latin typeface="Cambria Math" panose="02040503050406030204" pitchFamily="18" charset="0"/>
                            </a:rPr>
                            <m:t>𝐴</m:t>
                          </m:r>
                        </m:e>
                      </m:d>
                      <m:r>
                        <a:rPr lang="en-PH" sz="2100" b="0" i="1" u="none" strike="noStrike" dirty="0">
                          <a:solidFill>
                            <a:srgbClr val="000000"/>
                          </a:solidFill>
                          <a:effectLst/>
                          <a:latin typeface="Cambria Math" panose="02040503050406030204" pitchFamily="18" charset="0"/>
                        </a:rPr>
                        <m:t>=</m:t>
                      </m:r>
                      <m:f>
                        <m:fPr>
                          <m:ctrlPr>
                            <a:rPr lang="en-PH" sz="2100" b="0" i="1" u="none" strike="noStrike" dirty="0" smtClean="0">
                              <a:solidFill>
                                <a:srgbClr val="000000"/>
                              </a:solidFill>
                              <a:effectLst/>
                              <a:latin typeface="Cambria Math" panose="02040503050406030204" pitchFamily="18" charset="0"/>
                            </a:rPr>
                          </m:ctrlPr>
                        </m:fPr>
                        <m:num>
                          <m:r>
                            <a:rPr lang="en-GB" sz="2100" b="0" i="1" u="none" strike="noStrike" dirty="0" smtClean="0">
                              <a:solidFill>
                                <a:srgbClr val="000000"/>
                              </a:solidFill>
                              <a:effectLst/>
                              <a:latin typeface="Cambria Math" panose="02040503050406030204" pitchFamily="18" charset="0"/>
                            </a:rPr>
                            <m:t>1</m:t>
                          </m:r>
                        </m:num>
                        <m:den>
                          <m:r>
                            <a:rPr lang="en-GB" sz="2100" b="0" i="1" u="none" strike="noStrike" dirty="0" smtClean="0">
                              <a:solidFill>
                                <a:srgbClr val="000000"/>
                              </a:solidFill>
                              <a:effectLst/>
                              <a:latin typeface="Cambria Math" panose="02040503050406030204" pitchFamily="18" charset="0"/>
                            </a:rPr>
                            <m:t>4</m:t>
                          </m:r>
                        </m:den>
                      </m:f>
                      <m:r>
                        <a:rPr lang="en-PH" sz="2100" b="0" i="1" u="none" strike="noStrike" dirty="0" smtClean="0">
                          <a:solidFill>
                            <a:srgbClr val="000000"/>
                          </a:solidFill>
                          <a:effectLst/>
                          <a:latin typeface="Cambria Math" panose="02040503050406030204" pitchFamily="18" charset="0"/>
                        </a:rPr>
                        <m:t>​</m:t>
                      </m:r>
                      <m:r>
                        <a:rPr lang="en-PH" sz="2100" b="0" i="1" u="none" strike="noStrike" dirty="0">
                          <a:solidFill>
                            <a:srgbClr val="000000"/>
                          </a:solidFill>
                          <a:effectLst/>
                          <a:latin typeface="Cambria Math" panose="02040503050406030204" pitchFamily="18" charset="0"/>
                        </a:rPr>
                        <m:t>[(−1+</m:t>
                      </m:r>
                      <m:r>
                        <a:rPr lang="en-PH" sz="2100" b="0" i="1" u="none" strike="noStrike" dirty="0">
                          <a:solidFill>
                            <a:srgbClr val="000000"/>
                          </a:solidFill>
                          <a:effectLst/>
                          <a:latin typeface="Cambria Math" panose="02040503050406030204" pitchFamily="18" charset="0"/>
                        </a:rPr>
                        <m:t>𝑣</m:t>
                      </m:r>
                      <m:r>
                        <a:rPr lang="en-PH" sz="2100" b="0" i="1" u="none" strike="noStrike" dirty="0">
                          <a:solidFill>
                            <a:srgbClr val="000000"/>
                          </a:solidFill>
                          <a:effectLst/>
                          <a:latin typeface="Cambria Math" panose="02040503050406030204" pitchFamily="18" charset="0"/>
                        </a:rPr>
                        <m:t>(</m:t>
                      </m:r>
                      <m:r>
                        <a:rPr lang="en-PH" sz="2100" b="0" i="1" u="none" strike="noStrike" dirty="0">
                          <a:solidFill>
                            <a:srgbClr val="000000"/>
                          </a:solidFill>
                          <a:effectLst/>
                          <a:latin typeface="Cambria Math" panose="02040503050406030204" pitchFamily="18" charset="0"/>
                        </a:rPr>
                        <m:t>𝐴</m:t>
                      </m:r>
                      <m:r>
                        <a:rPr lang="en-PH" sz="2100" b="0" i="1" u="none" strike="noStrike" dirty="0">
                          <a:solidFill>
                            <a:srgbClr val="000000"/>
                          </a:solidFill>
                          <a:effectLst/>
                          <a:latin typeface="Cambria Math" panose="02040503050406030204" pitchFamily="18" charset="0"/>
                        </a:rPr>
                        <m:t>))+(−1+</m:t>
                      </m:r>
                      <m:r>
                        <a:rPr lang="en-PH" sz="2100" b="0" i="1" u="none" strike="noStrike" dirty="0">
                          <a:solidFill>
                            <a:srgbClr val="000000"/>
                          </a:solidFill>
                          <a:effectLst/>
                          <a:latin typeface="Cambria Math" panose="02040503050406030204" pitchFamily="18" charset="0"/>
                        </a:rPr>
                        <m:t>𝑣</m:t>
                      </m:r>
                      <m:r>
                        <a:rPr lang="en-PH" sz="2100" b="0" i="1" u="none" strike="noStrike" dirty="0">
                          <a:solidFill>
                            <a:srgbClr val="000000"/>
                          </a:solidFill>
                          <a:effectLst/>
                          <a:latin typeface="Cambria Math" panose="02040503050406030204" pitchFamily="18" charset="0"/>
                        </a:rPr>
                        <m:t>(</m:t>
                      </m:r>
                      <m:r>
                        <a:rPr lang="en-PH" sz="2100" b="0" i="1" u="none" strike="noStrike" dirty="0">
                          <a:solidFill>
                            <a:srgbClr val="000000"/>
                          </a:solidFill>
                          <a:effectLst/>
                          <a:latin typeface="Cambria Math" panose="02040503050406030204" pitchFamily="18" charset="0"/>
                        </a:rPr>
                        <m:t>𝐵</m:t>
                      </m:r>
                      <m:r>
                        <a:rPr lang="en-PH" sz="2100" b="0" i="1" u="none" strike="noStrike" dirty="0">
                          <a:solidFill>
                            <a:srgbClr val="000000"/>
                          </a:solidFill>
                          <a:effectLst/>
                          <a:latin typeface="Cambria Math" panose="02040503050406030204" pitchFamily="18" charset="0"/>
                        </a:rPr>
                        <m:t>))+(−1+</m:t>
                      </m:r>
                      <m:r>
                        <a:rPr lang="en-PH" sz="2100" b="0" i="1" u="none" strike="noStrike" dirty="0">
                          <a:solidFill>
                            <a:srgbClr val="000000"/>
                          </a:solidFill>
                          <a:effectLst/>
                          <a:latin typeface="Cambria Math" panose="02040503050406030204" pitchFamily="18" charset="0"/>
                        </a:rPr>
                        <m:t>𝑣</m:t>
                      </m:r>
                      <m:r>
                        <a:rPr lang="en-PH" sz="2100" b="0" i="1" u="none" strike="noStrike" dirty="0">
                          <a:solidFill>
                            <a:srgbClr val="000000"/>
                          </a:solidFill>
                          <a:effectLst/>
                          <a:latin typeface="Cambria Math" panose="02040503050406030204" pitchFamily="18" charset="0"/>
                        </a:rPr>
                        <m:t>(</m:t>
                      </m:r>
                      <m:r>
                        <a:rPr lang="en-PH" sz="2100" b="0" i="1" u="none" strike="noStrike" dirty="0">
                          <a:solidFill>
                            <a:srgbClr val="000000"/>
                          </a:solidFill>
                          <a:effectLst/>
                          <a:latin typeface="Cambria Math" panose="02040503050406030204" pitchFamily="18" charset="0"/>
                        </a:rPr>
                        <m:t>𝐶</m:t>
                      </m:r>
                      <m:r>
                        <a:rPr lang="en-PH" sz="2100" b="0" i="1" u="none" strike="noStrike" dirty="0">
                          <a:solidFill>
                            <a:srgbClr val="000000"/>
                          </a:solidFill>
                          <a:effectLst/>
                          <a:latin typeface="Cambria Math" panose="02040503050406030204" pitchFamily="18" charset="0"/>
                        </a:rPr>
                        <m:t>))+(−1+</m:t>
                      </m:r>
                      <m:r>
                        <a:rPr lang="en-PH" sz="2100" i="1" dirty="0">
                          <a:solidFill>
                            <a:srgbClr val="000000"/>
                          </a:solidFill>
                          <a:latin typeface="Cambria Math" panose="02040503050406030204" pitchFamily="18" charset="0"/>
                        </a:rPr>
                        <m:t>𝑣</m:t>
                      </m:r>
                      <m:r>
                        <a:rPr lang="en-PH" sz="2100" i="1" dirty="0">
                          <a:solidFill>
                            <a:srgbClr val="000000"/>
                          </a:solidFill>
                          <a:latin typeface="Cambria Math" panose="02040503050406030204" pitchFamily="18" charset="0"/>
                        </a:rPr>
                        <m:t>(</m:t>
                      </m:r>
                      <m:r>
                        <a:rPr lang="en-GB" sz="2100" b="0" i="1" dirty="0" smtClean="0">
                          <a:solidFill>
                            <a:srgbClr val="000000"/>
                          </a:solidFill>
                          <a:latin typeface="Cambria Math" panose="02040503050406030204" pitchFamily="18" charset="0"/>
                        </a:rPr>
                        <m:t>𝐴</m:t>
                      </m:r>
                      <m:r>
                        <a:rPr lang="en-PH" sz="2100" i="1" dirty="0">
                          <a:solidFill>
                            <a:srgbClr val="000000"/>
                          </a:solidFill>
                          <a:latin typeface="Cambria Math" panose="02040503050406030204" pitchFamily="18" charset="0"/>
                        </a:rPr>
                        <m:t>))</m:t>
                      </m:r>
                    </m:oMath>
                  </m:oMathPara>
                </a14:m>
                <a:endParaRPr lang="en-US" sz="2100" dirty="0"/>
              </a:p>
            </p:txBody>
          </p:sp>
        </mc:Choice>
        <mc:Fallback xmlns="">
          <p:sp>
            <p:nvSpPr>
              <p:cNvPr id="4" name="TextBox 3">
                <a:extLst>
                  <a:ext uri="{FF2B5EF4-FFF2-40B4-BE49-F238E27FC236}">
                    <a16:creationId xmlns:a16="http://schemas.microsoft.com/office/drawing/2014/main" id="{4A2C6C9A-EF7E-A1BC-E923-8D9B6F59693D}"/>
                  </a:ext>
                </a:extLst>
              </p:cNvPr>
              <p:cNvSpPr txBox="1">
                <a:spLocks noRot="1" noChangeAspect="1" noMove="1" noResize="1" noEditPoints="1" noAdjustHandles="1" noChangeArrowheads="1" noChangeShapeType="1" noTextEdit="1"/>
              </p:cNvSpPr>
              <p:nvPr/>
            </p:nvSpPr>
            <p:spPr>
              <a:xfrm>
                <a:off x="2336941" y="4166624"/>
                <a:ext cx="9057640" cy="697370"/>
              </a:xfrm>
              <a:prstGeom prst="rect">
                <a:avLst/>
              </a:prstGeom>
              <a:blipFill>
                <a:blip r:embed="rId3"/>
                <a:stretch>
                  <a:fillRect b="-3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7DD52B0-9E23-C13E-E69C-98B424D3177A}"/>
                  </a:ext>
                </a:extLst>
              </p:cNvPr>
              <p:cNvSpPr txBox="1"/>
              <p:nvPr/>
            </p:nvSpPr>
            <p:spPr>
              <a:xfrm>
                <a:off x="2606040" y="4863994"/>
                <a:ext cx="6898640" cy="69737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100" i="1" dirty="0">
                              <a:solidFill>
                                <a:srgbClr val="000000"/>
                              </a:solidFill>
                              <a:latin typeface="Cambria Math" panose="02040503050406030204" pitchFamily="18" charset="0"/>
                            </a:rPr>
                          </m:ctrlPr>
                        </m:sSubPr>
                        <m:e>
                          <m:r>
                            <a:rPr lang="en-GB" sz="2100" i="1" dirty="0">
                              <a:solidFill>
                                <a:srgbClr val="000000"/>
                              </a:solidFill>
                              <a:latin typeface="Cambria Math" panose="02040503050406030204" pitchFamily="18" charset="0"/>
                            </a:rPr>
                            <m:t>𝑣</m:t>
                          </m:r>
                        </m:e>
                        <m:sub>
                          <m:r>
                            <a:rPr lang="en-GB" sz="2100" i="1" dirty="0">
                              <a:solidFill>
                                <a:srgbClr val="000000"/>
                              </a:solidFill>
                              <a:latin typeface="Cambria Math" panose="02040503050406030204" pitchFamily="18" charset="0"/>
                            </a:rPr>
                            <m:t>𝑘</m:t>
                          </m:r>
                          <m:r>
                            <a:rPr lang="en-GB" sz="2100" i="1" dirty="0">
                              <a:solidFill>
                                <a:srgbClr val="000000"/>
                              </a:solidFill>
                              <a:latin typeface="Cambria Math" panose="02040503050406030204" pitchFamily="18" charset="0"/>
                            </a:rPr>
                            <m:t>+1</m:t>
                          </m:r>
                        </m:sub>
                      </m:sSub>
                      <m:r>
                        <a:rPr lang="en-GB" sz="2100" i="1" dirty="0">
                          <a:solidFill>
                            <a:srgbClr val="000000"/>
                          </a:solidFill>
                          <a:latin typeface="Cambria Math" panose="02040503050406030204" pitchFamily="18" charset="0"/>
                        </a:rPr>
                        <m:t> </m:t>
                      </m:r>
                      <m:d>
                        <m:dPr>
                          <m:ctrlPr>
                            <a:rPr lang="en-GB" sz="2100" i="1" dirty="0">
                              <a:solidFill>
                                <a:srgbClr val="000000"/>
                              </a:solidFill>
                              <a:latin typeface="Cambria Math" panose="02040503050406030204" pitchFamily="18" charset="0"/>
                            </a:rPr>
                          </m:ctrlPr>
                        </m:dPr>
                        <m:e>
                          <m:r>
                            <a:rPr lang="en-GB" sz="2100" i="1" dirty="0">
                              <a:solidFill>
                                <a:srgbClr val="000000"/>
                              </a:solidFill>
                              <a:latin typeface="Cambria Math" panose="02040503050406030204" pitchFamily="18" charset="0"/>
                            </a:rPr>
                            <m:t>𝐴</m:t>
                          </m:r>
                        </m:e>
                      </m:d>
                      <m:r>
                        <a:rPr lang="en-PH" sz="2100" b="0" i="1" u="none" strike="noStrike" dirty="0">
                          <a:solidFill>
                            <a:srgbClr val="000000"/>
                          </a:solidFill>
                          <a:effectLst/>
                          <a:latin typeface="Cambria Math" panose="02040503050406030204" pitchFamily="18" charset="0"/>
                        </a:rPr>
                        <m:t>=</m:t>
                      </m:r>
                      <m:f>
                        <m:fPr>
                          <m:ctrlPr>
                            <a:rPr lang="en-PH" sz="2100" b="0" i="1" u="none" strike="noStrike" dirty="0" smtClean="0">
                              <a:solidFill>
                                <a:srgbClr val="000000"/>
                              </a:solidFill>
                              <a:effectLst/>
                              <a:latin typeface="Cambria Math" panose="02040503050406030204" pitchFamily="18" charset="0"/>
                            </a:rPr>
                          </m:ctrlPr>
                        </m:fPr>
                        <m:num>
                          <m:r>
                            <a:rPr lang="en-GB" sz="2100" b="0" i="1" u="none" strike="noStrike" dirty="0" smtClean="0">
                              <a:solidFill>
                                <a:srgbClr val="000000"/>
                              </a:solidFill>
                              <a:effectLst/>
                              <a:latin typeface="Cambria Math" panose="02040503050406030204" pitchFamily="18" charset="0"/>
                            </a:rPr>
                            <m:t>1</m:t>
                          </m:r>
                        </m:num>
                        <m:den>
                          <m:r>
                            <a:rPr lang="en-GB" sz="2100" b="0" i="1" u="none" strike="noStrike" dirty="0" smtClean="0">
                              <a:solidFill>
                                <a:srgbClr val="000000"/>
                              </a:solidFill>
                              <a:effectLst/>
                              <a:latin typeface="Cambria Math" panose="02040503050406030204" pitchFamily="18" charset="0"/>
                            </a:rPr>
                            <m:t>4</m:t>
                          </m:r>
                        </m:den>
                      </m:f>
                      <m:r>
                        <a:rPr lang="en-PH" sz="2100" b="0" i="1" u="none" strike="noStrike" dirty="0" smtClean="0">
                          <a:solidFill>
                            <a:srgbClr val="000000"/>
                          </a:solidFill>
                          <a:effectLst/>
                          <a:latin typeface="Cambria Math" panose="02040503050406030204" pitchFamily="18" charset="0"/>
                        </a:rPr>
                        <m:t>​</m:t>
                      </m:r>
                      <m:r>
                        <a:rPr lang="en-PH" sz="2100" b="0" i="1" u="none" strike="noStrike" dirty="0">
                          <a:solidFill>
                            <a:srgbClr val="000000"/>
                          </a:solidFill>
                          <a:effectLst/>
                          <a:latin typeface="Cambria Math" panose="02040503050406030204" pitchFamily="18" charset="0"/>
                        </a:rPr>
                        <m:t>[(−1+</m:t>
                      </m:r>
                      <m:r>
                        <a:rPr lang="en-GB" sz="2100" b="0" i="1" u="none" strike="noStrike" dirty="0" smtClean="0">
                          <a:solidFill>
                            <a:srgbClr val="000000"/>
                          </a:solidFill>
                          <a:effectLst/>
                          <a:latin typeface="Cambria Math" panose="02040503050406030204" pitchFamily="18" charset="0"/>
                        </a:rPr>
                        <m:t>0</m:t>
                      </m:r>
                      <m:r>
                        <a:rPr lang="en-PH" sz="2100" b="0" i="1" u="none" strike="noStrike" dirty="0">
                          <a:solidFill>
                            <a:srgbClr val="000000"/>
                          </a:solidFill>
                          <a:effectLst/>
                          <a:latin typeface="Cambria Math" panose="02040503050406030204" pitchFamily="18" charset="0"/>
                        </a:rPr>
                        <m:t>)+(−1+</m:t>
                      </m:r>
                      <m:r>
                        <a:rPr lang="en-GB" sz="2100" b="0" i="1" u="none" strike="noStrike" dirty="0" smtClean="0">
                          <a:solidFill>
                            <a:srgbClr val="000000"/>
                          </a:solidFill>
                          <a:effectLst/>
                          <a:latin typeface="Cambria Math" panose="02040503050406030204" pitchFamily="18" charset="0"/>
                        </a:rPr>
                        <m:t>0</m:t>
                      </m:r>
                      <m:r>
                        <a:rPr lang="en-PH" sz="2100" b="0" i="1" u="none" strike="noStrike" dirty="0">
                          <a:solidFill>
                            <a:srgbClr val="000000"/>
                          </a:solidFill>
                          <a:effectLst/>
                          <a:latin typeface="Cambria Math" panose="02040503050406030204" pitchFamily="18" charset="0"/>
                        </a:rPr>
                        <m:t>)+(−1+</m:t>
                      </m:r>
                      <m:r>
                        <a:rPr lang="en-GB" sz="2100" b="0" i="1" u="none" strike="noStrike" dirty="0" smtClean="0">
                          <a:solidFill>
                            <a:srgbClr val="000000"/>
                          </a:solidFill>
                          <a:effectLst/>
                          <a:latin typeface="Cambria Math" panose="02040503050406030204" pitchFamily="18" charset="0"/>
                        </a:rPr>
                        <m:t>0</m:t>
                      </m:r>
                      <m:r>
                        <a:rPr lang="en-PH" sz="2100" b="0" i="1" u="none" strike="noStrike" dirty="0">
                          <a:solidFill>
                            <a:srgbClr val="000000"/>
                          </a:solidFill>
                          <a:effectLst/>
                          <a:latin typeface="Cambria Math" panose="02040503050406030204" pitchFamily="18" charset="0"/>
                        </a:rPr>
                        <m:t>)+</m:t>
                      </m:r>
                      <m:r>
                        <a:rPr lang="en-PH" sz="2100" i="1" dirty="0">
                          <a:solidFill>
                            <a:srgbClr val="000000"/>
                          </a:solidFill>
                          <a:latin typeface="Cambria Math" panose="02040503050406030204" pitchFamily="18" charset="0"/>
                        </a:rPr>
                        <m:t>(−1+</m:t>
                      </m:r>
                      <m:r>
                        <a:rPr lang="en-GB" sz="2100" b="0" i="1" dirty="0" smtClean="0">
                          <a:solidFill>
                            <a:srgbClr val="000000"/>
                          </a:solidFill>
                          <a:latin typeface="Cambria Math" panose="02040503050406030204" pitchFamily="18" charset="0"/>
                        </a:rPr>
                        <m:t>0</m:t>
                      </m:r>
                      <m:r>
                        <a:rPr lang="en-PH" sz="2100" i="1" dirty="0">
                          <a:solidFill>
                            <a:srgbClr val="000000"/>
                          </a:solidFill>
                          <a:latin typeface="Cambria Math" panose="02040503050406030204" pitchFamily="18" charset="0"/>
                        </a:rPr>
                        <m:t>)</m:t>
                      </m:r>
                    </m:oMath>
                  </m:oMathPara>
                </a14:m>
                <a:endParaRPr lang="en-US" sz="2100" dirty="0"/>
              </a:p>
            </p:txBody>
          </p:sp>
        </mc:Choice>
        <mc:Fallback xmlns="">
          <p:sp>
            <p:nvSpPr>
              <p:cNvPr id="5" name="TextBox 4">
                <a:extLst>
                  <a:ext uri="{FF2B5EF4-FFF2-40B4-BE49-F238E27FC236}">
                    <a16:creationId xmlns:a16="http://schemas.microsoft.com/office/drawing/2014/main" id="{47DD52B0-9E23-C13E-E69C-98B424D3177A}"/>
                  </a:ext>
                </a:extLst>
              </p:cNvPr>
              <p:cNvSpPr txBox="1">
                <a:spLocks noRot="1" noChangeAspect="1" noMove="1" noResize="1" noEditPoints="1" noAdjustHandles="1" noChangeArrowheads="1" noChangeShapeType="1" noTextEdit="1"/>
              </p:cNvSpPr>
              <p:nvPr/>
            </p:nvSpPr>
            <p:spPr>
              <a:xfrm>
                <a:off x="2606040" y="4863994"/>
                <a:ext cx="6898640" cy="697370"/>
              </a:xfrm>
              <a:prstGeom prst="rect">
                <a:avLst/>
              </a:prstGeom>
              <a:blipFill>
                <a:blip r:embed="rId4"/>
                <a:stretch>
                  <a:fillRect r="-551" b="-7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2851BCF-A0D0-A449-653D-D3473D8307EB}"/>
                  </a:ext>
                </a:extLst>
              </p:cNvPr>
              <p:cNvSpPr txBox="1"/>
              <p:nvPr/>
            </p:nvSpPr>
            <p:spPr>
              <a:xfrm>
                <a:off x="2606040" y="5891055"/>
                <a:ext cx="1976120" cy="4154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100" i="1" dirty="0">
                              <a:solidFill>
                                <a:srgbClr val="000000"/>
                              </a:solidFill>
                              <a:latin typeface="Cambria Math" panose="02040503050406030204" pitchFamily="18" charset="0"/>
                            </a:rPr>
                          </m:ctrlPr>
                        </m:sSubPr>
                        <m:e>
                          <m:r>
                            <a:rPr lang="en-GB" sz="2100" i="1" dirty="0">
                              <a:solidFill>
                                <a:srgbClr val="000000"/>
                              </a:solidFill>
                              <a:latin typeface="Cambria Math" panose="02040503050406030204" pitchFamily="18" charset="0"/>
                            </a:rPr>
                            <m:t>𝑣</m:t>
                          </m:r>
                        </m:e>
                        <m:sub>
                          <m:r>
                            <a:rPr lang="en-GB" sz="2100" i="1" dirty="0">
                              <a:solidFill>
                                <a:srgbClr val="000000"/>
                              </a:solidFill>
                              <a:latin typeface="Cambria Math" panose="02040503050406030204" pitchFamily="18" charset="0"/>
                            </a:rPr>
                            <m:t>𝑘</m:t>
                          </m:r>
                          <m:r>
                            <a:rPr lang="en-GB" sz="2100" i="1" dirty="0">
                              <a:solidFill>
                                <a:srgbClr val="000000"/>
                              </a:solidFill>
                              <a:latin typeface="Cambria Math" panose="02040503050406030204" pitchFamily="18" charset="0"/>
                            </a:rPr>
                            <m:t>+1</m:t>
                          </m:r>
                        </m:sub>
                      </m:sSub>
                      <m:d>
                        <m:dPr>
                          <m:ctrlPr>
                            <a:rPr lang="en-GB" sz="2100" i="1" dirty="0">
                              <a:solidFill>
                                <a:srgbClr val="000000"/>
                              </a:solidFill>
                              <a:latin typeface="Cambria Math" panose="02040503050406030204" pitchFamily="18" charset="0"/>
                            </a:rPr>
                          </m:ctrlPr>
                        </m:dPr>
                        <m:e>
                          <m:r>
                            <a:rPr lang="en-GB" sz="2100" i="1" dirty="0">
                              <a:solidFill>
                                <a:srgbClr val="000000"/>
                              </a:solidFill>
                              <a:latin typeface="Cambria Math" panose="02040503050406030204" pitchFamily="18" charset="0"/>
                            </a:rPr>
                            <m:t>𝐴</m:t>
                          </m:r>
                        </m:e>
                      </m:d>
                      <m:r>
                        <a:rPr lang="en-PH" sz="2100" b="0" i="1" u="none" strike="noStrike" dirty="0">
                          <a:solidFill>
                            <a:srgbClr val="000000"/>
                          </a:solidFill>
                          <a:effectLst/>
                          <a:latin typeface="Cambria Math" panose="02040503050406030204" pitchFamily="18" charset="0"/>
                        </a:rPr>
                        <m:t>=</m:t>
                      </m:r>
                      <m:r>
                        <a:rPr lang="en-GB" sz="2100" b="0" i="1" u="none" strike="noStrike" dirty="0" smtClean="0">
                          <a:solidFill>
                            <a:srgbClr val="000000"/>
                          </a:solidFill>
                          <a:effectLst/>
                          <a:latin typeface="Cambria Math" panose="02040503050406030204" pitchFamily="18" charset="0"/>
                        </a:rPr>
                        <m:t>−1</m:t>
                      </m:r>
                    </m:oMath>
                  </m:oMathPara>
                </a14:m>
                <a:endParaRPr lang="en-US" sz="2100" dirty="0"/>
              </a:p>
            </p:txBody>
          </p:sp>
        </mc:Choice>
        <mc:Fallback xmlns="">
          <p:sp>
            <p:nvSpPr>
              <p:cNvPr id="6" name="TextBox 5">
                <a:extLst>
                  <a:ext uri="{FF2B5EF4-FFF2-40B4-BE49-F238E27FC236}">
                    <a16:creationId xmlns:a16="http://schemas.microsoft.com/office/drawing/2014/main" id="{02851BCF-A0D0-A449-653D-D3473D8307EB}"/>
                  </a:ext>
                </a:extLst>
              </p:cNvPr>
              <p:cNvSpPr txBox="1">
                <a:spLocks noRot="1" noChangeAspect="1" noMove="1" noResize="1" noEditPoints="1" noAdjustHandles="1" noChangeArrowheads="1" noChangeShapeType="1" noTextEdit="1"/>
              </p:cNvSpPr>
              <p:nvPr/>
            </p:nvSpPr>
            <p:spPr>
              <a:xfrm>
                <a:off x="2606040" y="5891055"/>
                <a:ext cx="1976120" cy="415498"/>
              </a:xfrm>
              <a:prstGeom prst="rect">
                <a:avLst/>
              </a:prstGeom>
              <a:blipFill>
                <a:blip r:embed="rId5"/>
                <a:stretch>
                  <a:fillRect/>
                </a:stretch>
              </a:blipFill>
              <a:ln w="38100">
                <a:solidFill>
                  <a:srgbClr val="00B05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2CFCDC82-D09C-C32D-5535-9F3ABAC27F75}"/>
                  </a:ext>
                </a:extLst>
              </p:cNvPr>
              <p:cNvGraphicFramePr>
                <a:graphicFrameLocks noGrp="1"/>
              </p:cNvGraphicFramePr>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3708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𝟏</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𝟐</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53390574"/>
                      </a:ext>
                    </a:extLst>
                  </a:tr>
                  <a:tr h="3708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3708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3708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Choice>
        <mc:Fallback xmlns="">
          <p:graphicFrame>
            <p:nvGraphicFramePr>
              <p:cNvPr id="2" name="Table 1">
                <a:extLst>
                  <a:ext uri="{FF2B5EF4-FFF2-40B4-BE49-F238E27FC236}">
                    <a16:creationId xmlns:a16="http://schemas.microsoft.com/office/drawing/2014/main" id="{2CFCDC82-D09C-C32D-5535-9F3ABAC27F75}"/>
                  </a:ext>
                </a:extLst>
              </p:cNvPr>
              <p:cNvGraphicFramePr>
                <a:graphicFrameLocks noGrp="1"/>
              </p:cNvGraphicFramePr>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5486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100820" t="-2326" r="-2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00820" t="-2326" r="-1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300820" t="-2326" r="-820" b="-337209"/>
                          </a:stretch>
                        </a:blipFill>
                      </a:tcPr>
                    </a:tc>
                    <a:extLst>
                      <a:ext uri="{0D108BD9-81ED-4DB2-BD59-A6C34878D82A}">
                        <a16:rowId xmlns:a16="http://schemas.microsoft.com/office/drawing/2014/main" val="153390574"/>
                      </a:ext>
                    </a:extLst>
                  </a:tr>
                  <a:tr h="5486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5486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5486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Fallback>
      </mc:AlternateContent>
      <p:graphicFrame>
        <p:nvGraphicFramePr>
          <p:cNvPr id="9" name="Table 8">
            <a:extLst>
              <a:ext uri="{FF2B5EF4-FFF2-40B4-BE49-F238E27FC236}">
                <a16:creationId xmlns:a16="http://schemas.microsoft.com/office/drawing/2014/main" id="{C27DC30B-11B4-1A36-00AE-CF26FD1285E2}"/>
              </a:ext>
            </a:extLst>
          </p:cNvPr>
          <p:cNvGraphicFramePr>
            <a:graphicFrameLocks noGrp="1"/>
          </p:cNvGraphicFramePr>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-1</a:t>
                      </a:r>
                    </a:p>
                  </a:txBody>
                  <a:tcPr anchor="ctr"/>
                </a:tc>
                <a:tc>
                  <a:txBody>
                    <a:bodyPr/>
                    <a:lstStyle/>
                    <a:p>
                      <a:pPr algn="ctr"/>
                      <a:r>
                        <a:rPr lang="en-US" b="1" dirty="0"/>
                        <a:t>0</a:t>
                      </a:r>
                    </a:p>
                  </a:txBody>
                  <a:tcPr anchor="ctr"/>
                </a:tc>
                <a:extLst>
                  <a:ext uri="{0D108BD9-81ED-4DB2-BD59-A6C34878D82A}">
                    <a16:rowId xmlns:a16="http://schemas.microsoft.com/office/drawing/2014/main" val="3795677844"/>
                  </a:ext>
                </a:extLst>
              </a:tr>
              <a:tr h="1080000">
                <a:tc>
                  <a:txBody>
                    <a:bodyPr/>
                    <a:lstStyle/>
                    <a:p>
                      <a:pPr algn="ctr"/>
                      <a:r>
                        <a:rPr lang="en-US" b="1" dirty="0"/>
                        <a:t>0</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9E25BAC-A584-A8DD-BC63-C7997AB48B44}"/>
                  </a:ext>
                </a:extLst>
              </p:cNvPr>
              <p:cNvSpPr txBox="1"/>
              <p:nvPr/>
            </p:nvSpPr>
            <p:spPr>
              <a:xfrm>
                <a:off x="10232906" y="2293353"/>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10" name="TextBox 9">
                <a:extLst>
                  <a:ext uri="{FF2B5EF4-FFF2-40B4-BE49-F238E27FC236}">
                    <a16:creationId xmlns:a16="http://schemas.microsoft.com/office/drawing/2014/main" id="{09E25BAC-A584-A8DD-BC63-C7997AB48B44}"/>
                  </a:ext>
                </a:extLst>
              </p:cNvPr>
              <p:cNvSpPr txBox="1">
                <a:spLocks noRot="1" noChangeAspect="1" noMove="1" noResize="1" noEditPoints="1" noAdjustHandles="1" noChangeArrowheads="1" noChangeShapeType="1" noTextEdit="1"/>
              </p:cNvSpPr>
              <p:nvPr/>
            </p:nvSpPr>
            <p:spPr>
              <a:xfrm>
                <a:off x="10232906" y="2293353"/>
                <a:ext cx="1030988" cy="477054"/>
              </a:xfrm>
              <a:prstGeom prst="rect">
                <a:avLst/>
              </a:prstGeom>
              <a:blipFill>
                <a:blip r:embed="rId7"/>
                <a:stretch>
                  <a:fillRect/>
                </a:stretch>
              </a:blipFill>
              <a:ln w="38100">
                <a:solidFill>
                  <a:schemeClr val="tx1"/>
                </a:solidFill>
              </a:ln>
            </p:spPr>
            <p:txBody>
              <a:bodyPr/>
              <a:lstStyle/>
              <a:p>
                <a:r>
                  <a:rPr lang="en-US">
                    <a:noFill/>
                  </a:rPr>
                  <a:t> </a:t>
                </a:r>
              </a:p>
            </p:txBody>
          </p:sp>
        </mc:Fallback>
      </mc:AlternateContent>
    </p:spTree>
    <p:extLst>
      <p:ext uri="{BB962C8B-B14F-4D97-AF65-F5344CB8AC3E}">
        <p14:creationId xmlns:p14="http://schemas.microsoft.com/office/powerpoint/2010/main" val="2925850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animBg="1"/>
    </p:bldLst>
  </p:timing>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2DFA0B1-5547-7751-6A35-E163C0A7E11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5BADB3A-B416-7974-A8EB-926FB586DEEC}"/>
                  </a:ext>
                </a:extLst>
              </p:cNvPr>
              <p:cNvSpPr txBox="1"/>
              <p:nvPr/>
            </p:nvSpPr>
            <p:spPr>
              <a:xfrm>
                <a:off x="1016000" y="1202174"/>
                <a:ext cx="10160000" cy="1586012"/>
              </a:xfrm>
              <a:prstGeom prst="rect">
                <a:avLst/>
              </a:prstGeom>
              <a:noFill/>
              <a:ln w="28575">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PH" sz="4000" b="0" i="1" u="none" strike="noStrike" dirty="0" smtClean="0">
                              <a:solidFill>
                                <a:srgbClr val="000000"/>
                              </a:solidFill>
                              <a:effectLst/>
                              <a:latin typeface="Cambria Math" panose="02040503050406030204" pitchFamily="18" charset="0"/>
                            </a:rPr>
                          </m:ctrlPr>
                        </m:sSubPr>
                        <m:e>
                          <m:r>
                            <a:rPr lang="en-GB" sz="4000" b="0" i="1" u="none" strike="noStrike" dirty="0" smtClean="0">
                              <a:solidFill>
                                <a:srgbClr val="000000"/>
                              </a:solidFill>
                              <a:effectLst/>
                              <a:latin typeface="Cambria Math" panose="02040503050406030204" pitchFamily="18" charset="0"/>
                            </a:rPr>
                            <m:t>𝑣</m:t>
                          </m:r>
                        </m:e>
                        <m:sub>
                          <m:r>
                            <a:rPr lang="en-GB" sz="4000" b="0" i="1" u="none" strike="noStrike" dirty="0" smtClean="0">
                              <a:solidFill>
                                <a:srgbClr val="000000"/>
                              </a:solidFill>
                              <a:effectLst/>
                              <a:latin typeface="Cambria Math" panose="02040503050406030204" pitchFamily="18" charset="0"/>
                            </a:rPr>
                            <m:t>𝑛𝑒𝑤</m:t>
                          </m:r>
                        </m:sub>
                      </m:sSub>
                      <m:d>
                        <m:dPr>
                          <m:ctrlPr>
                            <a:rPr lang="en-GB" sz="4000" b="0" i="1" u="none" strike="noStrike" dirty="0" smtClean="0">
                              <a:solidFill>
                                <a:srgbClr val="000000"/>
                              </a:solidFill>
                              <a:effectLst/>
                              <a:latin typeface="Cambria Math" panose="02040503050406030204" pitchFamily="18" charset="0"/>
                            </a:rPr>
                          </m:ctrlPr>
                        </m:dPr>
                        <m:e>
                          <m:r>
                            <a:rPr lang="en-GB" sz="4000" b="0" i="1" u="none" strike="noStrike" dirty="0" smtClean="0">
                              <a:solidFill>
                                <a:srgbClr val="000000"/>
                              </a:solidFill>
                              <a:effectLst/>
                              <a:latin typeface="Cambria Math" panose="02040503050406030204" pitchFamily="18" charset="0"/>
                            </a:rPr>
                            <m:t>𝑠</m:t>
                          </m:r>
                        </m:e>
                      </m:d>
                      <m:r>
                        <a:rPr lang="en-PH" sz="4000" b="0" i="1" u="none" strike="noStrike" dirty="0">
                          <a:solidFill>
                            <a:srgbClr val="000000"/>
                          </a:solidFill>
                          <a:effectLst/>
                          <a:latin typeface="Cambria Math" panose="02040503050406030204" pitchFamily="18" charset="0"/>
                        </a:rPr>
                        <m:t>=</m:t>
                      </m:r>
                      <m:nary>
                        <m:naryPr>
                          <m:chr m:val="∑"/>
                          <m:supHide m:val="on"/>
                          <m:ctrlPr>
                            <a:rPr lang="en-PH" sz="4000" b="0" i="1" u="none" strike="noStrike" dirty="0" smtClean="0">
                              <a:solidFill>
                                <a:srgbClr val="000000"/>
                              </a:solidFill>
                              <a:effectLst/>
                              <a:latin typeface="Cambria Math" panose="02040503050406030204" pitchFamily="18" charset="0"/>
                            </a:rPr>
                          </m:ctrlPr>
                        </m:naryPr>
                        <m:sub>
                          <m:r>
                            <m:rPr>
                              <m:brk m:alnAt="7"/>
                            </m:rPr>
                            <a:rPr lang="en-GB" sz="4000" b="0" i="1" u="none" strike="noStrike" dirty="0" smtClean="0">
                              <a:solidFill>
                                <a:srgbClr val="000000"/>
                              </a:solidFill>
                              <a:effectLst/>
                              <a:latin typeface="Cambria Math" panose="02040503050406030204" pitchFamily="18" charset="0"/>
                            </a:rPr>
                            <m:t>𝑎</m:t>
                          </m:r>
                        </m:sub>
                        <m:sup/>
                        <m:e>
                          <m:r>
                            <a:rPr lang="el-GR" sz="4000" i="1" dirty="0">
                              <a:solidFill>
                                <a:srgbClr val="000000"/>
                              </a:solidFill>
                              <a:latin typeface="Cambria Math" panose="02040503050406030204" pitchFamily="18" charset="0"/>
                            </a:rPr>
                            <m:t>𝜋</m:t>
                          </m:r>
                          <m:r>
                            <a:rPr lang="el-GR" sz="4000" i="1" dirty="0">
                              <a:solidFill>
                                <a:srgbClr val="000000"/>
                              </a:solidFill>
                              <a:latin typeface="Cambria Math" panose="02040503050406030204" pitchFamily="18" charset="0"/>
                            </a:rPr>
                            <m:t>(</m:t>
                          </m:r>
                          <m:r>
                            <a:rPr lang="en-PH" sz="4000" i="1" dirty="0" err="1">
                              <a:solidFill>
                                <a:srgbClr val="000000"/>
                              </a:solidFill>
                              <a:latin typeface="Cambria Math" panose="02040503050406030204" pitchFamily="18" charset="0"/>
                            </a:rPr>
                            <m:t>𝑎</m:t>
                          </m:r>
                          <m:r>
                            <a:rPr lang="en-PH" sz="4000" i="1" dirty="0" err="1">
                              <a:solidFill>
                                <a:srgbClr val="000000"/>
                              </a:solidFill>
                              <a:latin typeface="Cambria Math" panose="02040503050406030204" pitchFamily="18" charset="0"/>
                            </a:rPr>
                            <m:t>∣</m:t>
                          </m:r>
                          <m:r>
                            <a:rPr lang="en-PH" sz="4000" i="1" dirty="0" err="1">
                              <a:solidFill>
                                <a:srgbClr val="000000"/>
                              </a:solidFill>
                              <a:latin typeface="Cambria Math" panose="02040503050406030204" pitchFamily="18" charset="0"/>
                            </a:rPr>
                            <m:t>𝑠</m:t>
                          </m:r>
                          <m:r>
                            <a:rPr lang="en-PH" sz="4000" i="1" dirty="0">
                              <a:solidFill>
                                <a:srgbClr val="000000"/>
                              </a:solidFill>
                              <a:latin typeface="Cambria Math" panose="02040503050406030204" pitchFamily="18" charset="0"/>
                            </a:rPr>
                            <m:t>)[</m:t>
                          </m:r>
                          <m:r>
                            <a:rPr lang="en-PH" sz="4000" i="1" dirty="0" smtClean="0">
                              <a:solidFill>
                                <a:srgbClr val="000000"/>
                              </a:solidFill>
                              <a:latin typeface="Cambria Math" panose="02040503050406030204" pitchFamily="18" charset="0"/>
                            </a:rPr>
                            <m:t>𝑟</m:t>
                          </m:r>
                          <m:r>
                            <a:rPr lang="en-PH" sz="4000" i="1" dirty="0">
                              <a:solidFill>
                                <a:srgbClr val="000000"/>
                              </a:solidFill>
                              <a:latin typeface="Cambria Math" panose="02040503050406030204" pitchFamily="18" charset="0"/>
                            </a:rPr>
                            <m:t>(</m:t>
                          </m:r>
                          <m:r>
                            <a:rPr lang="en-PH" sz="4000" i="1" dirty="0" err="1">
                              <a:solidFill>
                                <a:srgbClr val="000000"/>
                              </a:solidFill>
                              <a:latin typeface="Cambria Math" panose="02040503050406030204" pitchFamily="18" charset="0"/>
                            </a:rPr>
                            <m:t>𝑠</m:t>
                          </m:r>
                          <m:r>
                            <a:rPr lang="en-PH" sz="4000" i="1" dirty="0" err="1">
                              <a:solidFill>
                                <a:srgbClr val="000000"/>
                              </a:solidFill>
                              <a:latin typeface="Cambria Math" panose="02040503050406030204" pitchFamily="18" charset="0"/>
                            </a:rPr>
                            <m:t>,</m:t>
                          </m:r>
                          <m:r>
                            <a:rPr lang="en-PH" sz="4000" i="1" dirty="0" err="1">
                              <a:solidFill>
                                <a:srgbClr val="000000"/>
                              </a:solidFill>
                              <a:latin typeface="Cambria Math" panose="02040503050406030204" pitchFamily="18" charset="0"/>
                            </a:rPr>
                            <m:t>𝑎</m:t>
                          </m:r>
                          <m:r>
                            <a:rPr lang="en-PH" sz="4000" i="1" dirty="0">
                              <a:solidFill>
                                <a:srgbClr val="000000"/>
                              </a:solidFill>
                              <a:latin typeface="Cambria Math" panose="02040503050406030204" pitchFamily="18" charset="0"/>
                            </a:rPr>
                            <m:t>)+</m:t>
                          </m:r>
                          <m:r>
                            <a:rPr lang="el-GR" sz="4000" i="1" dirty="0">
                              <a:solidFill>
                                <a:srgbClr val="000000"/>
                              </a:solidFill>
                              <a:latin typeface="Cambria Math" panose="02040503050406030204" pitchFamily="18" charset="0"/>
                            </a:rPr>
                            <m:t>𝛾</m:t>
                          </m:r>
                          <m:sSub>
                            <m:sSubPr>
                              <m:ctrlPr>
                                <a:rPr lang="en-PH" sz="4000" i="1" dirty="0">
                                  <a:solidFill>
                                    <a:srgbClr val="000000"/>
                                  </a:solidFill>
                                  <a:latin typeface="Cambria Math" panose="02040503050406030204" pitchFamily="18" charset="0"/>
                                </a:rPr>
                              </m:ctrlPr>
                            </m:sSubPr>
                            <m:e>
                              <m:r>
                                <a:rPr lang="en-GB" sz="4000" i="1" dirty="0">
                                  <a:solidFill>
                                    <a:srgbClr val="000000"/>
                                  </a:solidFill>
                                  <a:latin typeface="Cambria Math" panose="02040503050406030204" pitchFamily="18" charset="0"/>
                                </a:rPr>
                                <m:t>𝑣</m:t>
                              </m:r>
                            </m:e>
                            <m:sub>
                              <m:r>
                                <a:rPr lang="en-GB" sz="4000" i="1" dirty="0">
                                  <a:solidFill>
                                    <a:srgbClr val="000000"/>
                                  </a:solidFill>
                                  <a:latin typeface="Cambria Math" panose="02040503050406030204" pitchFamily="18" charset="0"/>
                                </a:rPr>
                                <m:t>𝑛𝑒𝑤</m:t>
                              </m:r>
                            </m:sub>
                          </m:sSub>
                          <m:r>
                            <a:rPr lang="en-PH" sz="4000" i="1" dirty="0">
                              <a:solidFill>
                                <a:srgbClr val="000000"/>
                              </a:solidFill>
                              <a:latin typeface="Cambria Math" panose="02040503050406030204" pitchFamily="18" charset="0"/>
                            </a:rPr>
                            <m:t>(</m:t>
                          </m:r>
                          <m:r>
                            <a:rPr lang="en-PH" sz="4000" i="1" dirty="0">
                              <a:solidFill>
                                <a:srgbClr val="000000"/>
                              </a:solidFill>
                              <a:latin typeface="Cambria Math" panose="02040503050406030204" pitchFamily="18" charset="0"/>
                            </a:rPr>
                            <m:t>𝑠</m:t>
                          </m:r>
                          <m:r>
                            <a:rPr lang="en-PH" sz="4000" i="1" dirty="0">
                              <a:solidFill>
                                <a:srgbClr val="000000"/>
                              </a:solidFill>
                              <a:latin typeface="Cambria Math" panose="02040503050406030204" pitchFamily="18" charset="0"/>
                            </a:rPr>
                            <m:t>′)]</m:t>
                          </m:r>
                        </m:e>
                      </m:nary>
                    </m:oMath>
                  </m:oMathPara>
                </a14:m>
                <a:endParaRPr lang="en-US" sz="4000" dirty="0"/>
              </a:p>
            </p:txBody>
          </p:sp>
        </mc:Choice>
        <mc:Fallback xmlns="">
          <p:sp>
            <p:nvSpPr>
              <p:cNvPr id="3" name="TextBox 2">
                <a:extLst>
                  <a:ext uri="{FF2B5EF4-FFF2-40B4-BE49-F238E27FC236}">
                    <a16:creationId xmlns:a16="http://schemas.microsoft.com/office/drawing/2014/main" id="{95BADB3A-B416-7974-A8EB-926FB586DEEC}"/>
                  </a:ext>
                </a:extLst>
              </p:cNvPr>
              <p:cNvSpPr txBox="1">
                <a:spLocks noRot="1" noChangeAspect="1" noMove="1" noResize="1" noEditPoints="1" noAdjustHandles="1" noChangeArrowheads="1" noChangeShapeType="1" noTextEdit="1"/>
              </p:cNvSpPr>
              <p:nvPr/>
            </p:nvSpPr>
            <p:spPr>
              <a:xfrm>
                <a:off x="1016000" y="1202174"/>
                <a:ext cx="10160000" cy="1586012"/>
              </a:xfrm>
              <a:prstGeom prst="rect">
                <a:avLst/>
              </a:prstGeom>
              <a:blipFill>
                <a:blip r:embed="rId2"/>
                <a:stretch>
                  <a:fillRect t="-132813" b="-183594"/>
                </a:stretch>
              </a:blipFill>
              <a:ln w="28575">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6E99033-E1A4-FF98-1C64-1E0D89DC2693}"/>
                  </a:ext>
                </a:extLst>
              </p:cNvPr>
              <p:cNvSpPr txBox="1"/>
              <p:nvPr/>
            </p:nvSpPr>
            <p:spPr>
              <a:xfrm>
                <a:off x="1209040" y="3133692"/>
                <a:ext cx="8199120" cy="69737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PH" sz="2100" i="1" dirty="0" smtClean="0">
                              <a:solidFill>
                                <a:srgbClr val="000000"/>
                              </a:solidFill>
                              <a:latin typeface="Cambria Math" panose="02040503050406030204" pitchFamily="18" charset="0"/>
                            </a:rPr>
                          </m:ctrlPr>
                        </m:sSubPr>
                        <m:e>
                          <m:r>
                            <a:rPr lang="en-GB" sz="2100" i="1" dirty="0">
                              <a:solidFill>
                                <a:srgbClr val="000000"/>
                              </a:solidFill>
                              <a:latin typeface="Cambria Math" panose="02040503050406030204" pitchFamily="18" charset="0"/>
                            </a:rPr>
                            <m:t>𝑣</m:t>
                          </m:r>
                        </m:e>
                        <m:sub>
                          <m:r>
                            <a:rPr lang="el-GR" sz="2100" i="1" dirty="0">
                              <a:solidFill>
                                <a:srgbClr val="000000"/>
                              </a:solidFill>
                              <a:latin typeface="Cambria Math" panose="02040503050406030204" pitchFamily="18" charset="0"/>
                            </a:rPr>
                            <m:t>𝜋</m:t>
                          </m:r>
                        </m:sub>
                      </m:sSub>
                      <m:d>
                        <m:dPr>
                          <m:ctrlPr>
                            <a:rPr lang="en-GB" sz="2100" i="1" dirty="0">
                              <a:solidFill>
                                <a:srgbClr val="000000"/>
                              </a:solidFill>
                              <a:latin typeface="Cambria Math" panose="02040503050406030204" pitchFamily="18" charset="0"/>
                            </a:rPr>
                          </m:ctrlPr>
                        </m:dPr>
                        <m:e>
                          <m:r>
                            <a:rPr lang="en-GB" sz="2100" b="0" i="1" dirty="0" smtClean="0">
                              <a:solidFill>
                                <a:srgbClr val="000000"/>
                              </a:solidFill>
                              <a:latin typeface="Cambria Math" panose="02040503050406030204" pitchFamily="18" charset="0"/>
                            </a:rPr>
                            <m:t>𝐴</m:t>
                          </m:r>
                        </m:e>
                      </m:d>
                      <m:r>
                        <a:rPr lang="en-PH" sz="2100" b="0" i="1" u="none" strike="noStrike" dirty="0">
                          <a:solidFill>
                            <a:srgbClr val="000000"/>
                          </a:solidFill>
                          <a:effectLst/>
                          <a:latin typeface="Cambria Math" panose="02040503050406030204" pitchFamily="18" charset="0"/>
                        </a:rPr>
                        <m:t>=</m:t>
                      </m:r>
                      <m:f>
                        <m:fPr>
                          <m:ctrlPr>
                            <a:rPr lang="en-PH" sz="2100" b="0" i="1" u="none" strike="noStrike" dirty="0" smtClean="0">
                              <a:solidFill>
                                <a:srgbClr val="000000"/>
                              </a:solidFill>
                              <a:effectLst/>
                              <a:latin typeface="Cambria Math" panose="02040503050406030204" pitchFamily="18" charset="0"/>
                            </a:rPr>
                          </m:ctrlPr>
                        </m:fPr>
                        <m:num>
                          <m:r>
                            <a:rPr lang="en-GB" sz="2100" b="0" i="1" u="none" strike="noStrike" dirty="0" smtClean="0">
                              <a:solidFill>
                                <a:srgbClr val="000000"/>
                              </a:solidFill>
                              <a:effectLst/>
                              <a:latin typeface="Cambria Math" panose="02040503050406030204" pitchFamily="18" charset="0"/>
                            </a:rPr>
                            <m:t>1</m:t>
                          </m:r>
                        </m:num>
                        <m:den>
                          <m:r>
                            <a:rPr lang="en-GB" sz="2100" b="0" i="1" u="none" strike="noStrike" dirty="0" smtClean="0">
                              <a:solidFill>
                                <a:srgbClr val="000000"/>
                              </a:solidFill>
                              <a:effectLst/>
                              <a:latin typeface="Cambria Math" panose="02040503050406030204" pitchFamily="18" charset="0"/>
                            </a:rPr>
                            <m:t>4</m:t>
                          </m:r>
                        </m:den>
                      </m:f>
                      <m:r>
                        <a:rPr lang="en-PH" sz="2100" b="0" i="1" u="none" strike="noStrike" dirty="0" smtClean="0">
                          <a:solidFill>
                            <a:srgbClr val="000000"/>
                          </a:solidFill>
                          <a:effectLst/>
                          <a:latin typeface="Cambria Math" panose="02040503050406030204" pitchFamily="18" charset="0"/>
                        </a:rPr>
                        <m:t>​</m:t>
                      </m:r>
                      <m:r>
                        <a:rPr lang="en-PH" sz="2100" b="0" i="1" u="none" strike="noStrike" dirty="0">
                          <a:solidFill>
                            <a:srgbClr val="000000"/>
                          </a:solidFill>
                          <a:effectLst/>
                          <a:latin typeface="Cambria Math" panose="02040503050406030204" pitchFamily="18" charset="0"/>
                        </a:rPr>
                        <m:t>[(−1+</m:t>
                      </m:r>
                      <m:r>
                        <a:rPr lang="en-PH" sz="2100" b="0" i="1" u="none" strike="noStrike" dirty="0">
                          <a:solidFill>
                            <a:srgbClr val="000000"/>
                          </a:solidFill>
                          <a:effectLst/>
                          <a:latin typeface="Cambria Math" panose="02040503050406030204" pitchFamily="18" charset="0"/>
                        </a:rPr>
                        <m:t>𝑣</m:t>
                      </m:r>
                      <m:r>
                        <a:rPr lang="en-PH" sz="2100" b="0" i="1" u="none" strike="noStrike" dirty="0">
                          <a:solidFill>
                            <a:srgbClr val="000000"/>
                          </a:solidFill>
                          <a:effectLst/>
                          <a:latin typeface="Cambria Math" panose="02040503050406030204" pitchFamily="18" charset="0"/>
                        </a:rPr>
                        <m:t>(</m:t>
                      </m:r>
                      <m:r>
                        <a:rPr lang="en-PH" sz="2100" b="0" i="1" u="none" strike="noStrike" dirty="0">
                          <a:solidFill>
                            <a:srgbClr val="000000"/>
                          </a:solidFill>
                          <a:effectLst/>
                          <a:latin typeface="Cambria Math" panose="02040503050406030204" pitchFamily="18" charset="0"/>
                        </a:rPr>
                        <m:t>𝐴</m:t>
                      </m:r>
                      <m:r>
                        <a:rPr lang="en-PH" sz="2100" b="0" i="1" u="none" strike="noStrike" dirty="0">
                          <a:solidFill>
                            <a:srgbClr val="000000"/>
                          </a:solidFill>
                          <a:effectLst/>
                          <a:latin typeface="Cambria Math" panose="02040503050406030204" pitchFamily="18" charset="0"/>
                        </a:rPr>
                        <m:t>))+(−1+</m:t>
                      </m:r>
                      <m:r>
                        <a:rPr lang="en-PH" sz="2100" b="0" i="1" u="none" strike="noStrike" dirty="0">
                          <a:solidFill>
                            <a:srgbClr val="000000"/>
                          </a:solidFill>
                          <a:effectLst/>
                          <a:latin typeface="Cambria Math" panose="02040503050406030204" pitchFamily="18" charset="0"/>
                        </a:rPr>
                        <m:t>𝑣</m:t>
                      </m:r>
                      <m:r>
                        <a:rPr lang="en-PH" sz="2100" b="0" i="1" u="none" strike="noStrike" dirty="0">
                          <a:solidFill>
                            <a:srgbClr val="000000"/>
                          </a:solidFill>
                          <a:effectLst/>
                          <a:latin typeface="Cambria Math" panose="02040503050406030204" pitchFamily="18" charset="0"/>
                        </a:rPr>
                        <m:t>(</m:t>
                      </m:r>
                      <m:r>
                        <a:rPr lang="en-PH" sz="2100" b="0" i="1" u="none" strike="noStrike" dirty="0">
                          <a:solidFill>
                            <a:srgbClr val="000000"/>
                          </a:solidFill>
                          <a:effectLst/>
                          <a:latin typeface="Cambria Math" panose="02040503050406030204" pitchFamily="18" charset="0"/>
                        </a:rPr>
                        <m:t>𝐵</m:t>
                      </m:r>
                      <m:r>
                        <a:rPr lang="en-PH" sz="2100" b="0" i="1" u="none" strike="noStrike" dirty="0">
                          <a:solidFill>
                            <a:srgbClr val="000000"/>
                          </a:solidFill>
                          <a:effectLst/>
                          <a:latin typeface="Cambria Math" panose="02040503050406030204" pitchFamily="18" charset="0"/>
                        </a:rPr>
                        <m:t>))+(−1+</m:t>
                      </m:r>
                      <m:r>
                        <a:rPr lang="en-PH" sz="2100" b="0" i="1" u="none" strike="noStrike" dirty="0">
                          <a:solidFill>
                            <a:srgbClr val="000000"/>
                          </a:solidFill>
                          <a:effectLst/>
                          <a:latin typeface="Cambria Math" panose="02040503050406030204" pitchFamily="18" charset="0"/>
                        </a:rPr>
                        <m:t>𝑣</m:t>
                      </m:r>
                      <m:r>
                        <a:rPr lang="en-PH" sz="2100" b="0" i="1" u="none" strike="noStrike" dirty="0">
                          <a:solidFill>
                            <a:srgbClr val="000000"/>
                          </a:solidFill>
                          <a:effectLst/>
                          <a:latin typeface="Cambria Math" panose="02040503050406030204" pitchFamily="18" charset="0"/>
                        </a:rPr>
                        <m:t>(</m:t>
                      </m:r>
                      <m:r>
                        <a:rPr lang="en-PH" sz="2100" b="0" i="1" u="none" strike="noStrike" dirty="0">
                          <a:solidFill>
                            <a:srgbClr val="000000"/>
                          </a:solidFill>
                          <a:effectLst/>
                          <a:latin typeface="Cambria Math" panose="02040503050406030204" pitchFamily="18" charset="0"/>
                        </a:rPr>
                        <m:t>𝐶</m:t>
                      </m:r>
                      <m:r>
                        <a:rPr lang="en-PH" sz="2100" b="0" i="1" u="none" strike="noStrike" dirty="0">
                          <a:solidFill>
                            <a:srgbClr val="000000"/>
                          </a:solidFill>
                          <a:effectLst/>
                          <a:latin typeface="Cambria Math" panose="02040503050406030204" pitchFamily="18" charset="0"/>
                        </a:rPr>
                        <m:t>))+(−1+</m:t>
                      </m:r>
                      <m:r>
                        <a:rPr lang="en-PH" sz="2100" i="1" dirty="0">
                          <a:solidFill>
                            <a:srgbClr val="000000"/>
                          </a:solidFill>
                          <a:latin typeface="Cambria Math" panose="02040503050406030204" pitchFamily="18" charset="0"/>
                        </a:rPr>
                        <m:t>𝑣</m:t>
                      </m:r>
                      <m:r>
                        <a:rPr lang="en-PH" sz="2100" i="1" dirty="0">
                          <a:solidFill>
                            <a:srgbClr val="000000"/>
                          </a:solidFill>
                          <a:latin typeface="Cambria Math" panose="02040503050406030204" pitchFamily="18" charset="0"/>
                        </a:rPr>
                        <m:t>(</m:t>
                      </m:r>
                      <m:r>
                        <a:rPr lang="en-GB" sz="2100" b="0" i="1" dirty="0" smtClean="0">
                          <a:solidFill>
                            <a:srgbClr val="000000"/>
                          </a:solidFill>
                          <a:latin typeface="Cambria Math" panose="02040503050406030204" pitchFamily="18" charset="0"/>
                        </a:rPr>
                        <m:t>𝐴</m:t>
                      </m:r>
                      <m:r>
                        <a:rPr lang="en-PH" sz="2100" i="1" dirty="0">
                          <a:solidFill>
                            <a:srgbClr val="000000"/>
                          </a:solidFill>
                          <a:latin typeface="Cambria Math" panose="02040503050406030204" pitchFamily="18" charset="0"/>
                        </a:rPr>
                        <m:t>))</m:t>
                      </m:r>
                    </m:oMath>
                  </m:oMathPara>
                </a14:m>
                <a:endParaRPr lang="en-US" sz="2100" dirty="0"/>
              </a:p>
            </p:txBody>
          </p:sp>
        </mc:Choice>
        <mc:Fallback xmlns="">
          <p:sp>
            <p:nvSpPr>
              <p:cNvPr id="4" name="TextBox 3">
                <a:extLst>
                  <a:ext uri="{FF2B5EF4-FFF2-40B4-BE49-F238E27FC236}">
                    <a16:creationId xmlns:a16="http://schemas.microsoft.com/office/drawing/2014/main" id="{86E99033-E1A4-FF98-1C64-1E0D89DC2693}"/>
                  </a:ext>
                </a:extLst>
              </p:cNvPr>
              <p:cNvSpPr txBox="1">
                <a:spLocks noRot="1" noChangeAspect="1" noMove="1" noResize="1" noEditPoints="1" noAdjustHandles="1" noChangeArrowheads="1" noChangeShapeType="1" noTextEdit="1"/>
              </p:cNvSpPr>
              <p:nvPr/>
            </p:nvSpPr>
            <p:spPr>
              <a:xfrm>
                <a:off x="1209040" y="3133692"/>
                <a:ext cx="8199120" cy="697370"/>
              </a:xfrm>
              <a:prstGeom prst="rect">
                <a:avLst/>
              </a:prstGeom>
              <a:blipFill>
                <a:blip r:embed="rId3"/>
                <a:stretch>
                  <a:fillRect r="-464" b="-53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BF9E478B-820D-6BCA-095F-2C4DCB6E683D}"/>
                  </a:ext>
                </a:extLst>
              </p:cNvPr>
              <p:cNvSpPr txBox="1"/>
              <p:nvPr/>
            </p:nvSpPr>
            <p:spPr>
              <a:xfrm>
                <a:off x="1209040" y="3831062"/>
                <a:ext cx="6596797" cy="69737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PH" sz="2100" i="1" dirty="0" smtClean="0">
                              <a:solidFill>
                                <a:srgbClr val="000000"/>
                              </a:solidFill>
                              <a:latin typeface="Cambria Math" panose="02040503050406030204" pitchFamily="18" charset="0"/>
                            </a:rPr>
                          </m:ctrlPr>
                        </m:sSubPr>
                        <m:e>
                          <m:r>
                            <a:rPr lang="en-GB" sz="2100" i="1" dirty="0">
                              <a:solidFill>
                                <a:srgbClr val="000000"/>
                              </a:solidFill>
                              <a:latin typeface="Cambria Math" panose="02040503050406030204" pitchFamily="18" charset="0"/>
                            </a:rPr>
                            <m:t>𝑣</m:t>
                          </m:r>
                        </m:e>
                        <m:sub>
                          <m:r>
                            <a:rPr lang="el-GR" sz="2100" i="1" dirty="0">
                              <a:solidFill>
                                <a:srgbClr val="000000"/>
                              </a:solidFill>
                              <a:latin typeface="Cambria Math" panose="02040503050406030204" pitchFamily="18" charset="0"/>
                            </a:rPr>
                            <m:t>𝜋</m:t>
                          </m:r>
                        </m:sub>
                      </m:sSub>
                      <m:d>
                        <m:dPr>
                          <m:ctrlPr>
                            <a:rPr lang="en-GB" sz="2100" i="1" dirty="0">
                              <a:solidFill>
                                <a:srgbClr val="000000"/>
                              </a:solidFill>
                              <a:latin typeface="Cambria Math" panose="02040503050406030204" pitchFamily="18" charset="0"/>
                            </a:rPr>
                          </m:ctrlPr>
                        </m:dPr>
                        <m:e>
                          <m:r>
                            <a:rPr lang="en-GB" sz="2100" b="0" i="1" dirty="0" smtClean="0">
                              <a:solidFill>
                                <a:srgbClr val="000000"/>
                              </a:solidFill>
                              <a:latin typeface="Cambria Math" panose="02040503050406030204" pitchFamily="18" charset="0"/>
                            </a:rPr>
                            <m:t>𝐴</m:t>
                          </m:r>
                        </m:e>
                      </m:d>
                      <m:r>
                        <a:rPr lang="en-PH" sz="2100" b="0" i="1" u="none" strike="noStrike" dirty="0">
                          <a:solidFill>
                            <a:srgbClr val="000000"/>
                          </a:solidFill>
                          <a:effectLst/>
                          <a:latin typeface="Cambria Math" panose="02040503050406030204" pitchFamily="18" charset="0"/>
                        </a:rPr>
                        <m:t>=</m:t>
                      </m:r>
                      <m:f>
                        <m:fPr>
                          <m:ctrlPr>
                            <a:rPr lang="en-PH" sz="2100" b="0" i="1" u="none" strike="noStrike" dirty="0" smtClean="0">
                              <a:solidFill>
                                <a:srgbClr val="000000"/>
                              </a:solidFill>
                              <a:effectLst/>
                              <a:latin typeface="Cambria Math" panose="02040503050406030204" pitchFamily="18" charset="0"/>
                            </a:rPr>
                          </m:ctrlPr>
                        </m:fPr>
                        <m:num>
                          <m:r>
                            <a:rPr lang="en-GB" sz="2100" b="0" i="1" u="none" strike="noStrike" dirty="0" smtClean="0">
                              <a:solidFill>
                                <a:srgbClr val="000000"/>
                              </a:solidFill>
                              <a:effectLst/>
                              <a:latin typeface="Cambria Math" panose="02040503050406030204" pitchFamily="18" charset="0"/>
                            </a:rPr>
                            <m:t>1</m:t>
                          </m:r>
                        </m:num>
                        <m:den>
                          <m:r>
                            <a:rPr lang="en-GB" sz="2100" b="0" i="1" u="none" strike="noStrike" dirty="0" smtClean="0">
                              <a:solidFill>
                                <a:srgbClr val="000000"/>
                              </a:solidFill>
                              <a:effectLst/>
                              <a:latin typeface="Cambria Math" panose="02040503050406030204" pitchFamily="18" charset="0"/>
                            </a:rPr>
                            <m:t>4</m:t>
                          </m:r>
                        </m:den>
                      </m:f>
                      <m:r>
                        <a:rPr lang="en-PH" sz="2100" b="0" i="1" u="none" strike="noStrike" dirty="0" smtClean="0">
                          <a:solidFill>
                            <a:srgbClr val="000000"/>
                          </a:solidFill>
                          <a:effectLst/>
                          <a:latin typeface="Cambria Math" panose="02040503050406030204" pitchFamily="18" charset="0"/>
                        </a:rPr>
                        <m:t>​</m:t>
                      </m:r>
                      <m:r>
                        <a:rPr lang="en-PH" sz="2100" b="0" i="1" u="none" strike="noStrike" dirty="0">
                          <a:solidFill>
                            <a:srgbClr val="000000"/>
                          </a:solidFill>
                          <a:effectLst/>
                          <a:latin typeface="Cambria Math" panose="02040503050406030204" pitchFamily="18" charset="0"/>
                        </a:rPr>
                        <m:t>[(−1+</m:t>
                      </m:r>
                      <m:r>
                        <a:rPr lang="en-GB" sz="2100" b="0" i="1" u="none" strike="noStrike" dirty="0" smtClean="0">
                          <a:solidFill>
                            <a:srgbClr val="000000"/>
                          </a:solidFill>
                          <a:effectLst/>
                          <a:latin typeface="Cambria Math" panose="02040503050406030204" pitchFamily="18" charset="0"/>
                        </a:rPr>
                        <m:t>0</m:t>
                      </m:r>
                      <m:r>
                        <a:rPr lang="en-PH" sz="2100" b="0" i="1" u="none" strike="noStrike" dirty="0">
                          <a:solidFill>
                            <a:srgbClr val="000000"/>
                          </a:solidFill>
                          <a:effectLst/>
                          <a:latin typeface="Cambria Math" panose="02040503050406030204" pitchFamily="18" charset="0"/>
                        </a:rPr>
                        <m:t>)+(−1+</m:t>
                      </m:r>
                      <m:r>
                        <a:rPr lang="en-GB" sz="2100" b="0" i="1" u="none" strike="noStrike" dirty="0" smtClean="0">
                          <a:solidFill>
                            <a:srgbClr val="000000"/>
                          </a:solidFill>
                          <a:effectLst/>
                          <a:latin typeface="Cambria Math" panose="02040503050406030204" pitchFamily="18" charset="0"/>
                        </a:rPr>
                        <m:t>0</m:t>
                      </m:r>
                      <m:r>
                        <a:rPr lang="en-PH" sz="2100" b="0" i="1" u="none" strike="noStrike" dirty="0">
                          <a:solidFill>
                            <a:srgbClr val="000000"/>
                          </a:solidFill>
                          <a:effectLst/>
                          <a:latin typeface="Cambria Math" panose="02040503050406030204" pitchFamily="18" charset="0"/>
                        </a:rPr>
                        <m:t>)+(−1+</m:t>
                      </m:r>
                      <m:r>
                        <a:rPr lang="en-GB" sz="2100" b="0" i="1" u="none" strike="noStrike" dirty="0" smtClean="0">
                          <a:solidFill>
                            <a:srgbClr val="000000"/>
                          </a:solidFill>
                          <a:effectLst/>
                          <a:latin typeface="Cambria Math" panose="02040503050406030204" pitchFamily="18" charset="0"/>
                        </a:rPr>
                        <m:t>0</m:t>
                      </m:r>
                      <m:r>
                        <a:rPr lang="en-PH" sz="2100" b="0" i="1" u="none" strike="noStrike" dirty="0">
                          <a:solidFill>
                            <a:srgbClr val="000000"/>
                          </a:solidFill>
                          <a:effectLst/>
                          <a:latin typeface="Cambria Math" panose="02040503050406030204" pitchFamily="18" charset="0"/>
                        </a:rPr>
                        <m:t>)+</m:t>
                      </m:r>
                      <m:r>
                        <a:rPr lang="en-PH" sz="2100" i="1" dirty="0">
                          <a:solidFill>
                            <a:srgbClr val="000000"/>
                          </a:solidFill>
                          <a:latin typeface="Cambria Math" panose="02040503050406030204" pitchFamily="18" charset="0"/>
                        </a:rPr>
                        <m:t>(−1+</m:t>
                      </m:r>
                      <m:r>
                        <a:rPr lang="en-GB" sz="2100" b="0" i="1" dirty="0" smtClean="0">
                          <a:solidFill>
                            <a:srgbClr val="000000"/>
                          </a:solidFill>
                          <a:latin typeface="Cambria Math" panose="02040503050406030204" pitchFamily="18" charset="0"/>
                        </a:rPr>
                        <m:t>0</m:t>
                      </m:r>
                      <m:r>
                        <a:rPr lang="en-PH" sz="2100" i="1" dirty="0">
                          <a:solidFill>
                            <a:srgbClr val="000000"/>
                          </a:solidFill>
                          <a:latin typeface="Cambria Math" panose="02040503050406030204" pitchFamily="18" charset="0"/>
                        </a:rPr>
                        <m:t>)</m:t>
                      </m:r>
                    </m:oMath>
                  </m:oMathPara>
                </a14:m>
                <a:endParaRPr lang="en-US" sz="2100" dirty="0"/>
              </a:p>
            </p:txBody>
          </p:sp>
        </mc:Choice>
        <mc:Fallback xmlns="">
          <p:sp>
            <p:nvSpPr>
              <p:cNvPr id="5" name="TextBox 4">
                <a:extLst>
                  <a:ext uri="{FF2B5EF4-FFF2-40B4-BE49-F238E27FC236}">
                    <a16:creationId xmlns:a16="http://schemas.microsoft.com/office/drawing/2014/main" id="{BF9E478B-820D-6BCA-095F-2C4DCB6E683D}"/>
                  </a:ext>
                </a:extLst>
              </p:cNvPr>
              <p:cNvSpPr txBox="1">
                <a:spLocks noRot="1" noChangeAspect="1" noMove="1" noResize="1" noEditPoints="1" noAdjustHandles="1" noChangeArrowheads="1" noChangeShapeType="1" noTextEdit="1"/>
              </p:cNvSpPr>
              <p:nvPr/>
            </p:nvSpPr>
            <p:spPr>
              <a:xfrm>
                <a:off x="1209040" y="3831062"/>
                <a:ext cx="6596797" cy="697370"/>
              </a:xfrm>
              <a:prstGeom prst="rect">
                <a:avLst/>
              </a:prstGeom>
              <a:blipFill>
                <a:blip r:embed="rId4"/>
                <a:stretch>
                  <a:fillRect r="-577" b="-53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CFA057B-CD49-FD3F-C396-9678E25929A7}"/>
                  </a:ext>
                </a:extLst>
              </p:cNvPr>
              <p:cNvSpPr txBox="1"/>
              <p:nvPr/>
            </p:nvSpPr>
            <p:spPr>
              <a:xfrm>
                <a:off x="1209040" y="4714982"/>
                <a:ext cx="1619369" cy="415498"/>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PH" sz="2100" i="1" dirty="0" smtClean="0">
                              <a:solidFill>
                                <a:srgbClr val="000000"/>
                              </a:solidFill>
                              <a:latin typeface="Cambria Math" panose="02040503050406030204" pitchFamily="18" charset="0"/>
                            </a:rPr>
                          </m:ctrlPr>
                        </m:sSubPr>
                        <m:e>
                          <m:r>
                            <a:rPr lang="en-GB" sz="2100" i="1" dirty="0">
                              <a:solidFill>
                                <a:srgbClr val="000000"/>
                              </a:solidFill>
                              <a:latin typeface="Cambria Math" panose="02040503050406030204" pitchFamily="18" charset="0"/>
                            </a:rPr>
                            <m:t>𝑣</m:t>
                          </m:r>
                        </m:e>
                        <m:sub>
                          <m:r>
                            <a:rPr lang="el-GR" sz="2100" i="1" dirty="0">
                              <a:solidFill>
                                <a:srgbClr val="000000"/>
                              </a:solidFill>
                              <a:latin typeface="Cambria Math" panose="02040503050406030204" pitchFamily="18" charset="0"/>
                            </a:rPr>
                            <m:t>𝜋</m:t>
                          </m:r>
                        </m:sub>
                      </m:sSub>
                      <m:d>
                        <m:dPr>
                          <m:ctrlPr>
                            <a:rPr lang="en-GB" sz="2100" i="1" dirty="0">
                              <a:solidFill>
                                <a:srgbClr val="000000"/>
                              </a:solidFill>
                              <a:latin typeface="Cambria Math" panose="02040503050406030204" pitchFamily="18" charset="0"/>
                            </a:rPr>
                          </m:ctrlPr>
                        </m:dPr>
                        <m:e>
                          <m:r>
                            <a:rPr lang="en-GB" sz="2100" b="0" i="1" dirty="0" smtClean="0">
                              <a:solidFill>
                                <a:srgbClr val="000000"/>
                              </a:solidFill>
                              <a:latin typeface="Cambria Math" panose="02040503050406030204" pitchFamily="18" charset="0"/>
                            </a:rPr>
                            <m:t>𝐴</m:t>
                          </m:r>
                        </m:e>
                      </m:d>
                      <m:r>
                        <a:rPr lang="en-PH" sz="2100" b="0" i="1" u="none" strike="noStrike" dirty="0">
                          <a:solidFill>
                            <a:srgbClr val="000000"/>
                          </a:solidFill>
                          <a:effectLst/>
                          <a:latin typeface="Cambria Math" panose="02040503050406030204" pitchFamily="18" charset="0"/>
                        </a:rPr>
                        <m:t>=</m:t>
                      </m:r>
                      <m:r>
                        <a:rPr lang="en-GB" sz="2100" b="0" i="1" u="none" strike="noStrike" dirty="0" smtClean="0">
                          <a:solidFill>
                            <a:srgbClr val="000000"/>
                          </a:solidFill>
                          <a:effectLst/>
                          <a:latin typeface="Cambria Math" panose="02040503050406030204" pitchFamily="18" charset="0"/>
                        </a:rPr>
                        <m:t>−1</m:t>
                      </m:r>
                    </m:oMath>
                  </m:oMathPara>
                </a14:m>
                <a:endParaRPr lang="en-US" sz="2100" dirty="0"/>
              </a:p>
            </p:txBody>
          </p:sp>
        </mc:Choice>
        <mc:Fallback xmlns="">
          <p:sp>
            <p:nvSpPr>
              <p:cNvPr id="6" name="TextBox 5">
                <a:extLst>
                  <a:ext uri="{FF2B5EF4-FFF2-40B4-BE49-F238E27FC236}">
                    <a16:creationId xmlns:a16="http://schemas.microsoft.com/office/drawing/2014/main" id="{0CFA057B-CD49-FD3F-C396-9678E25929A7}"/>
                  </a:ext>
                </a:extLst>
              </p:cNvPr>
              <p:cNvSpPr txBox="1">
                <a:spLocks noRot="1" noChangeAspect="1" noMove="1" noResize="1" noEditPoints="1" noAdjustHandles="1" noChangeArrowheads="1" noChangeShapeType="1" noTextEdit="1"/>
              </p:cNvSpPr>
              <p:nvPr/>
            </p:nvSpPr>
            <p:spPr>
              <a:xfrm>
                <a:off x="1209040" y="4714982"/>
                <a:ext cx="1619369" cy="415498"/>
              </a:xfrm>
              <a:prstGeom prst="rect">
                <a:avLst/>
              </a:prstGeom>
              <a:blipFill>
                <a:blip r:embed="rId5"/>
                <a:stretch>
                  <a:fillRect/>
                </a:stretch>
              </a:blipFill>
              <a:ln w="38100">
                <a:solidFill>
                  <a:schemeClr val="tx1"/>
                </a:solidFill>
              </a:ln>
            </p:spPr>
            <p:txBody>
              <a:bodyPr/>
              <a:lstStyle/>
              <a:p>
                <a:r>
                  <a:rPr lang="en-US">
                    <a:noFill/>
                  </a:rPr>
                  <a:t> </a:t>
                </a:r>
              </a:p>
            </p:txBody>
          </p:sp>
        </mc:Fallback>
      </mc:AlternateContent>
      <p:graphicFrame>
        <p:nvGraphicFramePr>
          <p:cNvPr id="7" name="Table 6">
            <a:extLst>
              <a:ext uri="{FF2B5EF4-FFF2-40B4-BE49-F238E27FC236}">
                <a16:creationId xmlns:a16="http://schemas.microsoft.com/office/drawing/2014/main" id="{0D2CD944-678F-A65D-4FF8-D871DF54B869}"/>
              </a:ext>
            </a:extLst>
          </p:cNvPr>
          <p:cNvGraphicFramePr>
            <a:graphicFrameLocks noGrp="1"/>
          </p:cNvGraphicFramePr>
          <p:nvPr/>
        </p:nvGraphicFramePr>
        <p:xfrm>
          <a:off x="9052562" y="4048092"/>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-1</a:t>
                      </a:r>
                    </a:p>
                  </a:txBody>
                  <a:tcPr anchor="ctr"/>
                </a:tc>
                <a:tc>
                  <a:txBody>
                    <a:bodyPr/>
                    <a:lstStyle/>
                    <a:p>
                      <a:pPr algn="ctr"/>
                      <a:r>
                        <a:rPr lang="en-US" b="1" dirty="0"/>
                        <a:t>-1</a:t>
                      </a:r>
                    </a:p>
                  </a:txBody>
                  <a:tcPr anchor="ctr"/>
                </a:tc>
                <a:extLst>
                  <a:ext uri="{0D108BD9-81ED-4DB2-BD59-A6C34878D82A}">
                    <a16:rowId xmlns:a16="http://schemas.microsoft.com/office/drawing/2014/main" val="3795677844"/>
                  </a:ext>
                </a:extLst>
              </a:tr>
              <a:tr h="1080000">
                <a:tc>
                  <a:txBody>
                    <a:bodyPr/>
                    <a:lstStyle/>
                    <a:p>
                      <a:pPr algn="ctr"/>
                      <a:r>
                        <a:rPr lang="en-US" b="1" dirty="0"/>
                        <a:t>-1</a:t>
                      </a:r>
                    </a:p>
                  </a:txBody>
                  <a:tcPr anchor="ctr"/>
                </a:tc>
                <a:tc>
                  <a:txBody>
                    <a:bodyPr/>
                    <a:lstStyle/>
                    <a:p>
                      <a:pPr algn="ctr"/>
                      <a:r>
                        <a:rPr lang="en-US" b="1" dirty="0"/>
                        <a:t>0</a:t>
                      </a:r>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12E6723-9246-F8D3-F604-CD693B0E8F23}"/>
                  </a:ext>
                </a:extLst>
              </p:cNvPr>
              <p:cNvSpPr txBox="1"/>
              <p:nvPr/>
            </p:nvSpPr>
            <p:spPr>
              <a:xfrm>
                <a:off x="9980668" y="6306553"/>
                <a:ext cx="1413913"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𝑎𝑡</m:t>
                      </m:r>
                      <m:r>
                        <a:rPr lang="en-GB" sz="2500" b="0" i="1" smtClean="0">
                          <a:latin typeface="Cambria Math" panose="02040503050406030204" pitchFamily="18" charset="0"/>
                        </a:rPr>
                        <m:t> </m:t>
                      </m:r>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8" name="TextBox 7">
                <a:extLst>
                  <a:ext uri="{FF2B5EF4-FFF2-40B4-BE49-F238E27FC236}">
                    <a16:creationId xmlns:a16="http://schemas.microsoft.com/office/drawing/2014/main" id="{A12E6723-9246-F8D3-F604-CD693B0E8F23}"/>
                  </a:ext>
                </a:extLst>
              </p:cNvPr>
              <p:cNvSpPr txBox="1">
                <a:spLocks noRot="1" noChangeAspect="1" noMove="1" noResize="1" noEditPoints="1" noAdjustHandles="1" noChangeArrowheads="1" noChangeShapeType="1" noTextEdit="1"/>
              </p:cNvSpPr>
              <p:nvPr/>
            </p:nvSpPr>
            <p:spPr>
              <a:xfrm>
                <a:off x="9980668" y="6306553"/>
                <a:ext cx="1413913" cy="477054"/>
              </a:xfrm>
              <a:prstGeom prst="rect">
                <a:avLst/>
              </a:prstGeom>
              <a:blipFill>
                <a:blip r:embed="rId6"/>
                <a:stretch>
                  <a:fillRect b="-14634"/>
                </a:stretch>
              </a:blipFill>
              <a:ln w="38100">
                <a:solidFill>
                  <a:schemeClr val="tx1"/>
                </a:solidFill>
              </a:ln>
            </p:spPr>
            <p:txBody>
              <a:bodyPr/>
              <a:lstStyle/>
              <a:p>
                <a:r>
                  <a:rPr lang="en-US">
                    <a:noFill/>
                  </a:rPr>
                  <a:t> </a:t>
                </a:r>
              </a:p>
            </p:txBody>
          </p:sp>
        </mc:Fallback>
      </mc:AlternateContent>
    </p:spTree>
    <p:extLst>
      <p:ext uri="{BB962C8B-B14F-4D97-AF65-F5344CB8AC3E}">
        <p14:creationId xmlns:p14="http://schemas.microsoft.com/office/powerpoint/2010/main" val="12802064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081E27F-449C-96CF-09F0-764DA98AB2CB}"/>
              </a:ext>
            </a:extLst>
          </p:cNvPr>
          <p:cNvGraphicFramePr>
            <a:graphicFrameLocks noGrp="1"/>
          </p:cNvGraphicFramePr>
          <p:nvPr>
            <p:extLst>
              <p:ext uri="{D42A27DB-BD31-4B8C-83A1-F6EECF244321}">
                <p14:modId xmlns:p14="http://schemas.microsoft.com/office/powerpoint/2010/main" val="1442701253"/>
              </p:ext>
            </p:extLst>
          </p:nvPr>
        </p:nvGraphicFramePr>
        <p:xfrm>
          <a:off x="2184363" y="126900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0</a:t>
                      </a:r>
                    </a:p>
                  </a:txBody>
                  <a:tcPr anchor="ctr"/>
                </a:tc>
                <a:tc>
                  <a:txBody>
                    <a:bodyPr/>
                    <a:lstStyle/>
                    <a:p>
                      <a:pPr algn="ctr"/>
                      <a:r>
                        <a:rPr lang="en-US" sz="3000" b="1" dirty="0"/>
                        <a:t>0</a:t>
                      </a:r>
                    </a:p>
                  </a:txBody>
                  <a:tcPr anchor="ctr"/>
                </a:tc>
                <a:extLst>
                  <a:ext uri="{0D108BD9-81ED-4DB2-BD59-A6C34878D82A}">
                    <a16:rowId xmlns:a16="http://schemas.microsoft.com/office/drawing/2014/main" val="3795677844"/>
                  </a:ext>
                </a:extLst>
              </a:tr>
              <a:tr h="1080000">
                <a:tc>
                  <a:txBody>
                    <a:bodyPr/>
                    <a:lstStyle/>
                    <a:p>
                      <a:pPr algn="ctr"/>
                      <a:r>
                        <a:rPr lang="en-US" sz="3000" b="1" dirty="0"/>
                        <a:t>0</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p:graphicFrame>
        <p:nvGraphicFramePr>
          <p:cNvPr id="3" name="Table 2">
            <a:extLst>
              <a:ext uri="{FF2B5EF4-FFF2-40B4-BE49-F238E27FC236}">
                <a16:creationId xmlns:a16="http://schemas.microsoft.com/office/drawing/2014/main" id="{74C28C9A-DE6D-EF84-6990-04FEC587CCF5}"/>
              </a:ext>
            </a:extLst>
          </p:cNvPr>
          <p:cNvGraphicFramePr>
            <a:graphicFrameLocks noGrp="1"/>
          </p:cNvGraphicFramePr>
          <p:nvPr>
            <p:extLst>
              <p:ext uri="{D42A27DB-BD31-4B8C-83A1-F6EECF244321}">
                <p14:modId xmlns:p14="http://schemas.microsoft.com/office/powerpoint/2010/main" val="1542352925"/>
              </p:ext>
            </p:extLst>
          </p:nvPr>
        </p:nvGraphicFramePr>
        <p:xfrm>
          <a:off x="7750359" y="126900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-1</a:t>
                      </a:r>
                    </a:p>
                  </a:txBody>
                  <a:tcPr anchor="ctr"/>
                </a:tc>
                <a:tc>
                  <a:txBody>
                    <a:bodyPr/>
                    <a:lstStyle/>
                    <a:p>
                      <a:pPr algn="ctr"/>
                      <a:r>
                        <a:rPr lang="en-US" sz="3000" b="1" dirty="0"/>
                        <a:t>-1</a:t>
                      </a:r>
                    </a:p>
                  </a:txBody>
                  <a:tcPr anchor="ctr"/>
                </a:tc>
                <a:extLst>
                  <a:ext uri="{0D108BD9-81ED-4DB2-BD59-A6C34878D82A}">
                    <a16:rowId xmlns:a16="http://schemas.microsoft.com/office/drawing/2014/main" val="3795677844"/>
                  </a:ext>
                </a:extLst>
              </a:tr>
              <a:tr h="1080000">
                <a:tc>
                  <a:txBody>
                    <a:bodyPr/>
                    <a:lstStyle/>
                    <a:p>
                      <a:pPr algn="ctr"/>
                      <a:r>
                        <a:rPr lang="en-US" sz="3000" b="1" dirty="0"/>
                        <a:t>-1</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E4FA916A-DA4C-BA2E-F8B0-360436C92A7A}"/>
                  </a:ext>
                </a:extLst>
              </p:cNvPr>
              <p:cNvSpPr txBox="1"/>
              <p:nvPr/>
            </p:nvSpPr>
            <p:spPr>
              <a:xfrm>
                <a:off x="3112469" y="342900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=0</m:t>
                      </m:r>
                    </m:oMath>
                  </m:oMathPara>
                </a14:m>
                <a:endParaRPr lang="en-US" sz="2500" dirty="0"/>
              </a:p>
            </p:txBody>
          </p:sp>
        </mc:Choice>
        <mc:Fallback xmlns="">
          <p:sp>
            <p:nvSpPr>
              <p:cNvPr id="4" name="TextBox 3">
                <a:extLst>
                  <a:ext uri="{FF2B5EF4-FFF2-40B4-BE49-F238E27FC236}">
                    <a16:creationId xmlns:a16="http://schemas.microsoft.com/office/drawing/2014/main" id="{E4FA916A-DA4C-BA2E-F8B0-360436C92A7A}"/>
                  </a:ext>
                </a:extLst>
              </p:cNvPr>
              <p:cNvSpPr txBox="1">
                <a:spLocks noRot="1" noChangeAspect="1" noMove="1" noResize="1" noEditPoints="1" noAdjustHandles="1" noChangeArrowheads="1" noChangeShapeType="1" noTextEdit="1"/>
              </p:cNvSpPr>
              <p:nvPr/>
            </p:nvSpPr>
            <p:spPr>
              <a:xfrm>
                <a:off x="3112469" y="3429000"/>
                <a:ext cx="1030988" cy="47705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916330CD-07FE-584A-21AF-B0A11DDD8B7F}"/>
                  </a:ext>
                </a:extLst>
              </p:cNvPr>
              <p:cNvSpPr txBox="1"/>
              <p:nvPr/>
            </p:nvSpPr>
            <p:spPr>
              <a:xfrm>
                <a:off x="8678465" y="342900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5" name="TextBox 4">
                <a:extLst>
                  <a:ext uri="{FF2B5EF4-FFF2-40B4-BE49-F238E27FC236}">
                    <a16:creationId xmlns:a16="http://schemas.microsoft.com/office/drawing/2014/main" id="{916330CD-07FE-584A-21AF-B0A11DDD8B7F}"/>
                  </a:ext>
                </a:extLst>
              </p:cNvPr>
              <p:cNvSpPr txBox="1">
                <a:spLocks noRot="1" noChangeAspect="1" noMove="1" noResize="1" noEditPoints="1" noAdjustHandles="1" noChangeArrowheads="1" noChangeShapeType="1" noTextEdit="1"/>
              </p:cNvSpPr>
              <p:nvPr/>
            </p:nvSpPr>
            <p:spPr>
              <a:xfrm>
                <a:off x="8678465" y="3429000"/>
                <a:ext cx="1030988" cy="47705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FDCF4C18-1ACB-4B0A-7BB7-74630DA8BCE4}"/>
                  </a:ext>
                </a:extLst>
              </p:cNvPr>
              <p:cNvSpPr txBox="1"/>
              <p:nvPr/>
            </p:nvSpPr>
            <p:spPr>
              <a:xfrm>
                <a:off x="2326640" y="4270474"/>
                <a:ext cx="8077200" cy="861774"/>
              </a:xfrm>
              <a:prstGeom prst="rect">
                <a:avLst/>
              </a:prstGeom>
              <a:noFill/>
            </p:spPr>
            <p:txBody>
              <a:bodyPr wrap="square">
                <a:spAutoFit/>
              </a:bodyPr>
              <a:lstStyle/>
              <a:p>
                <a:pPr>
                  <a:buNone/>
                </a:pPr>
                <a:r>
                  <a:rPr lang="en-PH" sz="2500" dirty="0"/>
                  <a:t>After 1 </a:t>
                </a:r>
                <a14:m>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 </m:t>
                    </m:r>
                  </m:oMath>
                </a14:m>
                <a:r>
                  <a:rPr lang="en-PH" sz="2500" dirty="0"/>
                  <a:t>iteration, the value functions for states A, B and C were changed from -1 to 0.</a:t>
                </a:r>
              </a:p>
            </p:txBody>
          </p:sp>
        </mc:Choice>
        <mc:Fallback xmlns="">
          <p:sp>
            <p:nvSpPr>
              <p:cNvPr id="6" name="TextBox 5">
                <a:extLst>
                  <a:ext uri="{FF2B5EF4-FFF2-40B4-BE49-F238E27FC236}">
                    <a16:creationId xmlns:a16="http://schemas.microsoft.com/office/drawing/2014/main" id="{FDCF4C18-1ACB-4B0A-7BB7-74630DA8BCE4}"/>
                  </a:ext>
                </a:extLst>
              </p:cNvPr>
              <p:cNvSpPr txBox="1">
                <a:spLocks noRot="1" noChangeAspect="1" noMove="1" noResize="1" noEditPoints="1" noAdjustHandles="1" noChangeArrowheads="1" noChangeShapeType="1" noTextEdit="1"/>
              </p:cNvSpPr>
              <p:nvPr/>
            </p:nvSpPr>
            <p:spPr>
              <a:xfrm>
                <a:off x="2326640" y="4270474"/>
                <a:ext cx="8077200" cy="861774"/>
              </a:xfrm>
              <a:prstGeom prst="rect">
                <a:avLst/>
              </a:prstGeom>
              <a:blipFill>
                <a:blip r:embed="rId4"/>
                <a:stretch>
                  <a:fillRect l="-1256" t="-5797" b="-15942"/>
                </a:stretch>
              </a:blipFill>
            </p:spPr>
            <p:txBody>
              <a:bodyPr/>
              <a:lstStyle/>
              <a:p>
                <a:r>
                  <a:rPr lang="en-US">
                    <a:noFill/>
                  </a:rPr>
                  <a:t> </a:t>
                </a:r>
              </a:p>
            </p:txBody>
          </p:sp>
        </mc:Fallback>
      </mc:AlternateContent>
    </p:spTree>
    <p:extLst>
      <p:ext uri="{BB962C8B-B14F-4D97-AF65-F5344CB8AC3E}">
        <p14:creationId xmlns:p14="http://schemas.microsoft.com/office/powerpoint/2010/main" val="1297398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par>
                                <p:cTn id="16" presetID="10" presetClass="entr" presetSubtype="0" fill="hold" nodeType="with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fade">
                                      <p:cBhvr>
                                        <p:cTn id="1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6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63D5391B-C66C-5FE9-AFBB-8BA6E83041DD}"/>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A7DCE795-985B-A331-CA35-3DC98CE702BC}"/>
              </a:ext>
            </a:extLst>
          </p:cNvPr>
          <p:cNvGraphicFramePr>
            <a:graphicFrameLocks noGrp="1"/>
          </p:cNvGraphicFramePr>
          <p:nvPr>
            <p:extLst>
              <p:ext uri="{D42A27DB-BD31-4B8C-83A1-F6EECF244321}">
                <p14:modId xmlns:p14="http://schemas.microsoft.com/office/powerpoint/2010/main" val="4158588680"/>
              </p:ext>
            </p:extLst>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-1</a:t>
                      </a:r>
                    </a:p>
                  </a:txBody>
                  <a:tcPr anchor="ctr"/>
                </a:tc>
                <a:tc>
                  <a:txBody>
                    <a:bodyPr/>
                    <a:lstStyle/>
                    <a:p>
                      <a:pPr algn="ctr"/>
                      <a:r>
                        <a:rPr lang="en-US" sz="3000" b="1" dirty="0"/>
                        <a:t>-1</a:t>
                      </a:r>
                    </a:p>
                  </a:txBody>
                  <a:tcPr anchor="ctr"/>
                </a:tc>
                <a:extLst>
                  <a:ext uri="{0D108BD9-81ED-4DB2-BD59-A6C34878D82A}">
                    <a16:rowId xmlns:a16="http://schemas.microsoft.com/office/drawing/2014/main" val="3795677844"/>
                  </a:ext>
                </a:extLst>
              </a:tr>
              <a:tr h="1080000">
                <a:tc>
                  <a:txBody>
                    <a:bodyPr/>
                    <a:lstStyle/>
                    <a:p>
                      <a:pPr algn="ctr"/>
                      <a:r>
                        <a:rPr lang="en-US" sz="3000" b="1" dirty="0"/>
                        <a:t>-1</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46CCBBE-236E-9EF2-4418-7C16709D37A5}"/>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5" name="TextBox 4">
                <a:extLst>
                  <a:ext uri="{FF2B5EF4-FFF2-40B4-BE49-F238E27FC236}">
                    <a16:creationId xmlns:a16="http://schemas.microsoft.com/office/drawing/2014/main" id="{F46CCBBE-236E-9EF2-4418-7C16709D37A5}"/>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3E834EE-23D8-A870-1D22-B3BE1C900F81}"/>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xmlns="">
          <p:sp>
            <p:nvSpPr>
              <p:cNvPr id="8" name="TextBox 7">
                <a:extLst>
                  <a:ext uri="{FF2B5EF4-FFF2-40B4-BE49-F238E27FC236}">
                    <a16:creationId xmlns:a16="http://schemas.microsoft.com/office/drawing/2014/main" id="{13E834EE-23D8-A870-1D22-B3BE1C900F81}"/>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4"/>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B409054F-4D16-BA4A-613D-D00018121A8E}"/>
              </a:ext>
            </a:extLst>
          </p:cNvPr>
          <p:cNvGraphicFramePr>
            <a:graphicFrameLocks noGrp="1"/>
          </p:cNvGraphicFramePr>
          <p:nvPr>
            <p:extLst>
              <p:ext uri="{D42A27DB-BD31-4B8C-83A1-F6EECF244321}">
                <p14:modId xmlns:p14="http://schemas.microsoft.com/office/powerpoint/2010/main" val="2799879176"/>
              </p:ext>
            </p:extLst>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18" name="TextBox 17">
            <a:extLst>
              <a:ext uri="{FF2B5EF4-FFF2-40B4-BE49-F238E27FC236}">
                <a16:creationId xmlns:a16="http://schemas.microsoft.com/office/drawing/2014/main" id="{5527EEDA-9C2A-E97F-02AC-9B4BAB331536}"/>
              </a:ext>
            </a:extLst>
          </p:cNvPr>
          <p:cNvSpPr txBox="1"/>
          <p:nvPr/>
        </p:nvSpPr>
        <p:spPr>
          <a:xfrm>
            <a:off x="1055238" y="4898120"/>
            <a:ext cx="10264404" cy="861774"/>
          </a:xfrm>
          <a:prstGeom prst="rect">
            <a:avLst/>
          </a:prstGeom>
          <a:noFill/>
        </p:spPr>
        <p:txBody>
          <a:bodyPr wrap="square">
            <a:spAutoFit/>
          </a:bodyPr>
          <a:lstStyle/>
          <a:p>
            <a:pPr>
              <a:buNone/>
            </a:pPr>
            <a:r>
              <a:rPr lang="en-GB" sz="2500" dirty="0"/>
              <a:t>We now use the Bellman equation to compute the action-value functions for each state to improve our existing </a:t>
            </a:r>
            <a:r>
              <a:rPr lang="en-GB" sz="2500" b="1" dirty="0">
                <a:solidFill>
                  <a:srgbClr val="00B0F0"/>
                </a:solidFill>
              </a:rPr>
              <a:t>policy</a:t>
            </a:r>
            <a:r>
              <a:rPr lang="en-GB" sz="2500" dirty="0"/>
              <a:t>.</a:t>
            </a:r>
            <a:endParaRPr lang="en-PH" sz="2500" dirty="0"/>
          </a:p>
        </p:txBody>
      </p:sp>
    </p:spTree>
    <p:extLst>
      <p:ext uri="{BB962C8B-B14F-4D97-AF65-F5344CB8AC3E}">
        <p14:creationId xmlns:p14="http://schemas.microsoft.com/office/powerpoint/2010/main" val="293396250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A7C65642-1877-BA63-9391-4108EC569140}"/>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49F63AA4-691A-71AA-3390-A45F42834242}"/>
              </a:ext>
            </a:extLst>
          </p:cNvPr>
          <p:cNvGraphicFramePr>
            <a:graphicFrameLocks noGrp="1"/>
          </p:cNvGraphicFramePr>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-1</a:t>
                      </a:r>
                    </a:p>
                  </a:txBody>
                  <a:tcPr anchor="ctr"/>
                </a:tc>
                <a:tc>
                  <a:txBody>
                    <a:bodyPr/>
                    <a:lstStyle/>
                    <a:p>
                      <a:pPr algn="ctr"/>
                      <a:r>
                        <a:rPr lang="en-US" sz="3000" b="1" dirty="0"/>
                        <a:t>-1</a:t>
                      </a:r>
                    </a:p>
                  </a:txBody>
                  <a:tcPr anchor="ctr"/>
                </a:tc>
                <a:extLst>
                  <a:ext uri="{0D108BD9-81ED-4DB2-BD59-A6C34878D82A}">
                    <a16:rowId xmlns:a16="http://schemas.microsoft.com/office/drawing/2014/main" val="3795677844"/>
                  </a:ext>
                </a:extLst>
              </a:tr>
              <a:tr h="1080000">
                <a:tc>
                  <a:txBody>
                    <a:bodyPr/>
                    <a:lstStyle/>
                    <a:p>
                      <a:pPr algn="ctr"/>
                      <a:r>
                        <a:rPr lang="en-US" sz="3000" b="1" dirty="0"/>
                        <a:t>-1</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D440A873-2A06-412D-6B7B-9D9E041AA8D2}"/>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5" name="TextBox 4">
                <a:extLst>
                  <a:ext uri="{FF2B5EF4-FFF2-40B4-BE49-F238E27FC236}">
                    <a16:creationId xmlns:a16="http://schemas.microsoft.com/office/drawing/2014/main" id="{D440A873-2A06-412D-6B7B-9D9E041AA8D2}"/>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5E1AEC7-E41C-CDC1-AF3B-733EE4632636}"/>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xmlns="">
          <p:sp>
            <p:nvSpPr>
              <p:cNvPr id="8" name="TextBox 7">
                <a:extLst>
                  <a:ext uri="{FF2B5EF4-FFF2-40B4-BE49-F238E27FC236}">
                    <a16:creationId xmlns:a16="http://schemas.microsoft.com/office/drawing/2014/main" id="{15E1AEC7-E41C-CDC1-AF3B-733EE4632636}"/>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4"/>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E466FE7A-0A79-6CE2-CA1F-9146ADA1E964}"/>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18" name="TextBox 17">
            <a:extLst>
              <a:ext uri="{FF2B5EF4-FFF2-40B4-BE49-F238E27FC236}">
                <a16:creationId xmlns:a16="http://schemas.microsoft.com/office/drawing/2014/main" id="{ECF27A5F-F80D-072C-F091-9604F22090E1}"/>
              </a:ext>
            </a:extLst>
          </p:cNvPr>
          <p:cNvSpPr txBox="1"/>
          <p:nvPr/>
        </p:nvSpPr>
        <p:spPr>
          <a:xfrm>
            <a:off x="2585720" y="4898120"/>
            <a:ext cx="8343796" cy="477054"/>
          </a:xfrm>
          <a:prstGeom prst="rect">
            <a:avLst/>
          </a:prstGeom>
          <a:noFill/>
        </p:spPr>
        <p:txBody>
          <a:bodyPr wrap="square">
            <a:spAutoFit/>
          </a:bodyPr>
          <a:lstStyle/>
          <a:p>
            <a:pPr>
              <a:buNone/>
            </a:pPr>
            <a:r>
              <a:rPr lang="en-GB" sz="2500" dirty="0"/>
              <a:t>Let us start computing the action-value functions of </a:t>
            </a:r>
            <a:r>
              <a:rPr lang="en-GB" sz="2500" b="1" dirty="0">
                <a:solidFill>
                  <a:srgbClr val="7030A0"/>
                </a:solidFill>
              </a:rPr>
              <a:t>state A</a:t>
            </a:r>
            <a:endParaRPr lang="en-PH" sz="2500" b="1" dirty="0">
              <a:solidFill>
                <a:srgbClr val="7030A0"/>
              </a:solidFill>
            </a:endParaRPr>
          </a:p>
        </p:txBody>
      </p:sp>
    </p:spTree>
    <p:extLst>
      <p:ext uri="{BB962C8B-B14F-4D97-AF65-F5344CB8AC3E}">
        <p14:creationId xmlns:p14="http://schemas.microsoft.com/office/powerpoint/2010/main" val="391774012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BFEA258-F417-CB5D-B4F4-8DEABAB1CE3D}"/>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B7D1288D-5026-E26B-C36B-CDC1B5AC4BD2}"/>
              </a:ext>
            </a:extLst>
          </p:cNvPr>
          <p:cNvGraphicFramePr>
            <a:graphicFrameLocks noGrp="1"/>
          </p:cNvGraphicFramePr>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-1</a:t>
                      </a:r>
                    </a:p>
                  </a:txBody>
                  <a:tcPr anchor="ctr"/>
                </a:tc>
                <a:tc>
                  <a:txBody>
                    <a:bodyPr/>
                    <a:lstStyle/>
                    <a:p>
                      <a:pPr algn="ctr"/>
                      <a:r>
                        <a:rPr lang="en-US" sz="3000" b="1" dirty="0"/>
                        <a:t>-1</a:t>
                      </a:r>
                    </a:p>
                  </a:txBody>
                  <a:tcPr anchor="ctr"/>
                </a:tc>
                <a:extLst>
                  <a:ext uri="{0D108BD9-81ED-4DB2-BD59-A6C34878D82A}">
                    <a16:rowId xmlns:a16="http://schemas.microsoft.com/office/drawing/2014/main" val="3795677844"/>
                  </a:ext>
                </a:extLst>
              </a:tr>
              <a:tr h="1080000">
                <a:tc>
                  <a:txBody>
                    <a:bodyPr/>
                    <a:lstStyle/>
                    <a:p>
                      <a:pPr algn="ctr"/>
                      <a:r>
                        <a:rPr lang="en-US" sz="3000" b="1" dirty="0"/>
                        <a:t>-1</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2B2A322-EC6A-EF7B-AD2A-C9BC8A3BDF23}"/>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5" name="TextBox 4">
                <a:extLst>
                  <a:ext uri="{FF2B5EF4-FFF2-40B4-BE49-F238E27FC236}">
                    <a16:creationId xmlns:a16="http://schemas.microsoft.com/office/drawing/2014/main" id="{F2B2A322-EC6A-EF7B-AD2A-C9BC8A3BDF23}"/>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5A550DD-062E-9E6A-FA54-567E49E6E22F}"/>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PH" sz="3200" i="1" dirty="0" err="1">
                              <a:latin typeface="Cambria Math" panose="02040503050406030204" pitchFamily="18" charset="0"/>
                            </a:rPr>
                            <m:t>𝐴</m:t>
                          </m:r>
                          <m:r>
                            <a:rPr lang="en-PH" sz="3200" i="1" dirty="0" err="1">
                              <a:latin typeface="Cambria Math" panose="02040503050406030204" pitchFamily="18" charset="0"/>
                            </a:rPr>
                            <m:t>,</m:t>
                          </m:r>
                          <m:r>
                            <a:rPr lang="en-GB" sz="3200" b="0" i="1" dirty="0" smtClean="0">
                              <a:latin typeface="Cambria Math" panose="02040503050406030204" pitchFamily="18" charset="0"/>
                            </a:rPr>
                            <m:t>𝐿𝐸𝐹𝑇</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𝐴</m:t>
                          </m:r>
                        </m:e>
                      </m:d>
                    </m:oMath>
                  </m:oMathPara>
                </a14:m>
                <a:endParaRPr lang="en-GB" sz="3200" i="1" dirty="0">
                  <a:latin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55A550DD-062E-9E6A-FA54-567E49E6E22F}"/>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3"/>
                <a:stretch>
                  <a:fillRect b="-127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56B1004F-9AAA-9E21-A37A-11B4CE703D90}"/>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xmlns="">
          <p:sp>
            <p:nvSpPr>
              <p:cNvPr id="8" name="TextBox 7">
                <a:extLst>
                  <a:ext uri="{FF2B5EF4-FFF2-40B4-BE49-F238E27FC236}">
                    <a16:creationId xmlns:a16="http://schemas.microsoft.com/office/drawing/2014/main" id="{56B1004F-9AAA-9E21-A37A-11B4CE703D90}"/>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4"/>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722739C2-EF2C-4C07-6219-F7ACED6425EB}"/>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66BEDEFE-C06F-DA6D-6137-6E50E2907974}"/>
                  </a:ext>
                </a:extLst>
              </p:cNvPr>
              <p:cNvSpPr txBox="1"/>
              <p:nvPr/>
            </p:nvSpPr>
            <p:spPr>
              <a:xfrm>
                <a:off x="2936916" y="5421403"/>
                <a:ext cx="4932680"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PH" sz="3000" i="1" dirty="0">
                          <a:latin typeface="Cambria Math" panose="02040503050406030204" pitchFamily="18" charset="0"/>
                        </a:rPr>
                        <m:t>= =−1+</m:t>
                      </m:r>
                      <m:d>
                        <m:dPr>
                          <m:ctrlPr>
                            <a:rPr lang="en-PH" sz="3000" i="1" dirty="0">
                              <a:latin typeface="Cambria Math" panose="02040503050406030204" pitchFamily="18" charset="0"/>
                            </a:rPr>
                          </m:ctrlPr>
                        </m:dPr>
                        <m:e>
                          <m:r>
                            <a:rPr lang="en-PH" sz="3000" i="1" dirty="0">
                              <a:latin typeface="Cambria Math" panose="02040503050406030204" pitchFamily="18" charset="0"/>
                            </a:rPr>
                            <m:t>−1</m:t>
                          </m:r>
                        </m:e>
                      </m:d>
                    </m:oMath>
                  </m:oMathPara>
                </a14:m>
                <a:endParaRPr lang="en-GB" sz="3000" i="1" dirty="0">
                  <a:latin typeface="Cambria Math" panose="02040503050406030204" pitchFamily="18" charset="0"/>
                </a:endParaRPr>
              </a:p>
            </p:txBody>
          </p:sp>
        </mc:Choice>
        <mc:Fallback xmlns="">
          <p:sp>
            <p:nvSpPr>
              <p:cNvPr id="4" name="TextBox 3">
                <a:extLst>
                  <a:ext uri="{FF2B5EF4-FFF2-40B4-BE49-F238E27FC236}">
                    <a16:creationId xmlns:a16="http://schemas.microsoft.com/office/drawing/2014/main" id="{66BEDEFE-C06F-DA6D-6137-6E50E2907974}"/>
                  </a:ext>
                </a:extLst>
              </p:cNvPr>
              <p:cNvSpPr txBox="1">
                <a:spLocks noRot="1" noChangeAspect="1" noMove="1" noResize="1" noEditPoints="1" noAdjustHandles="1" noChangeArrowheads="1" noChangeShapeType="1" noTextEdit="1"/>
              </p:cNvSpPr>
              <p:nvPr/>
            </p:nvSpPr>
            <p:spPr>
              <a:xfrm>
                <a:off x="2936916" y="5421403"/>
                <a:ext cx="4932680" cy="553998"/>
              </a:xfrm>
              <a:prstGeom prst="rect">
                <a:avLst/>
              </a:prstGeom>
              <a:blipFill>
                <a:blip r:embed="rId5"/>
                <a:stretch>
                  <a:fillRect b="-222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41DACEB-FAEB-089D-8AD0-AE5BDCE93E86}"/>
                  </a:ext>
                </a:extLst>
              </p:cNvPr>
              <p:cNvSpPr txBox="1"/>
              <p:nvPr/>
            </p:nvSpPr>
            <p:spPr>
              <a:xfrm>
                <a:off x="2936916" y="602163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PH" sz="3000" i="1" dirty="0">
                          <a:latin typeface="Cambria Math" panose="02040503050406030204" pitchFamily="18" charset="0"/>
                        </a:rPr>
                        <m:t>=−2</m:t>
                      </m:r>
                    </m:oMath>
                  </m:oMathPara>
                </a14:m>
                <a:endParaRPr lang="en-PH" sz="3000" dirty="0"/>
              </a:p>
            </p:txBody>
          </p:sp>
        </mc:Choice>
        <mc:Fallback xmlns="">
          <p:sp>
            <p:nvSpPr>
              <p:cNvPr id="10" name="TextBox 9">
                <a:extLst>
                  <a:ext uri="{FF2B5EF4-FFF2-40B4-BE49-F238E27FC236}">
                    <a16:creationId xmlns:a16="http://schemas.microsoft.com/office/drawing/2014/main" id="{B41DACEB-FAEB-089D-8AD0-AE5BDCE93E86}"/>
                  </a:ext>
                </a:extLst>
              </p:cNvPr>
              <p:cNvSpPr txBox="1">
                <a:spLocks noRot="1" noChangeAspect="1" noMove="1" noResize="1" noEditPoints="1" noAdjustHandles="1" noChangeArrowheads="1" noChangeShapeType="1" noTextEdit="1"/>
              </p:cNvSpPr>
              <p:nvPr/>
            </p:nvSpPr>
            <p:spPr>
              <a:xfrm>
                <a:off x="2936916" y="6021630"/>
                <a:ext cx="3281680" cy="553998"/>
              </a:xfrm>
              <a:prstGeom prst="rect">
                <a:avLst/>
              </a:prstGeom>
              <a:blipFill>
                <a:blip r:embed="rId6"/>
                <a:stretch>
                  <a:fillRect b="-4167"/>
                </a:stretch>
              </a:blipFill>
              <a:ln w="38100">
                <a:solidFill>
                  <a:srgbClr val="00B050"/>
                </a:solidFill>
              </a:ln>
            </p:spPr>
            <p:txBody>
              <a:bodyPr/>
              <a:lstStyle/>
              <a:p>
                <a:r>
                  <a:rPr lang="en-US">
                    <a:noFill/>
                  </a:rPr>
                  <a:t> </a:t>
                </a:r>
              </a:p>
            </p:txBody>
          </p:sp>
        </mc:Fallback>
      </mc:AlternateContent>
    </p:spTree>
    <p:extLst>
      <p:ext uri="{BB962C8B-B14F-4D97-AF65-F5344CB8AC3E}">
        <p14:creationId xmlns:p14="http://schemas.microsoft.com/office/powerpoint/2010/main" val="71810702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CCCB368F-1168-9D99-850D-EECF3781E48C}"/>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830F01B1-07E8-12F1-BD48-99CB22D08F77}"/>
              </a:ext>
            </a:extLst>
          </p:cNvPr>
          <p:cNvGraphicFramePr>
            <a:graphicFrameLocks noGrp="1"/>
          </p:cNvGraphicFramePr>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-1</a:t>
                      </a:r>
                    </a:p>
                  </a:txBody>
                  <a:tcPr anchor="ctr"/>
                </a:tc>
                <a:tc>
                  <a:txBody>
                    <a:bodyPr/>
                    <a:lstStyle/>
                    <a:p>
                      <a:pPr algn="ctr"/>
                      <a:r>
                        <a:rPr lang="en-US" sz="3000" b="1" dirty="0"/>
                        <a:t>-1</a:t>
                      </a:r>
                    </a:p>
                  </a:txBody>
                  <a:tcPr anchor="ctr"/>
                </a:tc>
                <a:extLst>
                  <a:ext uri="{0D108BD9-81ED-4DB2-BD59-A6C34878D82A}">
                    <a16:rowId xmlns:a16="http://schemas.microsoft.com/office/drawing/2014/main" val="3795677844"/>
                  </a:ext>
                </a:extLst>
              </a:tr>
              <a:tr h="1080000">
                <a:tc>
                  <a:txBody>
                    <a:bodyPr/>
                    <a:lstStyle/>
                    <a:p>
                      <a:pPr algn="ctr"/>
                      <a:r>
                        <a:rPr lang="en-US" sz="3000" b="1" dirty="0"/>
                        <a:t>-1</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147B19F-BA79-00A2-EF79-AA09FF35EE9F}"/>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5" name="TextBox 4">
                <a:extLst>
                  <a:ext uri="{FF2B5EF4-FFF2-40B4-BE49-F238E27FC236}">
                    <a16:creationId xmlns:a16="http://schemas.microsoft.com/office/drawing/2014/main" id="{A147B19F-BA79-00A2-EF79-AA09FF35EE9F}"/>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FB57DEFA-B59B-F6F5-E45F-70A2EFE67AA8}"/>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PH" sz="3200" i="1" dirty="0" err="1">
                              <a:latin typeface="Cambria Math" panose="02040503050406030204" pitchFamily="18" charset="0"/>
                            </a:rPr>
                            <m:t>𝐴</m:t>
                          </m:r>
                          <m:r>
                            <a:rPr lang="en-PH" sz="3200" i="1" dirty="0" err="1">
                              <a:latin typeface="Cambria Math" panose="02040503050406030204" pitchFamily="18" charset="0"/>
                            </a:rPr>
                            <m:t>,</m:t>
                          </m:r>
                          <m:r>
                            <a:rPr lang="en-GB" sz="3200" i="1" dirty="0">
                              <a:latin typeface="Cambria Math" panose="02040503050406030204" pitchFamily="18" charset="0"/>
                            </a:rPr>
                            <m:t>𝑅𝐼𝐺𝐻𝑇</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PH" sz="3200" i="1" dirty="0">
                              <a:latin typeface="Cambria Math" panose="02040503050406030204" pitchFamily="18" charset="0"/>
                            </a:rPr>
                            <m:t>𝐵</m:t>
                          </m:r>
                        </m:e>
                      </m:d>
                    </m:oMath>
                  </m:oMathPara>
                </a14:m>
                <a:endParaRPr lang="en-GB" sz="3200" i="1" dirty="0">
                  <a:latin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FB57DEFA-B59B-F6F5-E45F-70A2EFE67AA8}"/>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3"/>
                <a:stretch>
                  <a:fillRect l="-262" b="-127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2A37B9C6-5C01-BA5B-D878-3921C5DD5FCE}"/>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xmlns="">
          <p:sp>
            <p:nvSpPr>
              <p:cNvPr id="8" name="TextBox 7">
                <a:extLst>
                  <a:ext uri="{FF2B5EF4-FFF2-40B4-BE49-F238E27FC236}">
                    <a16:creationId xmlns:a16="http://schemas.microsoft.com/office/drawing/2014/main" id="{2A37B9C6-5C01-BA5B-D878-3921C5DD5FCE}"/>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4"/>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E3F14943-93C1-E9D0-5594-D79D34E02B12}"/>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1CAF530-50C9-EC7E-F54D-E073CDAC8C32}"/>
                  </a:ext>
                </a:extLst>
              </p:cNvPr>
              <p:cNvSpPr txBox="1"/>
              <p:nvPr/>
            </p:nvSpPr>
            <p:spPr>
              <a:xfrm>
                <a:off x="2936916" y="5421403"/>
                <a:ext cx="4932680"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 =−1+</m:t>
                      </m:r>
                      <m:d>
                        <m:dPr>
                          <m:ctrlPr>
                            <a:rPr lang="en-PH" sz="3000" i="1" dirty="0">
                              <a:latin typeface="Cambria Math" panose="02040503050406030204" pitchFamily="18" charset="0"/>
                            </a:rPr>
                          </m:ctrlPr>
                        </m:dPr>
                        <m:e>
                          <m:r>
                            <a:rPr lang="en-PH" sz="3000" i="1" dirty="0">
                              <a:latin typeface="Cambria Math" panose="02040503050406030204" pitchFamily="18" charset="0"/>
                            </a:rPr>
                            <m:t>−1</m:t>
                          </m:r>
                        </m:e>
                      </m:d>
                    </m:oMath>
                  </m:oMathPara>
                </a14:m>
                <a:endParaRPr lang="en-GB" sz="3000" i="1" dirty="0">
                  <a:latin typeface="Cambria Math" panose="02040503050406030204" pitchFamily="18" charset="0"/>
                </a:endParaRPr>
              </a:p>
            </p:txBody>
          </p:sp>
        </mc:Choice>
        <mc:Fallback xmlns="">
          <p:sp>
            <p:nvSpPr>
              <p:cNvPr id="4" name="TextBox 3">
                <a:extLst>
                  <a:ext uri="{FF2B5EF4-FFF2-40B4-BE49-F238E27FC236}">
                    <a16:creationId xmlns:a16="http://schemas.microsoft.com/office/drawing/2014/main" id="{11CAF530-50C9-EC7E-F54D-E073CDAC8C32}"/>
                  </a:ext>
                </a:extLst>
              </p:cNvPr>
              <p:cNvSpPr txBox="1">
                <a:spLocks noRot="1" noChangeAspect="1" noMove="1" noResize="1" noEditPoints="1" noAdjustHandles="1" noChangeArrowheads="1" noChangeShapeType="1" noTextEdit="1"/>
              </p:cNvSpPr>
              <p:nvPr/>
            </p:nvSpPr>
            <p:spPr>
              <a:xfrm>
                <a:off x="2936916" y="5421403"/>
                <a:ext cx="4932680" cy="553998"/>
              </a:xfrm>
              <a:prstGeom prst="rect">
                <a:avLst/>
              </a:prstGeom>
              <a:blipFill>
                <a:blip r:embed="rId5"/>
                <a:stretch>
                  <a:fillRect l="-257" b="-222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8CB2582-D276-B728-6961-BD41FE55ABE9}"/>
                  </a:ext>
                </a:extLst>
              </p:cNvPr>
              <p:cNvSpPr txBox="1"/>
              <p:nvPr/>
            </p:nvSpPr>
            <p:spPr>
              <a:xfrm>
                <a:off x="2936916" y="602163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=−2</m:t>
                      </m:r>
                    </m:oMath>
                  </m:oMathPara>
                </a14:m>
                <a:endParaRPr lang="en-PH" sz="3000" dirty="0"/>
              </a:p>
            </p:txBody>
          </p:sp>
        </mc:Choice>
        <mc:Fallback xmlns="">
          <p:sp>
            <p:nvSpPr>
              <p:cNvPr id="10" name="TextBox 9">
                <a:extLst>
                  <a:ext uri="{FF2B5EF4-FFF2-40B4-BE49-F238E27FC236}">
                    <a16:creationId xmlns:a16="http://schemas.microsoft.com/office/drawing/2014/main" id="{A8CB2582-D276-B728-6961-BD41FE55ABE9}"/>
                  </a:ext>
                </a:extLst>
              </p:cNvPr>
              <p:cNvSpPr txBox="1">
                <a:spLocks noRot="1" noChangeAspect="1" noMove="1" noResize="1" noEditPoints="1" noAdjustHandles="1" noChangeArrowheads="1" noChangeShapeType="1" noTextEdit="1"/>
              </p:cNvSpPr>
              <p:nvPr/>
            </p:nvSpPr>
            <p:spPr>
              <a:xfrm>
                <a:off x="2936916" y="6021630"/>
                <a:ext cx="3281680" cy="553998"/>
              </a:xfrm>
              <a:prstGeom prst="rect">
                <a:avLst/>
              </a:prstGeom>
              <a:blipFill>
                <a:blip r:embed="rId6"/>
                <a:stretch>
                  <a:fillRect b="-4167"/>
                </a:stretch>
              </a:blipFill>
              <a:ln w="38100">
                <a:solidFill>
                  <a:srgbClr val="00B050"/>
                </a:solidFill>
              </a:ln>
            </p:spPr>
            <p:txBody>
              <a:bodyPr/>
              <a:lstStyle/>
              <a:p>
                <a:r>
                  <a:rPr lang="en-US">
                    <a:noFill/>
                  </a:rPr>
                  <a:t> </a:t>
                </a:r>
              </a:p>
            </p:txBody>
          </p:sp>
        </mc:Fallback>
      </mc:AlternateContent>
    </p:spTree>
    <p:extLst>
      <p:ext uri="{BB962C8B-B14F-4D97-AF65-F5344CB8AC3E}">
        <p14:creationId xmlns:p14="http://schemas.microsoft.com/office/powerpoint/2010/main" val="309167624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362421BD-17FF-D852-9EC6-320AFE0E9F74}"/>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9A804E77-EA9E-C961-A0BA-3E39009AC2CD}"/>
              </a:ext>
            </a:extLst>
          </p:cNvPr>
          <p:cNvGraphicFramePr>
            <a:graphicFrameLocks noGrp="1"/>
          </p:cNvGraphicFramePr>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-1</a:t>
                      </a:r>
                    </a:p>
                  </a:txBody>
                  <a:tcPr anchor="ctr"/>
                </a:tc>
                <a:tc>
                  <a:txBody>
                    <a:bodyPr/>
                    <a:lstStyle/>
                    <a:p>
                      <a:pPr algn="ctr"/>
                      <a:r>
                        <a:rPr lang="en-US" sz="3000" b="1" dirty="0"/>
                        <a:t>-1</a:t>
                      </a:r>
                    </a:p>
                  </a:txBody>
                  <a:tcPr anchor="ctr"/>
                </a:tc>
                <a:extLst>
                  <a:ext uri="{0D108BD9-81ED-4DB2-BD59-A6C34878D82A}">
                    <a16:rowId xmlns:a16="http://schemas.microsoft.com/office/drawing/2014/main" val="3795677844"/>
                  </a:ext>
                </a:extLst>
              </a:tr>
              <a:tr h="1080000">
                <a:tc>
                  <a:txBody>
                    <a:bodyPr/>
                    <a:lstStyle/>
                    <a:p>
                      <a:pPr algn="ctr"/>
                      <a:r>
                        <a:rPr lang="en-US" sz="3000" b="1" dirty="0"/>
                        <a:t>-1</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5B9D1CAC-7400-05E4-A8E7-09697101CC1E}"/>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5" name="TextBox 4">
                <a:extLst>
                  <a:ext uri="{FF2B5EF4-FFF2-40B4-BE49-F238E27FC236}">
                    <a16:creationId xmlns:a16="http://schemas.microsoft.com/office/drawing/2014/main" id="{5B9D1CAC-7400-05E4-A8E7-09697101CC1E}"/>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F56ABA61-DE36-6205-B056-0430FC9408D9}"/>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PH" sz="3200" i="1" dirty="0" err="1">
                              <a:latin typeface="Cambria Math" panose="02040503050406030204" pitchFamily="18" charset="0"/>
                            </a:rPr>
                            <m:t>𝐴</m:t>
                          </m:r>
                          <m:r>
                            <a:rPr lang="en-PH" sz="3200" i="1" dirty="0" err="1">
                              <a:latin typeface="Cambria Math" panose="02040503050406030204" pitchFamily="18" charset="0"/>
                            </a:rPr>
                            <m:t>,</m:t>
                          </m:r>
                          <m:r>
                            <a:rPr lang="en-GB" sz="3200" b="0" i="1" dirty="0" smtClean="0">
                              <a:latin typeface="Cambria Math" panose="02040503050406030204" pitchFamily="18" charset="0"/>
                            </a:rPr>
                            <m:t>𝐷𝑂𝑊𝑁</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𝐶</m:t>
                          </m:r>
                        </m:e>
                      </m:d>
                    </m:oMath>
                  </m:oMathPara>
                </a14:m>
                <a:endParaRPr lang="en-GB" sz="3200" i="1" dirty="0">
                  <a:latin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F56ABA61-DE36-6205-B056-0430FC9408D9}"/>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3"/>
                <a:stretch>
                  <a:fillRect l="-524" b="-127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0CF905E5-3103-F36E-B21F-3640294BBE3E}"/>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xmlns="">
          <p:sp>
            <p:nvSpPr>
              <p:cNvPr id="8" name="TextBox 7">
                <a:extLst>
                  <a:ext uri="{FF2B5EF4-FFF2-40B4-BE49-F238E27FC236}">
                    <a16:creationId xmlns:a16="http://schemas.microsoft.com/office/drawing/2014/main" id="{0CF905E5-3103-F36E-B21F-3640294BBE3E}"/>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4"/>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BF453760-1D82-E837-C179-4D851484297F}"/>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19DE417-D2EF-13BA-C168-76674D5F719B}"/>
                  </a:ext>
                </a:extLst>
              </p:cNvPr>
              <p:cNvSpPr txBox="1"/>
              <p:nvPr/>
            </p:nvSpPr>
            <p:spPr>
              <a:xfrm>
                <a:off x="2936916" y="5421403"/>
                <a:ext cx="4932680"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 =−1+</m:t>
                      </m:r>
                      <m:d>
                        <m:dPr>
                          <m:ctrlPr>
                            <a:rPr lang="en-PH" sz="3000" i="1" dirty="0">
                              <a:latin typeface="Cambria Math" panose="02040503050406030204" pitchFamily="18" charset="0"/>
                            </a:rPr>
                          </m:ctrlPr>
                        </m:dPr>
                        <m:e>
                          <m:r>
                            <a:rPr lang="en-PH" sz="3000" i="1" dirty="0">
                              <a:latin typeface="Cambria Math" panose="02040503050406030204" pitchFamily="18" charset="0"/>
                            </a:rPr>
                            <m:t>−1</m:t>
                          </m:r>
                        </m:e>
                      </m:d>
                    </m:oMath>
                  </m:oMathPara>
                </a14:m>
                <a:endParaRPr lang="en-GB" sz="3000" i="1" dirty="0">
                  <a:latin typeface="Cambria Math" panose="02040503050406030204" pitchFamily="18" charset="0"/>
                </a:endParaRPr>
              </a:p>
            </p:txBody>
          </p:sp>
        </mc:Choice>
        <mc:Fallback xmlns="">
          <p:sp>
            <p:nvSpPr>
              <p:cNvPr id="4" name="TextBox 3">
                <a:extLst>
                  <a:ext uri="{FF2B5EF4-FFF2-40B4-BE49-F238E27FC236}">
                    <a16:creationId xmlns:a16="http://schemas.microsoft.com/office/drawing/2014/main" id="{119DE417-D2EF-13BA-C168-76674D5F719B}"/>
                  </a:ext>
                </a:extLst>
              </p:cNvPr>
              <p:cNvSpPr txBox="1">
                <a:spLocks noRot="1" noChangeAspect="1" noMove="1" noResize="1" noEditPoints="1" noAdjustHandles="1" noChangeArrowheads="1" noChangeShapeType="1" noTextEdit="1"/>
              </p:cNvSpPr>
              <p:nvPr/>
            </p:nvSpPr>
            <p:spPr>
              <a:xfrm>
                <a:off x="2936916" y="5421403"/>
                <a:ext cx="4932680" cy="553998"/>
              </a:xfrm>
              <a:prstGeom prst="rect">
                <a:avLst/>
              </a:prstGeom>
              <a:blipFill>
                <a:blip r:embed="rId5"/>
                <a:stretch>
                  <a:fillRect l="-514" b="-222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E234D161-B27E-3966-5CB9-DAB64CF2053B}"/>
                  </a:ext>
                </a:extLst>
              </p:cNvPr>
              <p:cNvSpPr txBox="1"/>
              <p:nvPr/>
            </p:nvSpPr>
            <p:spPr>
              <a:xfrm>
                <a:off x="2936916" y="602163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=−2</m:t>
                      </m:r>
                    </m:oMath>
                  </m:oMathPara>
                </a14:m>
                <a:endParaRPr lang="en-PH" sz="3000" dirty="0"/>
              </a:p>
            </p:txBody>
          </p:sp>
        </mc:Choice>
        <mc:Fallback xmlns="">
          <p:sp>
            <p:nvSpPr>
              <p:cNvPr id="10" name="TextBox 9">
                <a:extLst>
                  <a:ext uri="{FF2B5EF4-FFF2-40B4-BE49-F238E27FC236}">
                    <a16:creationId xmlns:a16="http://schemas.microsoft.com/office/drawing/2014/main" id="{E234D161-B27E-3966-5CB9-DAB64CF2053B}"/>
                  </a:ext>
                </a:extLst>
              </p:cNvPr>
              <p:cNvSpPr txBox="1">
                <a:spLocks noRot="1" noChangeAspect="1" noMove="1" noResize="1" noEditPoints="1" noAdjustHandles="1" noChangeArrowheads="1" noChangeShapeType="1" noTextEdit="1"/>
              </p:cNvSpPr>
              <p:nvPr/>
            </p:nvSpPr>
            <p:spPr>
              <a:xfrm>
                <a:off x="2936916" y="6021630"/>
                <a:ext cx="3281680" cy="553998"/>
              </a:xfrm>
              <a:prstGeom prst="rect">
                <a:avLst/>
              </a:prstGeom>
              <a:blipFill>
                <a:blip r:embed="rId6"/>
                <a:stretch>
                  <a:fillRect l="-380" r="-380" b="-4167"/>
                </a:stretch>
              </a:blipFill>
              <a:ln w="38100">
                <a:solidFill>
                  <a:srgbClr val="00B050"/>
                </a:solidFill>
              </a:ln>
            </p:spPr>
            <p:txBody>
              <a:bodyPr/>
              <a:lstStyle/>
              <a:p>
                <a:r>
                  <a:rPr lang="en-US">
                    <a:noFill/>
                  </a:rPr>
                  <a:t> </a:t>
                </a:r>
              </a:p>
            </p:txBody>
          </p:sp>
        </mc:Fallback>
      </mc:AlternateContent>
    </p:spTree>
    <p:extLst>
      <p:ext uri="{BB962C8B-B14F-4D97-AF65-F5344CB8AC3E}">
        <p14:creationId xmlns:p14="http://schemas.microsoft.com/office/powerpoint/2010/main" val="249419357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1043D241-B9B6-3EA8-4D01-62B157D0D25D}"/>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966EF21F-1981-D880-18D7-B4F6D3688350}"/>
              </a:ext>
            </a:extLst>
          </p:cNvPr>
          <p:cNvGraphicFramePr>
            <a:graphicFrameLocks noGrp="1"/>
          </p:cNvGraphicFramePr>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-1</a:t>
                      </a:r>
                    </a:p>
                  </a:txBody>
                  <a:tcPr anchor="ctr"/>
                </a:tc>
                <a:tc>
                  <a:txBody>
                    <a:bodyPr/>
                    <a:lstStyle/>
                    <a:p>
                      <a:pPr algn="ctr"/>
                      <a:r>
                        <a:rPr lang="en-US" sz="3000" b="1" dirty="0"/>
                        <a:t>-1</a:t>
                      </a:r>
                    </a:p>
                  </a:txBody>
                  <a:tcPr anchor="ctr"/>
                </a:tc>
                <a:extLst>
                  <a:ext uri="{0D108BD9-81ED-4DB2-BD59-A6C34878D82A}">
                    <a16:rowId xmlns:a16="http://schemas.microsoft.com/office/drawing/2014/main" val="3795677844"/>
                  </a:ext>
                </a:extLst>
              </a:tr>
              <a:tr h="1080000">
                <a:tc>
                  <a:txBody>
                    <a:bodyPr/>
                    <a:lstStyle/>
                    <a:p>
                      <a:pPr algn="ctr"/>
                      <a:r>
                        <a:rPr lang="en-US" sz="3000" b="1" dirty="0"/>
                        <a:t>-1</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BCE9ECB3-E93E-0F14-D6F0-DF95155537A3}"/>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5" name="TextBox 4">
                <a:extLst>
                  <a:ext uri="{FF2B5EF4-FFF2-40B4-BE49-F238E27FC236}">
                    <a16:creationId xmlns:a16="http://schemas.microsoft.com/office/drawing/2014/main" id="{BCE9ECB3-E93E-0F14-D6F0-DF95155537A3}"/>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2E57FF4-D0B1-923B-F39A-9F5F3DECA672}"/>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PH" sz="3200" i="1" dirty="0" err="1">
                              <a:latin typeface="Cambria Math" panose="02040503050406030204" pitchFamily="18" charset="0"/>
                            </a:rPr>
                            <m:t>𝐴</m:t>
                          </m:r>
                          <m:r>
                            <a:rPr lang="en-PH" sz="3200" i="1" dirty="0" err="1">
                              <a:latin typeface="Cambria Math" panose="02040503050406030204" pitchFamily="18" charset="0"/>
                            </a:rPr>
                            <m:t>,</m:t>
                          </m:r>
                          <m:r>
                            <a:rPr lang="en-GB" sz="3200" b="0" i="1" dirty="0" smtClean="0">
                              <a:latin typeface="Cambria Math" panose="02040503050406030204" pitchFamily="18" charset="0"/>
                            </a:rPr>
                            <m:t>𝑈𝑃</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𝐴</m:t>
                          </m:r>
                        </m:e>
                      </m:d>
                    </m:oMath>
                  </m:oMathPara>
                </a14:m>
                <a:endParaRPr lang="en-GB" sz="3200" i="1" dirty="0">
                  <a:latin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72E57FF4-D0B1-923B-F39A-9F5F3DECA672}"/>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3"/>
                <a:stretch>
                  <a:fillRect b="-127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7BEBBC0-0335-C0E7-CB76-A3D67435C94A}"/>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xmlns="">
          <p:sp>
            <p:nvSpPr>
              <p:cNvPr id="8" name="TextBox 7">
                <a:extLst>
                  <a:ext uri="{FF2B5EF4-FFF2-40B4-BE49-F238E27FC236}">
                    <a16:creationId xmlns:a16="http://schemas.microsoft.com/office/drawing/2014/main" id="{E7BEBBC0-0335-C0E7-CB76-A3D67435C94A}"/>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4"/>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7A3CCBF5-89A6-437D-CE51-033BBEA3F4C3}"/>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258655ED-7F71-37FE-5340-66FBC45BD4A0}"/>
                  </a:ext>
                </a:extLst>
              </p:cNvPr>
              <p:cNvSpPr txBox="1"/>
              <p:nvPr/>
            </p:nvSpPr>
            <p:spPr>
              <a:xfrm>
                <a:off x="2936916" y="5421403"/>
                <a:ext cx="4932680"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 =−1+</m:t>
                      </m:r>
                      <m:d>
                        <m:dPr>
                          <m:ctrlPr>
                            <a:rPr lang="en-PH" sz="3000" i="1" dirty="0">
                              <a:latin typeface="Cambria Math" panose="02040503050406030204" pitchFamily="18" charset="0"/>
                            </a:rPr>
                          </m:ctrlPr>
                        </m:dPr>
                        <m:e>
                          <m:r>
                            <a:rPr lang="en-PH" sz="3000" i="1" dirty="0">
                              <a:latin typeface="Cambria Math" panose="02040503050406030204" pitchFamily="18" charset="0"/>
                            </a:rPr>
                            <m:t>−1</m:t>
                          </m:r>
                        </m:e>
                      </m:d>
                    </m:oMath>
                  </m:oMathPara>
                </a14:m>
                <a:endParaRPr lang="en-GB" sz="3000" i="1" dirty="0">
                  <a:latin typeface="Cambria Math" panose="02040503050406030204" pitchFamily="18" charset="0"/>
                </a:endParaRPr>
              </a:p>
            </p:txBody>
          </p:sp>
        </mc:Choice>
        <mc:Fallback xmlns="">
          <p:sp>
            <p:nvSpPr>
              <p:cNvPr id="4" name="TextBox 3">
                <a:extLst>
                  <a:ext uri="{FF2B5EF4-FFF2-40B4-BE49-F238E27FC236}">
                    <a16:creationId xmlns:a16="http://schemas.microsoft.com/office/drawing/2014/main" id="{258655ED-7F71-37FE-5340-66FBC45BD4A0}"/>
                  </a:ext>
                </a:extLst>
              </p:cNvPr>
              <p:cNvSpPr txBox="1">
                <a:spLocks noRot="1" noChangeAspect="1" noMove="1" noResize="1" noEditPoints="1" noAdjustHandles="1" noChangeArrowheads="1" noChangeShapeType="1" noTextEdit="1"/>
              </p:cNvSpPr>
              <p:nvPr/>
            </p:nvSpPr>
            <p:spPr>
              <a:xfrm>
                <a:off x="2936916" y="5421403"/>
                <a:ext cx="4932680" cy="553998"/>
              </a:xfrm>
              <a:prstGeom prst="rect">
                <a:avLst/>
              </a:prstGeom>
              <a:blipFill>
                <a:blip r:embed="rId5"/>
                <a:stretch>
                  <a:fillRect b="-222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3F579DC0-514E-AF9D-B7BD-001C713245BD}"/>
                  </a:ext>
                </a:extLst>
              </p:cNvPr>
              <p:cNvSpPr txBox="1"/>
              <p:nvPr/>
            </p:nvSpPr>
            <p:spPr>
              <a:xfrm>
                <a:off x="2936916" y="602163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=−2</m:t>
                      </m:r>
                    </m:oMath>
                  </m:oMathPara>
                </a14:m>
                <a:endParaRPr lang="en-PH" sz="3000" dirty="0"/>
              </a:p>
            </p:txBody>
          </p:sp>
        </mc:Choice>
        <mc:Fallback xmlns="">
          <p:sp>
            <p:nvSpPr>
              <p:cNvPr id="10" name="TextBox 9">
                <a:extLst>
                  <a:ext uri="{FF2B5EF4-FFF2-40B4-BE49-F238E27FC236}">
                    <a16:creationId xmlns:a16="http://schemas.microsoft.com/office/drawing/2014/main" id="{3F579DC0-514E-AF9D-B7BD-001C713245BD}"/>
                  </a:ext>
                </a:extLst>
              </p:cNvPr>
              <p:cNvSpPr txBox="1">
                <a:spLocks noRot="1" noChangeAspect="1" noMove="1" noResize="1" noEditPoints="1" noAdjustHandles="1" noChangeArrowheads="1" noChangeShapeType="1" noTextEdit="1"/>
              </p:cNvSpPr>
              <p:nvPr/>
            </p:nvSpPr>
            <p:spPr>
              <a:xfrm>
                <a:off x="2936916" y="6021630"/>
                <a:ext cx="3281680" cy="553998"/>
              </a:xfrm>
              <a:prstGeom prst="rect">
                <a:avLst/>
              </a:prstGeom>
              <a:blipFill>
                <a:blip r:embed="rId6"/>
                <a:stretch>
                  <a:fillRect b="-4167"/>
                </a:stretch>
              </a:blipFill>
              <a:ln w="38100">
                <a:solidFill>
                  <a:srgbClr val="00B050"/>
                </a:solidFill>
              </a:ln>
            </p:spPr>
            <p:txBody>
              <a:bodyPr/>
              <a:lstStyle/>
              <a:p>
                <a:r>
                  <a:rPr lang="en-US">
                    <a:noFill/>
                  </a:rPr>
                  <a:t> </a:t>
                </a:r>
              </a:p>
            </p:txBody>
          </p:sp>
        </mc:Fallback>
      </mc:AlternateContent>
    </p:spTree>
    <p:extLst>
      <p:ext uri="{BB962C8B-B14F-4D97-AF65-F5344CB8AC3E}">
        <p14:creationId xmlns:p14="http://schemas.microsoft.com/office/powerpoint/2010/main" val="400410164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BD31F67-DDAB-D928-2ECF-FB7801E5CCC6}"/>
            </a:ext>
          </a:extLst>
        </p:cNvPr>
        <p:cNvGrpSpPr/>
        <p:nvPr/>
      </p:nvGrpSpPr>
      <p:grpSpPr>
        <a:xfrm>
          <a:off x="0" y="0"/>
          <a:ext cx="0" cy="0"/>
          <a:chOff x="0" y="0"/>
          <a:chExt cx="0" cy="0"/>
        </a:xfrm>
      </p:grpSpPr>
      <p:graphicFrame>
        <p:nvGraphicFramePr>
          <p:cNvPr id="9" name="Table 8">
            <a:extLst>
              <a:ext uri="{FF2B5EF4-FFF2-40B4-BE49-F238E27FC236}">
                <a16:creationId xmlns:a16="http://schemas.microsoft.com/office/drawing/2014/main" id="{417EE740-B3B8-2C41-E8A8-706F695A28C9}"/>
              </a:ext>
            </a:extLst>
          </p:cNvPr>
          <p:cNvGraphicFramePr>
            <a:graphicFrameLocks noGrp="1"/>
          </p:cNvGraphicFramePr>
          <p:nvPr>
            <p:extLst>
              <p:ext uri="{D42A27DB-BD31-4B8C-83A1-F6EECF244321}">
                <p14:modId xmlns:p14="http://schemas.microsoft.com/office/powerpoint/2010/main" val="1536200407"/>
              </p:ext>
            </p:extLst>
          </p:nvPr>
        </p:nvGraphicFramePr>
        <p:xfrm>
          <a:off x="4671840" y="226468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10" name="Quad Arrow 9">
            <a:extLst>
              <a:ext uri="{FF2B5EF4-FFF2-40B4-BE49-F238E27FC236}">
                <a16:creationId xmlns:a16="http://schemas.microsoft.com/office/drawing/2014/main" id="{491FC756-C89E-8509-6892-6B86B40279F6}"/>
              </a:ext>
            </a:extLst>
          </p:cNvPr>
          <p:cNvSpPr/>
          <p:nvPr/>
        </p:nvSpPr>
        <p:spPr>
          <a:xfrm>
            <a:off x="4979920" y="234596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AB89170A-DC8D-B647-111F-495136667CD7}"/>
                  </a:ext>
                </a:extLst>
              </p:cNvPr>
              <p:cNvSpPr txBox="1"/>
              <p:nvPr/>
            </p:nvSpPr>
            <p:spPr>
              <a:xfrm>
                <a:off x="589280" y="3152001"/>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PH" sz="3000" i="1" dirty="0">
                          <a:latin typeface="Cambria Math" panose="02040503050406030204" pitchFamily="18" charset="0"/>
                        </a:rPr>
                        <m:t>=−2</m:t>
                      </m:r>
                    </m:oMath>
                  </m:oMathPara>
                </a14:m>
                <a:endParaRPr lang="en-PH" sz="3000" dirty="0"/>
              </a:p>
            </p:txBody>
          </p:sp>
        </mc:Choice>
        <mc:Fallback xmlns="">
          <p:sp>
            <p:nvSpPr>
              <p:cNvPr id="2" name="TextBox 1">
                <a:extLst>
                  <a:ext uri="{FF2B5EF4-FFF2-40B4-BE49-F238E27FC236}">
                    <a16:creationId xmlns:a16="http://schemas.microsoft.com/office/drawing/2014/main" id="{AB89170A-DC8D-B647-111F-495136667CD7}"/>
                  </a:ext>
                </a:extLst>
              </p:cNvPr>
              <p:cNvSpPr txBox="1">
                <a:spLocks noRot="1" noChangeAspect="1" noMove="1" noResize="1" noEditPoints="1" noAdjustHandles="1" noChangeArrowheads="1" noChangeShapeType="1" noTextEdit="1"/>
              </p:cNvSpPr>
              <p:nvPr/>
            </p:nvSpPr>
            <p:spPr>
              <a:xfrm>
                <a:off x="589280" y="3152001"/>
                <a:ext cx="3281680" cy="553998"/>
              </a:xfrm>
              <a:prstGeom prst="rect">
                <a:avLst/>
              </a:prstGeom>
              <a:blipFill>
                <a:blip r:embed="rId2"/>
                <a:stretch>
                  <a:fillRect b="-6250"/>
                </a:stretch>
              </a:blipFill>
              <a:ln w="38100">
                <a:solidFill>
                  <a:srgbClr val="00B05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341D98C-3E2F-5626-F2A1-F0B5597B6ED6}"/>
                  </a:ext>
                </a:extLst>
              </p:cNvPr>
              <p:cNvSpPr txBox="1"/>
              <p:nvPr/>
            </p:nvSpPr>
            <p:spPr>
              <a:xfrm>
                <a:off x="8088036" y="3152001"/>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=−2</m:t>
                      </m:r>
                    </m:oMath>
                  </m:oMathPara>
                </a14:m>
                <a:endParaRPr lang="en-PH" sz="3000" dirty="0"/>
              </a:p>
            </p:txBody>
          </p:sp>
        </mc:Choice>
        <mc:Fallback xmlns="">
          <p:sp>
            <p:nvSpPr>
              <p:cNvPr id="4" name="TextBox 3">
                <a:extLst>
                  <a:ext uri="{FF2B5EF4-FFF2-40B4-BE49-F238E27FC236}">
                    <a16:creationId xmlns:a16="http://schemas.microsoft.com/office/drawing/2014/main" id="{8341D98C-3E2F-5626-F2A1-F0B5597B6ED6}"/>
                  </a:ext>
                </a:extLst>
              </p:cNvPr>
              <p:cNvSpPr txBox="1">
                <a:spLocks noRot="1" noChangeAspect="1" noMove="1" noResize="1" noEditPoints="1" noAdjustHandles="1" noChangeArrowheads="1" noChangeShapeType="1" noTextEdit="1"/>
              </p:cNvSpPr>
              <p:nvPr/>
            </p:nvSpPr>
            <p:spPr>
              <a:xfrm>
                <a:off x="8088036" y="3152001"/>
                <a:ext cx="3281680" cy="553998"/>
              </a:xfrm>
              <a:prstGeom prst="rect">
                <a:avLst/>
              </a:prstGeom>
              <a:blipFill>
                <a:blip r:embed="rId3"/>
                <a:stretch>
                  <a:fillRect b="-6250"/>
                </a:stretch>
              </a:blipFill>
              <a:ln w="38100">
                <a:solidFill>
                  <a:srgbClr val="00B05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73FB588-8F54-C12D-BDF4-B6CA463AF754}"/>
                  </a:ext>
                </a:extLst>
              </p:cNvPr>
              <p:cNvSpPr txBox="1"/>
              <p:nvPr/>
            </p:nvSpPr>
            <p:spPr>
              <a:xfrm>
                <a:off x="4455160" y="116724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=−2</m:t>
                      </m:r>
                    </m:oMath>
                  </m:oMathPara>
                </a14:m>
                <a:endParaRPr lang="en-PH" sz="3000" dirty="0"/>
              </a:p>
            </p:txBody>
          </p:sp>
        </mc:Choice>
        <mc:Fallback xmlns="">
          <p:sp>
            <p:nvSpPr>
              <p:cNvPr id="7" name="TextBox 6">
                <a:extLst>
                  <a:ext uri="{FF2B5EF4-FFF2-40B4-BE49-F238E27FC236}">
                    <a16:creationId xmlns:a16="http://schemas.microsoft.com/office/drawing/2014/main" id="{073FB588-8F54-C12D-BDF4-B6CA463AF754}"/>
                  </a:ext>
                </a:extLst>
              </p:cNvPr>
              <p:cNvSpPr txBox="1">
                <a:spLocks noRot="1" noChangeAspect="1" noMove="1" noResize="1" noEditPoints="1" noAdjustHandles="1" noChangeArrowheads="1" noChangeShapeType="1" noTextEdit="1"/>
              </p:cNvSpPr>
              <p:nvPr/>
            </p:nvSpPr>
            <p:spPr>
              <a:xfrm>
                <a:off x="4455160" y="1167240"/>
                <a:ext cx="3281680" cy="553998"/>
              </a:xfrm>
              <a:prstGeom prst="rect">
                <a:avLst/>
              </a:prstGeom>
              <a:blipFill>
                <a:blip r:embed="rId4"/>
                <a:stretch>
                  <a:fillRect b="-6383"/>
                </a:stretch>
              </a:blipFill>
              <a:ln w="38100">
                <a:solidFill>
                  <a:srgbClr val="00B05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AB251A6F-AF50-4953-1CC5-8646A1A5E66D}"/>
                  </a:ext>
                </a:extLst>
              </p:cNvPr>
              <p:cNvSpPr txBox="1"/>
              <p:nvPr/>
            </p:nvSpPr>
            <p:spPr>
              <a:xfrm>
                <a:off x="4455160" y="4691123"/>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=−2</m:t>
                      </m:r>
                    </m:oMath>
                  </m:oMathPara>
                </a14:m>
                <a:endParaRPr lang="en-PH" sz="3000" dirty="0"/>
              </a:p>
            </p:txBody>
          </p:sp>
        </mc:Choice>
        <mc:Fallback xmlns="">
          <p:sp>
            <p:nvSpPr>
              <p:cNvPr id="11" name="TextBox 10">
                <a:extLst>
                  <a:ext uri="{FF2B5EF4-FFF2-40B4-BE49-F238E27FC236}">
                    <a16:creationId xmlns:a16="http://schemas.microsoft.com/office/drawing/2014/main" id="{AB251A6F-AF50-4953-1CC5-8646A1A5E66D}"/>
                  </a:ext>
                </a:extLst>
              </p:cNvPr>
              <p:cNvSpPr txBox="1">
                <a:spLocks noRot="1" noChangeAspect="1" noMove="1" noResize="1" noEditPoints="1" noAdjustHandles="1" noChangeArrowheads="1" noChangeShapeType="1" noTextEdit="1"/>
              </p:cNvSpPr>
              <p:nvPr/>
            </p:nvSpPr>
            <p:spPr>
              <a:xfrm>
                <a:off x="4455160" y="4691123"/>
                <a:ext cx="3281680" cy="553998"/>
              </a:xfrm>
              <a:prstGeom prst="rect">
                <a:avLst/>
              </a:prstGeom>
              <a:blipFill>
                <a:blip r:embed="rId5"/>
                <a:stretch>
                  <a:fillRect l="-382" r="-382" b="-6383"/>
                </a:stretch>
              </a:blipFill>
              <a:ln w="38100">
                <a:solidFill>
                  <a:srgbClr val="00B050"/>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BD717F00-D299-59E0-F7C3-637128462897}"/>
              </a:ext>
            </a:extLst>
          </p:cNvPr>
          <p:cNvSpPr txBox="1"/>
          <p:nvPr/>
        </p:nvSpPr>
        <p:spPr>
          <a:xfrm>
            <a:off x="2204019" y="5511564"/>
            <a:ext cx="7783962" cy="477054"/>
          </a:xfrm>
          <a:prstGeom prst="rect">
            <a:avLst/>
          </a:prstGeom>
          <a:noFill/>
        </p:spPr>
        <p:txBody>
          <a:bodyPr wrap="square">
            <a:spAutoFit/>
          </a:bodyPr>
          <a:lstStyle/>
          <a:p>
            <a:pPr>
              <a:buNone/>
            </a:pPr>
            <a:r>
              <a:rPr lang="en-GB" sz="2500" dirty="0"/>
              <a:t>We can now map the value for each </a:t>
            </a:r>
            <a:r>
              <a:rPr lang="en-GB" sz="2500" b="1" dirty="0">
                <a:solidFill>
                  <a:srgbClr val="FF0000"/>
                </a:solidFill>
              </a:rPr>
              <a:t>action</a:t>
            </a:r>
            <a:r>
              <a:rPr lang="en-GB" sz="2500" dirty="0"/>
              <a:t> from </a:t>
            </a:r>
            <a:r>
              <a:rPr lang="en-GB" sz="2500" b="1" dirty="0">
                <a:solidFill>
                  <a:srgbClr val="7030A0"/>
                </a:solidFill>
              </a:rPr>
              <a:t>state A</a:t>
            </a:r>
            <a:endParaRPr lang="en-PH" sz="2500" b="1" dirty="0">
              <a:solidFill>
                <a:srgbClr val="7030A0"/>
              </a:solidFill>
            </a:endParaRPr>
          </a:p>
        </p:txBody>
      </p:sp>
    </p:spTree>
    <p:extLst>
      <p:ext uri="{BB962C8B-B14F-4D97-AF65-F5344CB8AC3E}">
        <p14:creationId xmlns:p14="http://schemas.microsoft.com/office/powerpoint/2010/main" val="6324470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fade">
                                      <p:cBhvr>
                                        <p:cTn id="15" dur="500"/>
                                        <p:tgtEl>
                                          <p:spTgt spid="2"/>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5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 grpId="0" animBg="1"/>
      <p:bldP spid="4" grpId="0" animBg="1"/>
      <p:bldP spid="7" grpId="0" animBg="1"/>
      <p:bldP spid="11" grpId="0" animBg="1"/>
      <p:bldP spid="12" grpId="0"/>
    </p:bldLst>
  </p:timing>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9A3E7DC-F111-492E-CBF9-426122EB2D16}"/>
            </a:ext>
          </a:extLst>
        </p:cNvPr>
        <p:cNvGrpSpPr/>
        <p:nvPr/>
      </p:nvGrpSpPr>
      <p:grpSpPr>
        <a:xfrm>
          <a:off x="0" y="0"/>
          <a:ext cx="0" cy="0"/>
          <a:chOff x="0" y="0"/>
          <a:chExt cx="0" cy="0"/>
        </a:xfrm>
      </p:grpSpPr>
      <p:graphicFrame>
        <p:nvGraphicFramePr>
          <p:cNvPr id="9" name="Table 8">
            <a:extLst>
              <a:ext uri="{FF2B5EF4-FFF2-40B4-BE49-F238E27FC236}">
                <a16:creationId xmlns:a16="http://schemas.microsoft.com/office/drawing/2014/main" id="{C369F043-7104-13DD-61C0-9EBDA203D3C8}"/>
              </a:ext>
            </a:extLst>
          </p:cNvPr>
          <p:cNvGraphicFramePr>
            <a:graphicFrameLocks noGrp="1"/>
          </p:cNvGraphicFramePr>
          <p:nvPr/>
        </p:nvGraphicFramePr>
        <p:xfrm>
          <a:off x="4671840" y="226468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10" name="Quad Arrow 9">
            <a:extLst>
              <a:ext uri="{FF2B5EF4-FFF2-40B4-BE49-F238E27FC236}">
                <a16:creationId xmlns:a16="http://schemas.microsoft.com/office/drawing/2014/main" id="{A5A816CE-DA04-4187-0534-8AE7CBF1FE91}"/>
              </a:ext>
            </a:extLst>
          </p:cNvPr>
          <p:cNvSpPr/>
          <p:nvPr/>
        </p:nvSpPr>
        <p:spPr>
          <a:xfrm>
            <a:off x="4979920" y="234596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94B2FB93-8D5E-A53E-5C4D-D7748BA98C3B}"/>
                  </a:ext>
                </a:extLst>
              </p:cNvPr>
              <p:cNvSpPr txBox="1"/>
              <p:nvPr/>
            </p:nvSpPr>
            <p:spPr>
              <a:xfrm>
                <a:off x="589280" y="3152001"/>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PH" sz="3000" i="1" dirty="0">
                          <a:latin typeface="Cambria Math" panose="02040503050406030204" pitchFamily="18" charset="0"/>
                        </a:rPr>
                        <m:t>=−2</m:t>
                      </m:r>
                    </m:oMath>
                  </m:oMathPara>
                </a14:m>
                <a:endParaRPr lang="en-PH" sz="3000" dirty="0"/>
              </a:p>
            </p:txBody>
          </p:sp>
        </mc:Choice>
        <mc:Fallback xmlns="">
          <p:sp>
            <p:nvSpPr>
              <p:cNvPr id="2" name="TextBox 1">
                <a:extLst>
                  <a:ext uri="{FF2B5EF4-FFF2-40B4-BE49-F238E27FC236}">
                    <a16:creationId xmlns:a16="http://schemas.microsoft.com/office/drawing/2014/main" id="{94B2FB93-8D5E-A53E-5C4D-D7748BA98C3B}"/>
                  </a:ext>
                </a:extLst>
              </p:cNvPr>
              <p:cNvSpPr txBox="1">
                <a:spLocks noRot="1" noChangeAspect="1" noMove="1" noResize="1" noEditPoints="1" noAdjustHandles="1" noChangeArrowheads="1" noChangeShapeType="1" noTextEdit="1"/>
              </p:cNvSpPr>
              <p:nvPr/>
            </p:nvSpPr>
            <p:spPr>
              <a:xfrm>
                <a:off x="589280" y="3152001"/>
                <a:ext cx="3281680" cy="553998"/>
              </a:xfrm>
              <a:prstGeom prst="rect">
                <a:avLst/>
              </a:prstGeom>
              <a:blipFill>
                <a:blip r:embed="rId2"/>
                <a:stretch>
                  <a:fillRect b="-6250"/>
                </a:stretch>
              </a:blipFill>
              <a:ln w="38100">
                <a:solidFill>
                  <a:srgbClr val="00B05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0D124F45-72AC-5651-5E60-65972E93EE86}"/>
                  </a:ext>
                </a:extLst>
              </p:cNvPr>
              <p:cNvSpPr txBox="1"/>
              <p:nvPr/>
            </p:nvSpPr>
            <p:spPr>
              <a:xfrm>
                <a:off x="8088036" y="3152001"/>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=−2</m:t>
                      </m:r>
                    </m:oMath>
                  </m:oMathPara>
                </a14:m>
                <a:endParaRPr lang="en-PH" sz="3000" dirty="0"/>
              </a:p>
            </p:txBody>
          </p:sp>
        </mc:Choice>
        <mc:Fallback xmlns="">
          <p:sp>
            <p:nvSpPr>
              <p:cNvPr id="4" name="TextBox 3">
                <a:extLst>
                  <a:ext uri="{FF2B5EF4-FFF2-40B4-BE49-F238E27FC236}">
                    <a16:creationId xmlns:a16="http://schemas.microsoft.com/office/drawing/2014/main" id="{0D124F45-72AC-5651-5E60-65972E93EE86}"/>
                  </a:ext>
                </a:extLst>
              </p:cNvPr>
              <p:cNvSpPr txBox="1">
                <a:spLocks noRot="1" noChangeAspect="1" noMove="1" noResize="1" noEditPoints="1" noAdjustHandles="1" noChangeArrowheads="1" noChangeShapeType="1" noTextEdit="1"/>
              </p:cNvSpPr>
              <p:nvPr/>
            </p:nvSpPr>
            <p:spPr>
              <a:xfrm>
                <a:off x="8088036" y="3152001"/>
                <a:ext cx="3281680" cy="553998"/>
              </a:xfrm>
              <a:prstGeom prst="rect">
                <a:avLst/>
              </a:prstGeom>
              <a:blipFill>
                <a:blip r:embed="rId3"/>
                <a:stretch>
                  <a:fillRect b="-6250"/>
                </a:stretch>
              </a:blipFill>
              <a:ln w="38100">
                <a:solidFill>
                  <a:srgbClr val="00B05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778D9B5-3673-9F56-FC3F-E4DC9F696965}"/>
                  </a:ext>
                </a:extLst>
              </p:cNvPr>
              <p:cNvSpPr txBox="1"/>
              <p:nvPr/>
            </p:nvSpPr>
            <p:spPr>
              <a:xfrm>
                <a:off x="4455160" y="116724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=−2</m:t>
                      </m:r>
                    </m:oMath>
                  </m:oMathPara>
                </a14:m>
                <a:endParaRPr lang="en-PH" sz="3000" dirty="0"/>
              </a:p>
            </p:txBody>
          </p:sp>
        </mc:Choice>
        <mc:Fallback xmlns="">
          <p:sp>
            <p:nvSpPr>
              <p:cNvPr id="7" name="TextBox 6">
                <a:extLst>
                  <a:ext uri="{FF2B5EF4-FFF2-40B4-BE49-F238E27FC236}">
                    <a16:creationId xmlns:a16="http://schemas.microsoft.com/office/drawing/2014/main" id="{0778D9B5-3673-9F56-FC3F-E4DC9F696965}"/>
                  </a:ext>
                </a:extLst>
              </p:cNvPr>
              <p:cNvSpPr txBox="1">
                <a:spLocks noRot="1" noChangeAspect="1" noMove="1" noResize="1" noEditPoints="1" noAdjustHandles="1" noChangeArrowheads="1" noChangeShapeType="1" noTextEdit="1"/>
              </p:cNvSpPr>
              <p:nvPr/>
            </p:nvSpPr>
            <p:spPr>
              <a:xfrm>
                <a:off x="4455160" y="1167240"/>
                <a:ext cx="3281680" cy="553998"/>
              </a:xfrm>
              <a:prstGeom prst="rect">
                <a:avLst/>
              </a:prstGeom>
              <a:blipFill>
                <a:blip r:embed="rId4"/>
                <a:stretch>
                  <a:fillRect b="-6383"/>
                </a:stretch>
              </a:blipFill>
              <a:ln w="38100">
                <a:solidFill>
                  <a:srgbClr val="00B05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263F1D7-F757-7991-FD52-81CF4B3F890D}"/>
                  </a:ext>
                </a:extLst>
              </p:cNvPr>
              <p:cNvSpPr txBox="1"/>
              <p:nvPr/>
            </p:nvSpPr>
            <p:spPr>
              <a:xfrm>
                <a:off x="4455160" y="4691123"/>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=−2</m:t>
                      </m:r>
                    </m:oMath>
                  </m:oMathPara>
                </a14:m>
                <a:endParaRPr lang="en-PH" sz="3000" dirty="0"/>
              </a:p>
            </p:txBody>
          </p:sp>
        </mc:Choice>
        <mc:Fallback xmlns="">
          <p:sp>
            <p:nvSpPr>
              <p:cNvPr id="11" name="TextBox 10">
                <a:extLst>
                  <a:ext uri="{FF2B5EF4-FFF2-40B4-BE49-F238E27FC236}">
                    <a16:creationId xmlns:a16="http://schemas.microsoft.com/office/drawing/2014/main" id="{1263F1D7-F757-7991-FD52-81CF4B3F890D}"/>
                  </a:ext>
                </a:extLst>
              </p:cNvPr>
              <p:cNvSpPr txBox="1">
                <a:spLocks noRot="1" noChangeAspect="1" noMove="1" noResize="1" noEditPoints="1" noAdjustHandles="1" noChangeArrowheads="1" noChangeShapeType="1" noTextEdit="1"/>
              </p:cNvSpPr>
              <p:nvPr/>
            </p:nvSpPr>
            <p:spPr>
              <a:xfrm>
                <a:off x="4455160" y="4691123"/>
                <a:ext cx="3281680" cy="553998"/>
              </a:xfrm>
              <a:prstGeom prst="rect">
                <a:avLst/>
              </a:prstGeom>
              <a:blipFill>
                <a:blip r:embed="rId5"/>
                <a:stretch>
                  <a:fillRect l="-382" r="-382" b="-6383"/>
                </a:stretch>
              </a:blipFill>
              <a:ln w="38100">
                <a:solidFill>
                  <a:srgbClr val="00B050"/>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07A49F21-4887-CD99-9462-B6C224848A11}"/>
              </a:ext>
            </a:extLst>
          </p:cNvPr>
          <p:cNvSpPr txBox="1"/>
          <p:nvPr/>
        </p:nvSpPr>
        <p:spPr>
          <a:xfrm>
            <a:off x="1259840" y="5511564"/>
            <a:ext cx="9916159" cy="861774"/>
          </a:xfrm>
          <a:prstGeom prst="rect">
            <a:avLst/>
          </a:prstGeom>
          <a:noFill/>
        </p:spPr>
        <p:txBody>
          <a:bodyPr wrap="square">
            <a:spAutoFit/>
          </a:bodyPr>
          <a:lstStyle/>
          <a:p>
            <a:pPr>
              <a:buNone/>
            </a:pPr>
            <a:r>
              <a:rPr lang="en-GB" sz="2500" dirty="0"/>
              <a:t>This simply tells us that from </a:t>
            </a:r>
            <a:r>
              <a:rPr lang="en-GB" sz="2500" b="1" dirty="0">
                <a:solidFill>
                  <a:srgbClr val="7030A0"/>
                </a:solidFill>
              </a:rPr>
              <a:t>state A</a:t>
            </a:r>
            <a:r>
              <a:rPr lang="en-GB" sz="2500" dirty="0"/>
              <a:t>, there is no best action to take because all of their values are the same. </a:t>
            </a:r>
            <a:endParaRPr lang="en-PH" sz="2500" b="1" dirty="0">
              <a:solidFill>
                <a:srgbClr val="7030A0"/>
              </a:solidFill>
            </a:endParaRPr>
          </a:p>
        </p:txBody>
      </p:sp>
    </p:spTree>
    <p:extLst>
      <p:ext uri="{BB962C8B-B14F-4D97-AF65-F5344CB8AC3E}">
        <p14:creationId xmlns:p14="http://schemas.microsoft.com/office/powerpoint/2010/main" val="2278801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7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A23CFDF2-706A-1AF7-24FC-0C764F9A594F}"/>
            </a:ext>
          </a:extLst>
        </p:cNvPr>
        <p:cNvGrpSpPr/>
        <p:nvPr/>
      </p:nvGrpSpPr>
      <p:grpSpPr>
        <a:xfrm>
          <a:off x="0" y="0"/>
          <a:ext cx="0" cy="0"/>
          <a:chOff x="0" y="0"/>
          <a:chExt cx="0" cy="0"/>
        </a:xfrm>
      </p:grpSpPr>
      <p:graphicFrame>
        <p:nvGraphicFramePr>
          <p:cNvPr id="9" name="Table 8">
            <a:extLst>
              <a:ext uri="{FF2B5EF4-FFF2-40B4-BE49-F238E27FC236}">
                <a16:creationId xmlns:a16="http://schemas.microsoft.com/office/drawing/2014/main" id="{34B2FA37-4AD9-1B84-301D-A33157EC4C49}"/>
              </a:ext>
            </a:extLst>
          </p:cNvPr>
          <p:cNvGraphicFramePr>
            <a:graphicFrameLocks noGrp="1"/>
          </p:cNvGraphicFramePr>
          <p:nvPr/>
        </p:nvGraphicFramePr>
        <p:xfrm>
          <a:off x="4671840" y="226468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10" name="Quad Arrow 9">
            <a:extLst>
              <a:ext uri="{FF2B5EF4-FFF2-40B4-BE49-F238E27FC236}">
                <a16:creationId xmlns:a16="http://schemas.microsoft.com/office/drawing/2014/main" id="{5FF8963C-1D5C-ECE2-0C03-0F792EBEC186}"/>
              </a:ext>
            </a:extLst>
          </p:cNvPr>
          <p:cNvSpPr/>
          <p:nvPr/>
        </p:nvSpPr>
        <p:spPr>
          <a:xfrm>
            <a:off x="4979920" y="234596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TextBox 11">
            <a:extLst>
              <a:ext uri="{FF2B5EF4-FFF2-40B4-BE49-F238E27FC236}">
                <a16:creationId xmlns:a16="http://schemas.microsoft.com/office/drawing/2014/main" id="{3E8F91DD-1B12-6B6A-4066-AA8DCBB939E4}"/>
              </a:ext>
            </a:extLst>
          </p:cNvPr>
          <p:cNvSpPr txBox="1"/>
          <p:nvPr/>
        </p:nvSpPr>
        <p:spPr>
          <a:xfrm>
            <a:off x="2021840" y="5511564"/>
            <a:ext cx="8148320" cy="477054"/>
          </a:xfrm>
          <a:prstGeom prst="rect">
            <a:avLst/>
          </a:prstGeom>
          <a:noFill/>
        </p:spPr>
        <p:txBody>
          <a:bodyPr wrap="square">
            <a:spAutoFit/>
          </a:bodyPr>
          <a:lstStyle/>
          <a:p>
            <a:pPr>
              <a:buNone/>
            </a:pPr>
            <a:r>
              <a:rPr lang="en-GB" sz="2500" dirty="0"/>
              <a:t>Let us now calculate the action-value functions for </a:t>
            </a:r>
            <a:r>
              <a:rPr lang="en-GB" sz="2500" b="1" dirty="0">
                <a:solidFill>
                  <a:srgbClr val="7030A0"/>
                </a:solidFill>
              </a:rPr>
              <a:t>state B</a:t>
            </a:r>
            <a:endParaRPr lang="en-PH" sz="2500" b="1" dirty="0">
              <a:solidFill>
                <a:srgbClr val="7030A0"/>
              </a:solidFill>
            </a:endParaRPr>
          </a:p>
        </p:txBody>
      </p:sp>
    </p:spTree>
    <p:extLst>
      <p:ext uri="{BB962C8B-B14F-4D97-AF65-F5344CB8AC3E}">
        <p14:creationId xmlns:p14="http://schemas.microsoft.com/office/powerpoint/2010/main" val="10192048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7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C2B42FBE-B74E-E434-1CD9-208C38190FC2}"/>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81CBCDB9-1D1B-38AB-5D43-F2FF65949EAF}"/>
              </a:ext>
            </a:extLst>
          </p:cNvPr>
          <p:cNvGraphicFramePr>
            <a:graphicFrameLocks noGrp="1"/>
          </p:cNvGraphicFramePr>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-1</a:t>
                      </a:r>
                    </a:p>
                  </a:txBody>
                  <a:tcPr anchor="ctr"/>
                </a:tc>
                <a:tc>
                  <a:txBody>
                    <a:bodyPr/>
                    <a:lstStyle/>
                    <a:p>
                      <a:pPr algn="ctr"/>
                      <a:r>
                        <a:rPr lang="en-US" sz="3000" b="1" dirty="0"/>
                        <a:t>-1</a:t>
                      </a:r>
                    </a:p>
                  </a:txBody>
                  <a:tcPr anchor="ctr"/>
                </a:tc>
                <a:extLst>
                  <a:ext uri="{0D108BD9-81ED-4DB2-BD59-A6C34878D82A}">
                    <a16:rowId xmlns:a16="http://schemas.microsoft.com/office/drawing/2014/main" val="3795677844"/>
                  </a:ext>
                </a:extLst>
              </a:tr>
              <a:tr h="1080000">
                <a:tc>
                  <a:txBody>
                    <a:bodyPr/>
                    <a:lstStyle/>
                    <a:p>
                      <a:pPr algn="ctr"/>
                      <a:r>
                        <a:rPr lang="en-US" sz="3000" b="1" dirty="0"/>
                        <a:t>-1</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39D719D-EE2B-63DB-CA5B-43D1E4A6DB4E}"/>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5" name="TextBox 4">
                <a:extLst>
                  <a:ext uri="{FF2B5EF4-FFF2-40B4-BE49-F238E27FC236}">
                    <a16:creationId xmlns:a16="http://schemas.microsoft.com/office/drawing/2014/main" id="{839D719D-EE2B-63DB-CA5B-43D1E4A6DB4E}"/>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221D821D-0AF0-7AC0-22BD-FCD0D80A9DFE}"/>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xmlns="">
          <p:sp>
            <p:nvSpPr>
              <p:cNvPr id="8" name="TextBox 7">
                <a:extLst>
                  <a:ext uri="{FF2B5EF4-FFF2-40B4-BE49-F238E27FC236}">
                    <a16:creationId xmlns:a16="http://schemas.microsoft.com/office/drawing/2014/main" id="{221D821D-0AF0-7AC0-22BD-FCD0D80A9DFE}"/>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4"/>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CF16C1FC-019E-7141-9609-E89332B00A05}"/>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18" name="TextBox 17">
            <a:extLst>
              <a:ext uri="{FF2B5EF4-FFF2-40B4-BE49-F238E27FC236}">
                <a16:creationId xmlns:a16="http://schemas.microsoft.com/office/drawing/2014/main" id="{9FCBECF2-D387-6B49-7FCE-A3AF0E66CAD3}"/>
              </a:ext>
            </a:extLst>
          </p:cNvPr>
          <p:cNvSpPr txBox="1"/>
          <p:nvPr/>
        </p:nvSpPr>
        <p:spPr>
          <a:xfrm>
            <a:off x="1924102" y="4898120"/>
            <a:ext cx="8343796" cy="861774"/>
          </a:xfrm>
          <a:prstGeom prst="rect">
            <a:avLst/>
          </a:prstGeom>
          <a:noFill/>
        </p:spPr>
        <p:txBody>
          <a:bodyPr wrap="square">
            <a:spAutoFit/>
          </a:bodyPr>
          <a:lstStyle/>
          <a:p>
            <a:pPr>
              <a:buNone/>
            </a:pPr>
            <a:r>
              <a:rPr lang="en-GB" sz="2500" dirty="0"/>
              <a:t>Similar to </a:t>
            </a:r>
            <a:r>
              <a:rPr lang="en-GB" sz="2500" b="1" dirty="0">
                <a:solidFill>
                  <a:srgbClr val="7030A0"/>
                </a:solidFill>
              </a:rPr>
              <a:t>state A</a:t>
            </a:r>
            <a:r>
              <a:rPr lang="en-GB" sz="2500" dirty="0"/>
              <a:t>, we use the Bellman equation to compute the action-value functions for </a:t>
            </a:r>
            <a:r>
              <a:rPr lang="en-GB" sz="2500" b="1" dirty="0">
                <a:solidFill>
                  <a:srgbClr val="7030A0"/>
                </a:solidFill>
              </a:rPr>
              <a:t>state B.</a:t>
            </a:r>
            <a:endParaRPr lang="en-PH" sz="2500" b="1" dirty="0">
              <a:solidFill>
                <a:srgbClr val="7030A0"/>
              </a:solidFill>
            </a:endParaRPr>
          </a:p>
        </p:txBody>
      </p:sp>
      <p:sp>
        <p:nvSpPr>
          <p:cNvPr id="2" name="Quad Arrow 1">
            <a:extLst>
              <a:ext uri="{FF2B5EF4-FFF2-40B4-BE49-F238E27FC236}">
                <a16:creationId xmlns:a16="http://schemas.microsoft.com/office/drawing/2014/main" id="{195B2C22-AC53-FE86-B1EB-33B7B9F14AAC}"/>
              </a:ext>
            </a:extLst>
          </p:cNvPr>
          <p:cNvSpPr/>
          <p:nvPr/>
        </p:nvSpPr>
        <p:spPr>
          <a:xfrm>
            <a:off x="8342880" y="69208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6954421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AC4C0C86-62FD-570C-6673-CE26CC49FF7D}"/>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543206EF-AD09-7ECB-8FED-52DE8C46E943}"/>
              </a:ext>
            </a:extLst>
          </p:cNvPr>
          <p:cNvGraphicFramePr>
            <a:graphicFrameLocks noGrp="1"/>
          </p:cNvGraphicFramePr>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-1</a:t>
                      </a:r>
                    </a:p>
                  </a:txBody>
                  <a:tcPr anchor="ctr"/>
                </a:tc>
                <a:tc>
                  <a:txBody>
                    <a:bodyPr/>
                    <a:lstStyle/>
                    <a:p>
                      <a:pPr algn="ctr"/>
                      <a:r>
                        <a:rPr lang="en-US" sz="3000" b="1" dirty="0"/>
                        <a:t>-1</a:t>
                      </a:r>
                    </a:p>
                  </a:txBody>
                  <a:tcPr anchor="ctr"/>
                </a:tc>
                <a:extLst>
                  <a:ext uri="{0D108BD9-81ED-4DB2-BD59-A6C34878D82A}">
                    <a16:rowId xmlns:a16="http://schemas.microsoft.com/office/drawing/2014/main" val="3795677844"/>
                  </a:ext>
                </a:extLst>
              </a:tr>
              <a:tr h="1080000">
                <a:tc>
                  <a:txBody>
                    <a:bodyPr/>
                    <a:lstStyle/>
                    <a:p>
                      <a:pPr algn="ctr"/>
                      <a:r>
                        <a:rPr lang="en-US" sz="3000" b="1" dirty="0"/>
                        <a:t>-1</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0F9F029-A9FD-B566-0CC2-63C43D946D8F}"/>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5" name="TextBox 4">
                <a:extLst>
                  <a:ext uri="{FF2B5EF4-FFF2-40B4-BE49-F238E27FC236}">
                    <a16:creationId xmlns:a16="http://schemas.microsoft.com/office/drawing/2014/main" id="{F0F9F029-A9FD-B566-0CC2-63C43D946D8F}"/>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58FC2AD1-E98E-8E0D-27E6-A6CD22711C8C}"/>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xmlns="">
          <p:sp>
            <p:nvSpPr>
              <p:cNvPr id="8" name="TextBox 7">
                <a:extLst>
                  <a:ext uri="{FF2B5EF4-FFF2-40B4-BE49-F238E27FC236}">
                    <a16:creationId xmlns:a16="http://schemas.microsoft.com/office/drawing/2014/main" id="{58FC2AD1-E98E-8E0D-27E6-A6CD22711C8C}"/>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4"/>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2C4B0411-EE40-2749-5274-B8D5497F2F0A}"/>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2" name="Quad Arrow 1">
            <a:extLst>
              <a:ext uri="{FF2B5EF4-FFF2-40B4-BE49-F238E27FC236}">
                <a16:creationId xmlns:a16="http://schemas.microsoft.com/office/drawing/2014/main" id="{248BD54D-4A8D-9B6F-A061-9491E7D5EED7}"/>
              </a:ext>
            </a:extLst>
          </p:cNvPr>
          <p:cNvSpPr/>
          <p:nvPr/>
        </p:nvSpPr>
        <p:spPr>
          <a:xfrm>
            <a:off x="8342880" y="69208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A7D44030-316E-7B09-A546-4DA69800C740}"/>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𝐵</m:t>
                          </m:r>
                          <m:r>
                            <a:rPr lang="en-PH" sz="3200" i="1" dirty="0" err="1">
                              <a:latin typeface="Cambria Math" panose="02040503050406030204" pitchFamily="18" charset="0"/>
                            </a:rPr>
                            <m:t>,</m:t>
                          </m:r>
                          <m:r>
                            <a:rPr lang="en-GB" sz="3200" b="0" i="1" dirty="0" smtClean="0">
                              <a:latin typeface="Cambria Math" panose="02040503050406030204" pitchFamily="18" charset="0"/>
                            </a:rPr>
                            <m:t>𝐿𝐸𝐹𝑇</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𝐴</m:t>
                          </m:r>
                        </m:e>
                      </m:d>
                    </m:oMath>
                  </m:oMathPara>
                </a14:m>
                <a:endParaRPr lang="en-GB" sz="3200" i="1" dirty="0">
                  <a:latin typeface="Cambria Math" panose="02040503050406030204" pitchFamily="18" charset="0"/>
                </a:endParaRPr>
              </a:p>
            </p:txBody>
          </p:sp>
        </mc:Choice>
        <mc:Fallback xmlns="">
          <p:sp>
            <p:nvSpPr>
              <p:cNvPr id="4" name="TextBox 3">
                <a:extLst>
                  <a:ext uri="{FF2B5EF4-FFF2-40B4-BE49-F238E27FC236}">
                    <a16:creationId xmlns:a16="http://schemas.microsoft.com/office/drawing/2014/main" id="{A7D44030-316E-7B09-A546-4DA69800C740}"/>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5"/>
                <a:stretch>
                  <a:fillRect b="-127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757537C-6BA8-A56B-CD7C-B07D5FA6FD75}"/>
                  </a:ext>
                </a:extLst>
              </p:cNvPr>
              <p:cNvSpPr txBox="1"/>
              <p:nvPr/>
            </p:nvSpPr>
            <p:spPr>
              <a:xfrm>
                <a:off x="2936916" y="5421403"/>
                <a:ext cx="4581484"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𝐵</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GB" sz="3000" b="0" i="1" dirty="0" smtClean="0">
                          <a:latin typeface="Cambria Math" panose="02040503050406030204" pitchFamily="18" charset="0"/>
                        </a:rPr>
                        <m:t>=</m:t>
                      </m:r>
                      <m:r>
                        <a:rPr lang="en-PH" sz="3000" i="1" dirty="0">
                          <a:latin typeface="Cambria Math" panose="02040503050406030204" pitchFamily="18" charset="0"/>
                        </a:rPr>
                        <m:t>−1+</m:t>
                      </m:r>
                      <m:d>
                        <m:dPr>
                          <m:ctrlPr>
                            <a:rPr lang="en-PH" sz="3000" i="1" dirty="0">
                              <a:latin typeface="Cambria Math" panose="02040503050406030204" pitchFamily="18" charset="0"/>
                            </a:rPr>
                          </m:ctrlPr>
                        </m:dPr>
                        <m:e>
                          <m:r>
                            <a:rPr lang="en-PH" sz="3000" i="1" dirty="0">
                              <a:latin typeface="Cambria Math" panose="02040503050406030204" pitchFamily="18" charset="0"/>
                            </a:rPr>
                            <m:t>−1</m:t>
                          </m:r>
                        </m:e>
                      </m:d>
                    </m:oMath>
                  </m:oMathPara>
                </a14:m>
                <a:endParaRPr lang="en-GB" sz="3000" i="1" dirty="0">
                  <a:latin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6757537C-6BA8-A56B-CD7C-B07D5FA6FD75}"/>
                  </a:ext>
                </a:extLst>
              </p:cNvPr>
              <p:cNvSpPr txBox="1">
                <a:spLocks noRot="1" noChangeAspect="1" noMove="1" noResize="1" noEditPoints="1" noAdjustHandles="1" noChangeArrowheads="1" noChangeShapeType="1" noTextEdit="1"/>
              </p:cNvSpPr>
              <p:nvPr/>
            </p:nvSpPr>
            <p:spPr>
              <a:xfrm>
                <a:off x="2936916" y="5421403"/>
                <a:ext cx="4581484" cy="553998"/>
              </a:xfrm>
              <a:prstGeom prst="rect">
                <a:avLst/>
              </a:prstGeom>
              <a:blipFill>
                <a:blip r:embed="rId6"/>
                <a:stretch>
                  <a:fillRect b="-88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8927C0CC-5229-3B7D-27BB-C8CA1F7B3EEC}"/>
                  </a:ext>
                </a:extLst>
              </p:cNvPr>
              <p:cNvSpPr txBox="1"/>
              <p:nvPr/>
            </p:nvSpPr>
            <p:spPr>
              <a:xfrm>
                <a:off x="2936916" y="602163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𝐵</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PH" sz="3000" i="1" dirty="0">
                          <a:latin typeface="Cambria Math" panose="02040503050406030204" pitchFamily="18" charset="0"/>
                        </a:rPr>
                        <m:t>=−2</m:t>
                      </m:r>
                    </m:oMath>
                  </m:oMathPara>
                </a14:m>
                <a:endParaRPr lang="en-PH" sz="3000" dirty="0"/>
              </a:p>
            </p:txBody>
          </p:sp>
        </mc:Choice>
        <mc:Fallback xmlns="">
          <p:sp>
            <p:nvSpPr>
              <p:cNvPr id="7" name="TextBox 6">
                <a:extLst>
                  <a:ext uri="{FF2B5EF4-FFF2-40B4-BE49-F238E27FC236}">
                    <a16:creationId xmlns:a16="http://schemas.microsoft.com/office/drawing/2014/main" id="{8927C0CC-5229-3B7D-27BB-C8CA1F7B3EEC}"/>
                  </a:ext>
                </a:extLst>
              </p:cNvPr>
              <p:cNvSpPr txBox="1">
                <a:spLocks noRot="1" noChangeAspect="1" noMove="1" noResize="1" noEditPoints="1" noAdjustHandles="1" noChangeArrowheads="1" noChangeShapeType="1" noTextEdit="1"/>
              </p:cNvSpPr>
              <p:nvPr/>
            </p:nvSpPr>
            <p:spPr>
              <a:xfrm>
                <a:off x="2936916" y="6021630"/>
                <a:ext cx="3281680" cy="553998"/>
              </a:xfrm>
              <a:prstGeom prst="rect">
                <a:avLst/>
              </a:prstGeom>
              <a:blipFill>
                <a:blip r:embed="rId7"/>
                <a:stretch>
                  <a:fillRect b="-4167"/>
                </a:stretch>
              </a:blipFill>
              <a:ln w="38100">
                <a:solidFill>
                  <a:srgbClr val="00B050"/>
                </a:solidFill>
              </a:ln>
            </p:spPr>
            <p:txBody>
              <a:bodyPr/>
              <a:lstStyle/>
              <a:p>
                <a:r>
                  <a:rPr lang="en-US">
                    <a:noFill/>
                  </a:rPr>
                  <a:t> </a:t>
                </a:r>
              </a:p>
            </p:txBody>
          </p:sp>
        </mc:Fallback>
      </mc:AlternateContent>
    </p:spTree>
    <p:extLst>
      <p:ext uri="{BB962C8B-B14F-4D97-AF65-F5344CB8AC3E}">
        <p14:creationId xmlns:p14="http://schemas.microsoft.com/office/powerpoint/2010/main" val="307284232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B4F6DF24-7157-D3CA-333C-4660A4A1C0FA}"/>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5DE3519E-D4A8-9AB4-F0CC-EA497AAD9629}"/>
              </a:ext>
            </a:extLst>
          </p:cNvPr>
          <p:cNvGraphicFramePr>
            <a:graphicFrameLocks noGrp="1"/>
          </p:cNvGraphicFramePr>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-1</a:t>
                      </a:r>
                    </a:p>
                  </a:txBody>
                  <a:tcPr anchor="ctr"/>
                </a:tc>
                <a:tc>
                  <a:txBody>
                    <a:bodyPr/>
                    <a:lstStyle/>
                    <a:p>
                      <a:pPr algn="ctr"/>
                      <a:r>
                        <a:rPr lang="en-US" sz="3000" b="1" dirty="0"/>
                        <a:t>-1</a:t>
                      </a:r>
                    </a:p>
                  </a:txBody>
                  <a:tcPr anchor="ctr"/>
                </a:tc>
                <a:extLst>
                  <a:ext uri="{0D108BD9-81ED-4DB2-BD59-A6C34878D82A}">
                    <a16:rowId xmlns:a16="http://schemas.microsoft.com/office/drawing/2014/main" val="3795677844"/>
                  </a:ext>
                </a:extLst>
              </a:tr>
              <a:tr h="1080000">
                <a:tc>
                  <a:txBody>
                    <a:bodyPr/>
                    <a:lstStyle/>
                    <a:p>
                      <a:pPr algn="ctr"/>
                      <a:r>
                        <a:rPr lang="en-US" sz="3000" b="1" dirty="0"/>
                        <a:t>-1</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B12786A5-4A58-15DD-729D-582920E914CA}"/>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5" name="TextBox 4">
                <a:extLst>
                  <a:ext uri="{FF2B5EF4-FFF2-40B4-BE49-F238E27FC236}">
                    <a16:creationId xmlns:a16="http://schemas.microsoft.com/office/drawing/2014/main" id="{B12786A5-4A58-15DD-729D-582920E914CA}"/>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B23D91F4-8C37-383C-3385-8E542385FA74}"/>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xmlns="">
          <p:sp>
            <p:nvSpPr>
              <p:cNvPr id="8" name="TextBox 7">
                <a:extLst>
                  <a:ext uri="{FF2B5EF4-FFF2-40B4-BE49-F238E27FC236}">
                    <a16:creationId xmlns:a16="http://schemas.microsoft.com/office/drawing/2014/main" id="{B23D91F4-8C37-383C-3385-8E542385FA74}"/>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4"/>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3DCE227F-1FB1-4350-1265-A7C0C789258E}"/>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2" name="Quad Arrow 1">
            <a:extLst>
              <a:ext uri="{FF2B5EF4-FFF2-40B4-BE49-F238E27FC236}">
                <a16:creationId xmlns:a16="http://schemas.microsoft.com/office/drawing/2014/main" id="{5FE6D3BF-B8A7-EE2F-486A-31A738A23013}"/>
              </a:ext>
            </a:extLst>
          </p:cNvPr>
          <p:cNvSpPr/>
          <p:nvPr/>
        </p:nvSpPr>
        <p:spPr>
          <a:xfrm>
            <a:off x="8342880" y="69208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08769180-7E1C-6096-CE7B-259B59B278E0}"/>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𝐵</m:t>
                          </m:r>
                          <m:r>
                            <a:rPr lang="en-PH" sz="3200" i="1" dirty="0" err="1">
                              <a:latin typeface="Cambria Math" panose="02040503050406030204" pitchFamily="18" charset="0"/>
                            </a:rPr>
                            <m:t>,</m:t>
                          </m:r>
                          <m:r>
                            <a:rPr lang="en-GB" sz="3200" i="1" dirty="0">
                              <a:latin typeface="Cambria Math" panose="02040503050406030204" pitchFamily="18" charset="0"/>
                            </a:rPr>
                            <m:t>𝑅𝐼𝐺𝐻𝑇</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PH" sz="3200" i="1" dirty="0">
                              <a:latin typeface="Cambria Math" panose="02040503050406030204" pitchFamily="18" charset="0"/>
                            </a:rPr>
                            <m:t>𝐵</m:t>
                          </m:r>
                        </m:e>
                      </m:d>
                    </m:oMath>
                  </m:oMathPara>
                </a14:m>
                <a:endParaRPr lang="en-GB" sz="3200" i="1" dirty="0">
                  <a:latin typeface="Cambria Math" panose="02040503050406030204" pitchFamily="18" charset="0"/>
                </a:endParaRPr>
              </a:p>
            </p:txBody>
          </p:sp>
        </mc:Choice>
        <mc:Fallback xmlns="">
          <p:sp>
            <p:nvSpPr>
              <p:cNvPr id="4" name="TextBox 3">
                <a:extLst>
                  <a:ext uri="{FF2B5EF4-FFF2-40B4-BE49-F238E27FC236}">
                    <a16:creationId xmlns:a16="http://schemas.microsoft.com/office/drawing/2014/main" id="{08769180-7E1C-6096-CE7B-259B59B278E0}"/>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5"/>
                <a:stretch>
                  <a:fillRect l="-524" b="-127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E676BB4-4D8C-A4CE-AB8F-62EC346C2560}"/>
                  </a:ext>
                </a:extLst>
              </p:cNvPr>
              <p:cNvSpPr txBox="1"/>
              <p:nvPr/>
            </p:nvSpPr>
            <p:spPr>
              <a:xfrm>
                <a:off x="2936916" y="5421403"/>
                <a:ext cx="4591644"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𝐵</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=−1+</m:t>
                      </m:r>
                      <m:d>
                        <m:dPr>
                          <m:ctrlPr>
                            <a:rPr lang="en-PH" sz="3000" i="1" dirty="0">
                              <a:latin typeface="Cambria Math" panose="02040503050406030204" pitchFamily="18" charset="0"/>
                            </a:rPr>
                          </m:ctrlPr>
                        </m:dPr>
                        <m:e>
                          <m:r>
                            <a:rPr lang="en-PH" sz="3000" i="1" dirty="0">
                              <a:latin typeface="Cambria Math" panose="02040503050406030204" pitchFamily="18" charset="0"/>
                            </a:rPr>
                            <m:t>−1</m:t>
                          </m:r>
                        </m:e>
                      </m:d>
                    </m:oMath>
                  </m:oMathPara>
                </a14:m>
                <a:endParaRPr lang="en-GB" sz="3000" i="1" dirty="0">
                  <a:latin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7E676BB4-4D8C-A4CE-AB8F-62EC346C2560}"/>
                  </a:ext>
                </a:extLst>
              </p:cNvPr>
              <p:cNvSpPr txBox="1">
                <a:spLocks noRot="1" noChangeAspect="1" noMove="1" noResize="1" noEditPoints="1" noAdjustHandles="1" noChangeArrowheads="1" noChangeShapeType="1" noTextEdit="1"/>
              </p:cNvSpPr>
              <p:nvPr/>
            </p:nvSpPr>
            <p:spPr>
              <a:xfrm>
                <a:off x="2936916" y="5421403"/>
                <a:ext cx="4591644" cy="553998"/>
              </a:xfrm>
              <a:prstGeom prst="rect">
                <a:avLst/>
              </a:prstGeom>
              <a:blipFill>
                <a:blip r:embed="rId6"/>
                <a:stretch>
                  <a:fillRect b="-88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39071504-E78D-2E8E-0A3C-B806249D6677}"/>
                  </a:ext>
                </a:extLst>
              </p:cNvPr>
              <p:cNvSpPr txBox="1"/>
              <p:nvPr/>
            </p:nvSpPr>
            <p:spPr>
              <a:xfrm>
                <a:off x="2936916" y="602163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𝐵</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=−2</m:t>
                      </m:r>
                    </m:oMath>
                  </m:oMathPara>
                </a14:m>
                <a:endParaRPr lang="en-PH" sz="3000" dirty="0"/>
              </a:p>
            </p:txBody>
          </p:sp>
        </mc:Choice>
        <mc:Fallback xmlns="">
          <p:sp>
            <p:nvSpPr>
              <p:cNvPr id="7" name="TextBox 6">
                <a:extLst>
                  <a:ext uri="{FF2B5EF4-FFF2-40B4-BE49-F238E27FC236}">
                    <a16:creationId xmlns:a16="http://schemas.microsoft.com/office/drawing/2014/main" id="{39071504-E78D-2E8E-0A3C-B806249D6677}"/>
                  </a:ext>
                </a:extLst>
              </p:cNvPr>
              <p:cNvSpPr txBox="1">
                <a:spLocks noRot="1" noChangeAspect="1" noMove="1" noResize="1" noEditPoints="1" noAdjustHandles="1" noChangeArrowheads="1" noChangeShapeType="1" noTextEdit="1"/>
              </p:cNvSpPr>
              <p:nvPr/>
            </p:nvSpPr>
            <p:spPr>
              <a:xfrm>
                <a:off x="2936916" y="6021630"/>
                <a:ext cx="3281680" cy="553998"/>
              </a:xfrm>
              <a:prstGeom prst="rect">
                <a:avLst/>
              </a:prstGeom>
              <a:blipFill>
                <a:blip r:embed="rId7"/>
                <a:stretch>
                  <a:fillRect b="-4167"/>
                </a:stretch>
              </a:blipFill>
              <a:ln w="38100">
                <a:solidFill>
                  <a:srgbClr val="00B050"/>
                </a:solidFill>
              </a:ln>
            </p:spPr>
            <p:txBody>
              <a:bodyPr/>
              <a:lstStyle/>
              <a:p>
                <a:r>
                  <a:rPr lang="en-US">
                    <a:noFill/>
                  </a:rPr>
                  <a:t> </a:t>
                </a:r>
              </a:p>
            </p:txBody>
          </p:sp>
        </mc:Fallback>
      </mc:AlternateContent>
    </p:spTree>
    <p:extLst>
      <p:ext uri="{BB962C8B-B14F-4D97-AF65-F5344CB8AC3E}">
        <p14:creationId xmlns:p14="http://schemas.microsoft.com/office/powerpoint/2010/main" val="344045926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47FAB3EF-B4D1-9676-E6B2-45D052B577AD}"/>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9CCE3A10-C587-92D9-EF33-46E3F67BE815}"/>
              </a:ext>
            </a:extLst>
          </p:cNvPr>
          <p:cNvGraphicFramePr>
            <a:graphicFrameLocks noGrp="1"/>
          </p:cNvGraphicFramePr>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-1</a:t>
                      </a:r>
                    </a:p>
                  </a:txBody>
                  <a:tcPr anchor="ctr"/>
                </a:tc>
                <a:tc>
                  <a:txBody>
                    <a:bodyPr/>
                    <a:lstStyle/>
                    <a:p>
                      <a:pPr algn="ctr"/>
                      <a:r>
                        <a:rPr lang="en-US" sz="3000" b="1" dirty="0"/>
                        <a:t>-1</a:t>
                      </a:r>
                    </a:p>
                  </a:txBody>
                  <a:tcPr anchor="ctr"/>
                </a:tc>
                <a:extLst>
                  <a:ext uri="{0D108BD9-81ED-4DB2-BD59-A6C34878D82A}">
                    <a16:rowId xmlns:a16="http://schemas.microsoft.com/office/drawing/2014/main" val="3795677844"/>
                  </a:ext>
                </a:extLst>
              </a:tr>
              <a:tr h="1080000">
                <a:tc>
                  <a:txBody>
                    <a:bodyPr/>
                    <a:lstStyle/>
                    <a:p>
                      <a:pPr algn="ctr"/>
                      <a:r>
                        <a:rPr lang="en-US" sz="3000" b="1" dirty="0"/>
                        <a:t>-1</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BD8CBA2C-5ED7-2853-9870-FBC872D6CC80}"/>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5" name="TextBox 4">
                <a:extLst>
                  <a:ext uri="{FF2B5EF4-FFF2-40B4-BE49-F238E27FC236}">
                    <a16:creationId xmlns:a16="http://schemas.microsoft.com/office/drawing/2014/main" id="{BD8CBA2C-5ED7-2853-9870-FBC872D6CC80}"/>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4D3B2326-BA65-D58F-55C3-9CDC66DA4F88}"/>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xmlns="">
          <p:sp>
            <p:nvSpPr>
              <p:cNvPr id="8" name="TextBox 7">
                <a:extLst>
                  <a:ext uri="{FF2B5EF4-FFF2-40B4-BE49-F238E27FC236}">
                    <a16:creationId xmlns:a16="http://schemas.microsoft.com/office/drawing/2014/main" id="{4D3B2326-BA65-D58F-55C3-9CDC66DA4F88}"/>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4"/>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32792B5F-101B-580C-8C18-3CE5E88319CD}"/>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2" name="Quad Arrow 1">
            <a:extLst>
              <a:ext uri="{FF2B5EF4-FFF2-40B4-BE49-F238E27FC236}">
                <a16:creationId xmlns:a16="http://schemas.microsoft.com/office/drawing/2014/main" id="{47F557EE-3FE4-D9F6-26EB-587533841E4A}"/>
              </a:ext>
            </a:extLst>
          </p:cNvPr>
          <p:cNvSpPr/>
          <p:nvPr/>
        </p:nvSpPr>
        <p:spPr>
          <a:xfrm>
            <a:off x="8342880" y="69208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CE604FD-DAB3-FAC8-D87E-2A74F0B2E68B}"/>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𝐵</m:t>
                          </m:r>
                          <m:r>
                            <a:rPr lang="en-PH" sz="3200" i="1" dirty="0" err="1">
                              <a:latin typeface="Cambria Math" panose="02040503050406030204" pitchFamily="18" charset="0"/>
                            </a:rPr>
                            <m:t>,</m:t>
                          </m:r>
                          <m:r>
                            <a:rPr lang="en-GB" sz="3200" b="0" i="1" dirty="0" smtClean="0">
                              <a:latin typeface="Cambria Math" panose="02040503050406030204" pitchFamily="18" charset="0"/>
                            </a:rPr>
                            <m:t>𝐷𝑂𝑊𝑁</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𝐷</m:t>
                          </m:r>
                        </m:e>
                      </m:d>
                    </m:oMath>
                  </m:oMathPara>
                </a14:m>
                <a:endParaRPr lang="en-GB" sz="3200" i="1" dirty="0">
                  <a:latin typeface="Cambria Math" panose="02040503050406030204" pitchFamily="18" charset="0"/>
                </a:endParaRPr>
              </a:p>
            </p:txBody>
          </p:sp>
        </mc:Choice>
        <mc:Fallback xmlns="">
          <p:sp>
            <p:nvSpPr>
              <p:cNvPr id="4" name="TextBox 3">
                <a:extLst>
                  <a:ext uri="{FF2B5EF4-FFF2-40B4-BE49-F238E27FC236}">
                    <a16:creationId xmlns:a16="http://schemas.microsoft.com/office/drawing/2014/main" id="{9CE604FD-DAB3-FAC8-D87E-2A74F0B2E68B}"/>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5"/>
                <a:stretch>
                  <a:fillRect l="-1047" b="-127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4F0BDC0B-A836-3964-06BD-08C7DABE8103}"/>
                  </a:ext>
                </a:extLst>
              </p:cNvPr>
              <p:cNvSpPr txBox="1"/>
              <p:nvPr/>
            </p:nvSpPr>
            <p:spPr>
              <a:xfrm>
                <a:off x="2936916" y="5421403"/>
                <a:ext cx="4276684"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𝐵</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=−1+</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0</m:t>
                          </m:r>
                        </m:e>
                      </m:d>
                    </m:oMath>
                  </m:oMathPara>
                </a14:m>
                <a:endParaRPr lang="en-GB" sz="3000" i="1" dirty="0">
                  <a:latin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4F0BDC0B-A836-3964-06BD-08C7DABE8103}"/>
                  </a:ext>
                </a:extLst>
              </p:cNvPr>
              <p:cNvSpPr txBox="1">
                <a:spLocks noRot="1" noChangeAspect="1" noMove="1" noResize="1" noEditPoints="1" noAdjustHandles="1" noChangeArrowheads="1" noChangeShapeType="1" noTextEdit="1"/>
              </p:cNvSpPr>
              <p:nvPr/>
            </p:nvSpPr>
            <p:spPr>
              <a:xfrm>
                <a:off x="2936916" y="5421403"/>
                <a:ext cx="4276684" cy="553998"/>
              </a:xfrm>
              <a:prstGeom prst="rect">
                <a:avLst/>
              </a:prstGeom>
              <a:blipFill>
                <a:blip r:embed="rId6"/>
                <a:stretch>
                  <a:fillRect l="-890" b="-88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CE7443AE-6BBE-EAEB-138E-19A2019BCC22}"/>
                  </a:ext>
                </a:extLst>
              </p:cNvPr>
              <p:cNvSpPr txBox="1"/>
              <p:nvPr/>
            </p:nvSpPr>
            <p:spPr>
              <a:xfrm>
                <a:off x="2936916" y="602163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𝐵</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m:t>
                      </m:r>
                      <m:r>
                        <a:rPr lang="en-GB" sz="3000" b="0" i="1" dirty="0" smtClean="0">
                          <a:latin typeface="Cambria Math" panose="02040503050406030204" pitchFamily="18" charset="0"/>
                        </a:rPr>
                        <m:t>−1</m:t>
                      </m:r>
                    </m:oMath>
                  </m:oMathPara>
                </a14:m>
                <a:endParaRPr lang="en-PH" sz="3000" dirty="0"/>
              </a:p>
            </p:txBody>
          </p:sp>
        </mc:Choice>
        <mc:Fallback xmlns="">
          <p:sp>
            <p:nvSpPr>
              <p:cNvPr id="7" name="TextBox 6">
                <a:extLst>
                  <a:ext uri="{FF2B5EF4-FFF2-40B4-BE49-F238E27FC236}">
                    <a16:creationId xmlns:a16="http://schemas.microsoft.com/office/drawing/2014/main" id="{CE7443AE-6BBE-EAEB-138E-19A2019BCC22}"/>
                  </a:ext>
                </a:extLst>
              </p:cNvPr>
              <p:cNvSpPr txBox="1">
                <a:spLocks noRot="1" noChangeAspect="1" noMove="1" noResize="1" noEditPoints="1" noAdjustHandles="1" noChangeArrowheads="1" noChangeShapeType="1" noTextEdit="1"/>
              </p:cNvSpPr>
              <p:nvPr/>
            </p:nvSpPr>
            <p:spPr>
              <a:xfrm>
                <a:off x="2936916" y="6021630"/>
                <a:ext cx="3281680" cy="553998"/>
              </a:xfrm>
              <a:prstGeom prst="rect">
                <a:avLst/>
              </a:prstGeom>
              <a:blipFill>
                <a:blip r:embed="rId7"/>
                <a:stretch>
                  <a:fillRect l="-380" r="-380" b="-4167"/>
                </a:stretch>
              </a:blipFill>
              <a:ln w="38100">
                <a:solidFill>
                  <a:srgbClr val="00B050"/>
                </a:solidFill>
              </a:ln>
            </p:spPr>
            <p:txBody>
              <a:bodyPr/>
              <a:lstStyle/>
              <a:p>
                <a:r>
                  <a:rPr lang="en-US">
                    <a:noFill/>
                  </a:rPr>
                  <a:t> </a:t>
                </a:r>
              </a:p>
            </p:txBody>
          </p:sp>
        </mc:Fallback>
      </mc:AlternateContent>
    </p:spTree>
    <p:extLst>
      <p:ext uri="{BB962C8B-B14F-4D97-AF65-F5344CB8AC3E}">
        <p14:creationId xmlns:p14="http://schemas.microsoft.com/office/powerpoint/2010/main" val="69921877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AE005F5A-9244-491E-FB87-CF45D99125B9}"/>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27F76DFD-CC0D-BDC3-91AB-8ED15F0976B6}"/>
              </a:ext>
            </a:extLst>
          </p:cNvPr>
          <p:cNvGraphicFramePr>
            <a:graphicFrameLocks noGrp="1"/>
          </p:cNvGraphicFramePr>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-1</a:t>
                      </a:r>
                    </a:p>
                  </a:txBody>
                  <a:tcPr anchor="ctr"/>
                </a:tc>
                <a:tc>
                  <a:txBody>
                    <a:bodyPr/>
                    <a:lstStyle/>
                    <a:p>
                      <a:pPr algn="ctr"/>
                      <a:r>
                        <a:rPr lang="en-US" sz="3000" b="1" dirty="0"/>
                        <a:t>-1</a:t>
                      </a:r>
                    </a:p>
                  </a:txBody>
                  <a:tcPr anchor="ctr"/>
                </a:tc>
                <a:extLst>
                  <a:ext uri="{0D108BD9-81ED-4DB2-BD59-A6C34878D82A}">
                    <a16:rowId xmlns:a16="http://schemas.microsoft.com/office/drawing/2014/main" val="3795677844"/>
                  </a:ext>
                </a:extLst>
              </a:tr>
              <a:tr h="1080000">
                <a:tc>
                  <a:txBody>
                    <a:bodyPr/>
                    <a:lstStyle/>
                    <a:p>
                      <a:pPr algn="ctr"/>
                      <a:r>
                        <a:rPr lang="en-US" sz="3000" b="1" dirty="0"/>
                        <a:t>-1</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1AF49A6-B87D-10EF-B353-356EAE168341}"/>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5" name="TextBox 4">
                <a:extLst>
                  <a:ext uri="{FF2B5EF4-FFF2-40B4-BE49-F238E27FC236}">
                    <a16:creationId xmlns:a16="http://schemas.microsoft.com/office/drawing/2014/main" id="{21AF49A6-B87D-10EF-B353-356EAE168341}"/>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4D8BAD7F-A3DE-7107-F12F-18E6DC87B665}"/>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xmlns="">
          <p:sp>
            <p:nvSpPr>
              <p:cNvPr id="8" name="TextBox 7">
                <a:extLst>
                  <a:ext uri="{FF2B5EF4-FFF2-40B4-BE49-F238E27FC236}">
                    <a16:creationId xmlns:a16="http://schemas.microsoft.com/office/drawing/2014/main" id="{4D8BAD7F-A3DE-7107-F12F-18E6DC87B665}"/>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4"/>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BE92962F-3AFB-C089-5FDF-428734C0095C}"/>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2" name="Quad Arrow 1">
            <a:extLst>
              <a:ext uri="{FF2B5EF4-FFF2-40B4-BE49-F238E27FC236}">
                <a16:creationId xmlns:a16="http://schemas.microsoft.com/office/drawing/2014/main" id="{41578E0F-E7AF-80BC-D109-0091E217CEC1}"/>
              </a:ext>
            </a:extLst>
          </p:cNvPr>
          <p:cNvSpPr/>
          <p:nvPr/>
        </p:nvSpPr>
        <p:spPr>
          <a:xfrm>
            <a:off x="8342880" y="69208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BC4439C7-3CBA-2DBF-1C1D-6BF33F93D418}"/>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𝐵</m:t>
                          </m:r>
                          <m:r>
                            <a:rPr lang="en-PH" sz="3200" i="1" dirty="0" err="1">
                              <a:latin typeface="Cambria Math" panose="02040503050406030204" pitchFamily="18" charset="0"/>
                            </a:rPr>
                            <m:t>,</m:t>
                          </m:r>
                          <m:r>
                            <a:rPr lang="en-GB" sz="3200" b="0" i="1" dirty="0" smtClean="0">
                              <a:latin typeface="Cambria Math" panose="02040503050406030204" pitchFamily="18" charset="0"/>
                            </a:rPr>
                            <m:t>𝑈𝑃</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PH" sz="3200" i="1" dirty="0">
                              <a:latin typeface="Cambria Math" panose="02040503050406030204" pitchFamily="18" charset="0"/>
                            </a:rPr>
                            <m:t>𝐵</m:t>
                          </m:r>
                        </m:e>
                      </m:d>
                    </m:oMath>
                  </m:oMathPara>
                </a14:m>
                <a:endParaRPr lang="en-GB" sz="3200" i="1" dirty="0">
                  <a:latin typeface="Cambria Math" panose="02040503050406030204" pitchFamily="18" charset="0"/>
                </a:endParaRPr>
              </a:p>
            </p:txBody>
          </p:sp>
        </mc:Choice>
        <mc:Fallback xmlns="">
          <p:sp>
            <p:nvSpPr>
              <p:cNvPr id="4" name="TextBox 3">
                <a:extLst>
                  <a:ext uri="{FF2B5EF4-FFF2-40B4-BE49-F238E27FC236}">
                    <a16:creationId xmlns:a16="http://schemas.microsoft.com/office/drawing/2014/main" id="{BC4439C7-3CBA-2DBF-1C1D-6BF33F93D418}"/>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5"/>
                <a:stretch>
                  <a:fillRect b="-127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2EECBE55-ECA1-A9C5-7918-3DF3CE0230DB}"/>
                  </a:ext>
                </a:extLst>
              </p:cNvPr>
              <p:cNvSpPr txBox="1"/>
              <p:nvPr/>
            </p:nvSpPr>
            <p:spPr>
              <a:xfrm>
                <a:off x="2936916" y="5421403"/>
                <a:ext cx="4672924"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𝐵</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=−1+</m:t>
                      </m:r>
                      <m:d>
                        <m:dPr>
                          <m:ctrlPr>
                            <a:rPr lang="en-PH" sz="3000" i="1" dirty="0">
                              <a:latin typeface="Cambria Math" panose="02040503050406030204" pitchFamily="18" charset="0"/>
                            </a:rPr>
                          </m:ctrlPr>
                        </m:dPr>
                        <m:e>
                          <m:r>
                            <a:rPr lang="en-PH" sz="3000" i="1" dirty="0">
                              <a:latin typeface="Cambria Math" panose="02040503050406030204" pitchFamily="18" charset="0"/>
                            </a:rPr>
                            <m:t>−1</m:t>
                          </m:r>
                        </m:e>
                      </m:d>
                    </m:oMath>
                  </m:oMathPara>
                </a14:m>
                <a:endParaRPr lang="en-GB" sz="3000" i="1" dirty="0">
                  <a:latin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2EECBE55-ECA1-A9C5-7918-3DF3CE0230DB}"/>
                  </a:ext>
                </a:extLst>
              </p:cNvPr>
              <p:cNvSpPr txBox="1">
                <a:spLocks noRot="1" noChangeAspect="1" noMove="1" noResize="1" noEditPoints="1" noAdjustHandles="1" noChangeArrowheads="1" noChangeShapeType="1" noTextEdit="1"/>
              </p:cNvSpPr>
              <p:nvPr/>
            </p:nvSpPr>
            <p:spPr>
              <a:xfrm>
                <a:off x="2936916" y="5421403"/>
                <a:ext cx="4672924" cy="553998"/>
              </a:xfrm>
              <a:prstGeom prst="rect">
                <a:avLst/>
              </a:prstGeom>
              <a:blipFill>
                <a:blip r:embed="rId6"/>
                <a:stretch>
                  <a:fillRect b="-88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49DBDB4E-0B39-13CC-7022-75F51F5AABB3}"/>
                  </a:ext>
                </a:extLst>
              </p:cNvPr>
              <p:cNvSpPr txBox="1"/>
              <p:nvPr/>
            </p:nvSpPr>
            <p:spPr>
              <a:xfrm>
                <a:off x="2936916" y="602163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𝐵</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=−2</m:t>
                      </m:r>
                    </m:oMath>
                  </m:oMathPara>
                </a14:m>
                <a:endParaRPr lang="en-PH" sz="3000" dirty="0"/>
              </a:p>
            </p:txBody>
          </p:sp>
        </mc:Choice>
        <mc:Fallback xmlns="">
          <p:sp>
            <p:nvSpPr>
              <p:cNvPr id="7" name="TextBox 6">
                <a:extLst>
                  <a:ext uri="{FF2B5EF4-FFF2-40B4-BE49-F238E27FC236}">
                    <a16:creationId xmlns:a16="http://schemas.microsoft.com/office/drawing/2014/main" id="{49DBDB4E-0B39-13CC-7022-75F51F5AABB3}"/>
                  </a:ext>
                </a:extLst>
              </p:cNvPr>
              <p:cNvSpPr txBox="1">
                <a:spLocks noRot="1" noChangeAspect="1" noMove="1" noResize="1" noEditPoints="1" noAdjustHandles="1" noChangeArrowheads="1" noChangeShapeType="1" noTextEdit="1"/>
              </p:cNvSpPr>
              <p:nvPr/>
            </p:nvSpPr>
            <p:spPr>
              <a:xfrm>
                <a:off x="2936916" y="6021630"/>
                <a:ext cx="3281680" cy="553998"/>
              </a:xfrm>
              <a:prstGeom prst="rect">
                <a:avLst/>
              </a:prstGeom>
              <a:blipFill>
                <a:blip r:embed="rId7"/>
                <a:stretch>
                  <a:fillRect b="-4167"/>
                </a:stretch>
              </a:blipFill>
              <a:ln w="38100">
                <a:solidFill>
                  <a:srgbClr val="00B050"/>
                </a:solidFill>
              </a:ln>
            </p:spPr>
            <p:txBody>
              <a:bodyPr/>
              <a:lstStyle/>
              <a:p>
                <a:r>
                  <a:rPr lang="en-US">
                    <a:noFill/>
                  </a:rPr>
                  <a:t> </a:t>
                </a:r>
              </a:p>
            </p:txBody>
          </p:sp>
        </mc:Fallback>
      </mc:AlternateContent>
    </p:spTree>
    <p:extLst>
      <p:ext uri="{BB962C8B-B14F-4D97-AF65-F5344CB8AC3E}">
        <p14:creationId xmlns:p14="http://schemas.microsoft.com/office/powerpoint/2010/main" val="373095505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C391A9D3-77C8-9E60-E3F7-B60447FFE42C}"/>
            </a:ext>
          </a:extLst>
        </p:cNvPr>
        <p:cNvGrpSpPr/>
        <p:nvPr/>
      </p:nvGrpSpPr>
      <p:grpSpPr>
        <a:xfrm>
          <a:off x="0" y="0"/>
          <a:ext cx="0" cy="0"/>
          <a:chOff x="0" y="0"/>
          <a:chExt cx="0" cy="0"/>
        </a:xfrm>
      </p:grpSpPr>
      <p:graphicFrame>
        <p:nvGraphicFramePr>
          <p:cNvPr id="9" name="Table 8">
            <a:extLst>
              <a:ext uri="{FF2B5EF4-FFF2-40B4-BE49-F238E27FC236}">
                <a16:creationId xmlns:a16="http://schemas.microsoft.com/office/drawing/2014/main" id="{1321A3DF-EC79-8380-270C-D793D4C4251F}"/>
              </a:ext>
            </a:extLst>
          </p:cNvPr>
          <p:cNvGraphicFramePr>
            <a:graphicFrameLocks noGrp="1"/>
          </p:cNvGraphicFramePr>
          <p:nvPr/>
        </p:nvGraphicFramePr>
        <p:xfrm>
          <a:off x="4671840" y="226468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10" name="Quad Arrow 9">
            <a:extLst>
              <a:ext uri="{FF2B5EF4-FFF2-40B4-BE49-F238E27FC236}">
                <a16:creationId xmlns:a16="http://schemas.microsoft.com/office/drawing/2014/main" id="{420C87C4-5C31-1985-DDC9-908630CABC10}"/>
              </a:ext>
            </a:extLst>
          </p:cNvPr>
          <p:cNvSpPr/>
          <p:nvPr/>
        </p:nvSpPr>
        <p:spPr>
          <a:xfrm>
            <a:off x="4979920" y="234596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D4756255-D868-423C-CB0F-52583BC7A67A}"/>
                  </a:ext>
                </a:extLst>
              </p:cNvPr>
              <p:cNvSpPr txBox="1"/>
              <p:nvPr/>
            </p:nvSpPr>
            <p:spPr>
              <a:xfrm>
                <a:off x="589280" y="3152001"/>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PH" sz="3000" i="1" dirty="0">
                          <a:latin typeface="Cambria Math" panose="02040503050406030204" pitchFamily="18" charset="0"/>
                        </a:rPr>
                        <m:t>=−2</m:t>
                      </m:r>
                    </m:oMath>
                  </m:oMathPara>
                </a14:m>
                <a:endParaRPr lang="en-PH" sz="3000" dirty="0"/>
              </a:p>
            </p:txBody>
          </p:sp>
        </mc:Choice>
        <mc:Fallback xmlns="">
          <p:sp>
            <p:nvSpPr>
              <p:cNvPr id="2" name="TextBox 1">
                <a:extLst>
                  <a:ext uri="{FF2B5EF4-FFF2-40B4-BE49-F238E27FC236}">
                    <a16:creationId xmlns:a16="http://schemas.microsoft.com/office/drawing/2014/main" id="{D4756255-D868-423C-CB0F-52583BC7A67A}"/>
                  </a:ext>
                </a:extLst>
              </p:cNvPr>
              <p:cNvSpPr txBox="1">
                <a:spLocks noRot="1" noChangeAspect="1" noMove="1" noResize="1" noEditPoints="1" noAdjustHandles="1" noChangeArrowheads="1" noChangeShapeType="1" noTextEdit="1"/>
              </p:cNvSpPr>
              <p:nvPr/>
            </p:nvSpPr>
            <p:spPr>
              <a:xfrm>
                <a:off x="589280" y="3152001"/>
                <a:ext cx="3281680" cy="553998"/>
              </a:xfrm>
              <a:prstGeom prst="rect">
                <a:avLst/>
              </a:prstGeom>
              <a:blipFill>
                <a:blip r:embed="rId2"/>
                <a:stretch>
                  <a:fillRect b="-6250"/>
                </a:stretch>
              </a:blipFill>
              <a:ln w="38100">
                <a:solidFill>
                  <a:srgbClr val="00B05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9492BAF-708A-E188-4AB8-027DE47BAC54}"/>
                  </a:ext>
                </a:extLst>
              </p:cNvPr>
              <p:cNvSpPr txBox="1"/>
              <p:nvPr/>
            </p:nvSpPr>
            <p:spPr>
              <a:xfrm>
                <a:off x="8088036" y="3152001"/>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=−2</m:t>
                      </m:r>
                    </m:oMath>
                  </m:oMathPara>
                </a14:m>
                <a:endParaRPr lang="en-PH" sz="3000" dirty="0"/>
              </a:p>
            </p:txBody>
          </p:sp>
        </mc:Choice>
        <mc:Fallback xmlns="">
          <p:sp>
            <p:nvSpPr>
              <p:cNvPr id="4" name="TextBox 3">
                <a:extLst>
                  <a:ext uri="{FF2B5EF4-FFF2-40B4-BE49-F238E27FC236}">
                    <a16:creationId xmlns:a16="http://schemas.microsoft.com/office/drawing/2014/main" id="{19492BAF-708A-E188-4AB8-027DE47BAC54}"/>
                  </a:ext>
                </a:extLst>
              </p:cNvPr>
              <p:cNvSpPr txBox="1">
                <a:spLocks noRot="1" noChangeAspect="1" noMove="1" noResize="1" noEditPoints="1" noAdjustHandles="1" noChangeArrowheads="1" noChangeShapeType="1" noTextEdit="1"/>
              </p:cNvSpPr>
              <p:nvPr/>
            </p:nvSpPr>
            <p:spPr>
              <a:xfrm>
                <a:off x="8088036" y="3152001"/>
                <a:ext cx="3281680" cy="553998"/>
              </a:xfrm>
              <a:prstGeom prst="rect">
                <a:avLst/>
              </a:prstGeom>
              <a:blipFill>
                <a:blip r:embed="rId3"/>
                <a:stretch>
                  <a:fillRect b="-6250"/>
                </a:stretch>
              </a:blipFill>
              <a:ln w="38100">
                <a:solidFill>
                  <a:srgbClr val="00B05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48E515D6-D7B2-CC4A-C1D8-5E20BC8D1468}"/>
                  </a:ext>
                </a:extLst>
              </p:cNvPr>
              <p:cNvSpPr txBox="1"/>
              <p:nvPr/>
            </p:nvSpPr>
            <p:spPr>
              <a:xfrm>
                <a:off x="4455160" y="116724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=−2</m:t>
                      </m:r>
                    </m:oMath>
                  </m:oMathPara>
                </a14:m>
                <a:endParaRPr lang="en-PH" sz="3000" dirty="0"/>
              </a:p>
            </p:txBody>
          </p:sp>
        </mc:Choice>
        <mc:Fallback xmlns="">
          <p:sp>
            <p:nvSpPr>
              <p:cNvPr id="7" name="TextBox 6">
                <a:extLst>
                  <a:ext uri="{FF2B5EF4-FFF2-40B4-BE49-F238E27FC236}">
                    <a16:creationId xmlns:a16="http://schemas.microsoft.com/office/drawing/2014/main" id="{48E515D6-D7B2-CC4A-C1D8-5E20BC8D1468}"/>
                  </a:ext>
                </a:extLst>
              </p:cNvPr>
              <p:cNvSpPr txBox="1">
                <a:spLocks noRot="1" noChangeAspect="1" noMove="1" noResize="1" noEditPoints="1" noAdjustHandles="1" noChangeArrowheads="1" noChangeShapeType="1" noTextEdit="1"/>
              </p:cNvSpPr>
              <p:nvPr/>
            </p:nvSpPr>
            <p:spPr>
              <a:xfrm>
                <a:off x="4455160" y="1167240"/>
                <a:ext cx="3281680" cy="553998"/>
              </a:xfrm>
              <a:prstGeom prst="rect">
                <a:avLst/>
              </a:prstGeom>
              <a:blipFill>
                <a:blip r:embed="rId4"/>
                <a:stretch>
                  <a:fillRect b="-6383"/>
                </a:stretch>
              </a:blipFill>
              <a:ln w="38100">
                <a:solidFill>
                  <a:srgbClr val="00B05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5A31E74-A7E0-AAB5-D9F1-DFE1D94E4094}"/>
                  </a:ext>
                </a:extLst>
              </p:cNvPr>
              <p:cNvSpPr txBox="1"/>
              <p:nvPr/>
            </p:nvSpPr>
            <p:spPr>
              <a:xfrm>
                <a:off x="4455160" y="4691123"/>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m:t>
                      </m:r>
                      <m:r>
                        <a:rPr lang="en-GB" sz="3000" b="0" i="1" dirty="0" smtClean="0">
                          <a:latin typeface="Cambria Math" panose="02040503050406030204" pitchFamily="18" charset="0"/>
                        </a:rPr>
                        <m:t>1</m:t>
                      </m:r>
                    </m:oMath>
                  </m:oMathPara>
                </a14:m>
                <a:endParaRPr lang="en-PH" sz="3000" dirty="0"/>
              </a:p>
            </p:txBody>
          </p:sp>
        </mc:Choice>
        <mc:Fallback xmlns="">
          <p:sp>
            <p:nvSpPr>
              <p:cNvPr id="11" name="TextBox 10">
                <a:extLst>
                  <a:ext uri="{FF2B5EF4-FFF2-40B4-BE49-F238E27FC236}">
                    <a16:creationId xmlns:a16="http://schemas.microsoft.com/office/drawing/2014/main" id="{E5A31E74-A7E0-AAB5-D9F1-DFE1D94E4094}"/>
                  </a:ext>
                </a:extLst>
              </p:cNvPr>
              <p:cNvSpPr txBox="1">
                <a:spLocks noRot="1" noChangeAspect="1" noMove="1" noResize="1" noEditPoints="1" noAdjustHandles="1" noChangeArrowheads="1" noChangeShapeType="1" noTextEdit="1"/>
              </p:cNvSpPr>
              <p:nvPr/>
            </p:nvSpPr>
            <p:spPr>
              <a:xfrm>
                <a:off x="4455160" y="4691123"/>
                <a:ext cx="3281680" cy="553998"/>
              </a:xfrm>
              <a:prstGeom prst="rect">
                <a:avLst/>
              </a:prstGeom>
              <a:blipFill>
                <a:blip r:embed="rId5"/>
                <a:stretch>
                  <a:fillRect l="-382" r="-382" b="-6383"/>
                </a:stretch>
              </a:blipFill>
              <a:ln w="38100">
                <a:solidFill>
                  <a:srgbClr val="00B050"/>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F12048F9-8C5C-18BA-BC8C-D880454EBB79}"/>
              </a:ext>
            </a:extLst>
          </p:cNvPr>
          <p:cNvSpPr txBox="1"/>
          <p:nvPr/>
        </p:nvSpPr>
        <p:spPr>
          <a:xfrm>
            <a:off x="2209800" y="5511564"/>
            <a:ext cx="7772400" cy="477054"/>
          </a:xfrm>
          <a:prstGeom prst="rect">
            <a:avLst/>
          </a:prstGeom>
          <a:noFill/>
        </p:spPr>
        <p:txBody>
          <a:bodyPr wrap="square">
            <a:spAutoFit/>
          </a:bodyPr>
          <a:lstStyle/>
          <a:p>
            <a:pPr>
              <a:buNone/>
            </a:pPr>
            <a:r>
              <a:rPr lang="en-GB" sz="2500" dirty="0"/>
              <a:t>We can now map the value for each </a:t>
            </a:r>
            <a:r>
              <a:rPr lang="en-GB" sz="2500" b="1" dirty="0">
                <a:solidFill>
                  <a:srgbClr val="FF0000"/>
                </a:solidFill>
              </a:rPr>
              <a:t>action</a:t>
            </a:r>
            <a:r>
              <a:rPr lang="en-GB" sz="2500" dirty="0"/>
              <a:t> from </a:t>
            </a:r>
            <a:r>
              <a:rPr lang="en-GB" sz="2500" b="1" dirty="0">
                <a:solidFill>
                  <a:srgbClr val="7030A0"/>
                </a:solidFill>
              </a:rPr>
              <a:t>state B</a:t>
            </a:r>
            <a:endParaRPr lang="en-PH" sz="2500" b="1" dirty="0">
              <a:solidFill>
                <a:srgbClr val="7030A0"/>
              </a:solidFill>
            </a:endParaRPr>
          </a:p>
        </p:txBody>
      </p:sp>
    </p:spTree>
    <p:extLst>
      <p:ext uri="{BB962C8B-B14F-4D97-AF65-F5344CB8AC3E}">
        <p14:creationId xmlns:p14="http://schemas.microsoft.com/office/powerpoint/2010/main" val="13896640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6C4512C5-7F52-6D68-6A71-CE77145CDE67}"/>
            </a:ext>
          </a:extLst>
        </p:cNvPr>
        <p:cNvGrpSpPr/>
        <p:nvPr/>
      </p:nvGrpSpPr>
      <p:grpSpPr>
        <a:xfrm>
          <a:off x="0" y="0"/>
          <a:ext cx="0" cy="0"/>
          <a:chOff x="0" y="0"/>
          <a:chExt cx="0" cy="0"/>
        </a:xfrm>
      </p:grpSpPr>
      <p:graphicFrame>
        <p:nvGraphicFramePr>
          <p:cNvPr id="9" name="Table 8">
            <a:extLst>
              <a:ext uri="{FF2B5EF4-FFF2-40B4-BE49-F238E27FC236}">
                <a16:creationId xmlns:a16="http://schemas.microsoft.com/office/drawing/2014/main" id="{95985AB5-145D-DB25-5E08-E2CAC2D99A48}"/>
              </a:ext>
            </a:extLst>
          </p:cNvPr>
          <p:cNvGraphicFramePr>
            <a:graphicFrameLocks noGrp="1"/>
          </p:cNvGraphicFramePr>
          <p:nvPr/>
        </p:nvGraphicFramePr>
        <p:xfrm>
          <a:off x="4671840" y="226468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10" name="Quad Arrow 9">
            <a:extLst>
              <a:ext uri="{FF2B5EF4-FFF2-40B4-BE49-F238E27FC236}">
                <a16:creationId xmlns:a16="http://schemas.microsoft.com/office/drawing/2014/main" id="{F7FD8A4D-0B5E-A6DC-A415-5FE242102FAC}"/>
              </a:ext>
            </a:extLst>
          </p:cNvPr>
          <p:cNvSpPr/>
          <p:nvPr/>
        </p:nvSpPr>
        <p:spPr>
          <a:xfrm>
            <a:off x="4979920" y="234596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7268584-8673-E55E-4F48-E1EF37ABCA05}"/>
                  </a:ext>
                </a:extLst>
              </p:cNvPr>
              <p:cNvSpPr txBox="1"/>
              <p:nvPr/>
            </p:nvSpPr>
            <p:spPr>
              <a:xfrm>
                <a:off x="589280" y="3152001"/>
                <a:ext cx="3281680" cy="553998"/>
              </a:xfrm>
              <a:prstGeom prst="rect">
                <a:avLst/>
              </a:prstGeom>
              <a:noFill/>
              <a:ln w="38100">
                <a:no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PH" sz="3000" i="1" dirty="0">
                          <a:latin typeface="Cambria Math" panose="02040503050406030204" pitchFamily="18" charset="0"/>
                        </a:rPr>
                        <m:t>=−2</m:t>
                      </m:r>
                    </m:oMath>
                  </m:oMathPara>
                </a14:m>
                <a:endParaRPr lang="en-PH" sz="3000" dirty="0"/>
              </a:p>
            </p:txBody>
          </p:sp>
        </mc:Choice>
        <mc:Fallback xmlns="">
          <p:sp>
            <p:nvSpPr>
              <p:cNvPr id="2" name="TextBox 1">
                <a:extLst>
                  <a:ext uri="{FF2B5EF4-FFF2-40B4-BE49-F238E27FC236}">
                    <a16:creationId xmlns:a16="http://schemas.microsoft.com/office/drawing/2014/main" id="{47268584-8673-E55E-4F48-E1EF37ABCA05}"/>
                  </a:ext>
                </a:extLst>
              </p:cNvPr>
              <p:cNvSpPr txBox="1">
                <a:spLocks noRot="1" noChangeAspect="1" noMove="1" noResize="1" noEditPoints="1" noAdjustHandles="1" noChangeArrowheads="1" noChangeShapeType="1" noTextEdit="1"/>
              </p:cNvSpPr>
              <p:nvPr/>
            </p:nvSpPr>
            <p:spPr>
              <a:xfrm>
                <a:off x="589280" y="3152001"/>
                <a:ext cx="3281680" cy="553998"/>
              </a:xfrm>
              <a:prstGeom prst="rect">
                <a:avLst/>
              </a:prstGeom>
              <a:blipFill>
                <a:blip r:embed="rId2"/>
                <a:stretch>
                  <a:fillRect b="-11364"/>
                </a:stretch>
              </a:blipFill>
              <a:ln w="38100">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2A802731-9AFC-5F3B-7CA2-F4572DB18641}"/>
                  </a:ext>
                </a:extLst>
              </p:cNvPr>
              <p:cNvSpPr txBox="1"/>
              <p:nvPr/>
            </p:nvSpPr>
            <p:spPr>
              <a:xfrm>
                <a:off x="8088036" y="3152001"/>
                <a:ext cx="3281680" cy="553998"/>
              </a:xfrm>
              <a:prstGeom prst="rect">
                <a:avLst/>
              </a:prstGeom>
              <a:noFill/>
              <a:ln w="38100">
                <a:no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=−2</m:t>
                      </m:r>
                    </m:oMath>
                  </m:oMathPara>
                </a14:m>
                <a:endParaRPr lang="en-PH" sz="3000" dirty="0"/>
              </a:p>
            </p:txBody>
          </p:sp>
        </mc:Choice>
        <mc:Fallback xmlns="">
          <p:sp>
            <p:nvSpPr>
              <p:cNvPr id="4" name="TextBox 3">
                <a:extLst>
                  <a:ext uri="{FF2B5EF4-FFF2-40B4-BE49-F238E27FC236}">
                    <a16:creationId xmlns:a16="http://schemas.microsoft.com/office/drawing/2014/main" id="{2A802731-9AFC-5F3B-7CA2-F4572DB18641}"/>
                  </a:ext>
                </a:extLst>
              </p:cNvPr>
              <p:cNvSpPr txBox="1">
                <a:spLocks noRot="1" noChangeAspect="1" noMove="1" noResize="1" noEditPoints="1" noAdjustHandles="1" noChangeArrowheads="1" noChangeShapeType="1" noTextEdit="1"/>
              </p:cNvSpPr>
              <p:nvPr/>
            </p:nvSpPr>
            <p:spPr>
              <a:xfrm>
                <a:off x="8088036" y="3152001"/>
                <a:ext cx="3281680" cy="553998"/>
              </a:xfrm>
              <a:prstGeom prst="rect">
                <a:avLst/>
              </a:prstGeom>
              <a:blipFill>
                <a:blip r:embed="rId3"/>
                <a:stretch>
                  <a:fillRect l="-385" r="-385" b="-11364"/>
                </a:stretch>
              </a:blipFill>
              <a:ln w="38100">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5EAD65F-9C65-6060-1F0D-39BF1D6BC499}"/>
                  </a:ext>
                </a:extLst>
              </p:cNvPr>
              <p:cNvSpPr txBox="1"/>
              <p:nvPr/>
            </p:nvSpPr>
            <p:spPr>
              <a:xfrm>
                <a:off x="4455160" y="1167240"/>
                <a:ext cx="3281680" cy="553998"/>
              </a:xfrm>
              <a:prstGeom prst="rect">
                <a:avLst/>
              </a:prstGeom>
              <a:noFill/>
              <a:ln w="38100">
                <a:no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=−2</m:t>
                      </m:r>
                    </m:oMath>
                  </m:oMathPara>
                </a14:m>
                <a:endParaRPr lang="en-PH" sz="3000" dirty="0"/>
              </a:p>
            </p:txBody>
          </p:sp>
        </mc:Choice>
        <mc:Fallback xmlns="">
          <p:sp>
            <p:nvSpPr>
              <p:cNvPr id="7" name="TextBox 6">
                <a:extLst>
                  <a:ext uri="{FF2B5EF4-FFF2-40B4-BE49-F238E27FC236}">
                    <a16:creationId xmlns:a16="http://schemas.microsoft.com/office/drawing/2014/main" id="{15EAD65F-9C65-6060-1F0D-39BF1D6BC499}"/>
                  </a:ext>
                </a:extLst>
              </p:cNvPr>
              <p:cNvSpPr txBox="1">
                <a:spLocks noRot="1" noChangeAspect="1" noMove="1" noResize="1" noEditPoints="1" noAdjustHandles="1" noChangeArrowheads="1" noChangeShapeType="1" noTextEdit="1"/>
              </p:cNvSpPr>
              <p:nvPr/>
            </p:nvSpPr>
            <p:spPr>
              <a:xfrm>
                <a:off x="4455160" y="1167240"/>
                <a:ext cx="3281680" cy="553998"/>
              </a:xfrm>
              <a:prstGeom prst="rect">
                <a:avLst/>
              </a:prstGeom>
              <a:blipFill>
                <a:blip r:embed="rId4"/>
                <a:stretch>
                  <a:fillRect b="-8889"/>
                </a:stretch>
              </a:blipFill>
              <a:ln w="38100">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CBB4FAEA-0161-CA4F-B38E-90359980E093}"/>
                  </a:ext>
                </a:extLst>
              </p:cNvPr>
              <p:cNvSpPr txBox="1"/>
              <p:nvPr/>
            </p:nvSpPr>
            <p:spPr>
              <a:xfrm>
                <a:off x="4455160" y="4691123"/>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m:t>
                      </m:r>
                      <m:r>
                        <a:rPr lang="en-GB" sz="3000" b="0" i="1" dirty="0" smtClean="0">
                          <a:latin typeface="Cambria Math" panose="02040503050406030204" pitchFamily="18" charset="0"/>
                        </a:rPr>
                        <m:t>1</m:t>
                      </m:r>
                    </m:oMath>
                  </m:oMathPara>
                </a14:m>
                <a:endParaRPr lang="en-PH" sz="3000" dirty="0"/>
              </a:p>
            </p:txBody>
          </p:sp>
        </mc:Choice>
        <mc:Fallback xmlns="">
          <p:sp>
            <p:nvSpPr>
              <p:cNvPr id="11" name="TextBox 10">
                <a:extLst>
                  <a:ext uri="{FF2B5EF4-FFF2-40B4-BE49-F238E27FC236}">
                    <a16:creationId xmlns:a16="http://schemas.microsoft.com/office/drawing/2014/main" id="{CBB4FAEA-0161-CA4F-B38E-90359980E093}"/>
                  </a:ext>
                </a:extLst>
              </p:cNvPr>
              <p:cNvSpPr txBox="1">
                <a:spLocks noRot="1" noChangeAspect="1" noMove="1" noResize="1" noEditPoints="1" noAdjustHandles="1" noChangeArrowheads="1" noChangeShapeType="1" noTextEdit="1"/>
              </p:cNvSpPr>
              <p:nvPr/>
            </p:nvSpPr>
            <p:spPr>
              <a:xfrm>
                <a:off x="4455160" y="4691123"/>
                <a:ext cx="3281680" cy="553998"/>
              </a:xfrm>
              <a:prstGeom prst="rect">
                <a:avLst/>
              </a:prstGeom>
              <a:blipFill>
                <a:blip r:embed="rId5"/>
                <a:stretch>
                  <a:fillRect l="-382" r="-382" b="-6383"/>
                </a:stretch>
              </a:blipFill>
              <a:ln w="38100">
                <a:solidFill>
                  <a:srgbClr val="00B050"/>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156E723A-309F-24E0-3391-05AE29B5C416}"/>
              </a:ext>
            </a:extLst>
          </p:cNvPr>
          <p:cNvSpPr txBox="1"/>
          <p:nvPr/>
        </p:nvSpPr>
        <p:spPr>
          <a:xfrm>
            <a:off x="2209800" y="5511564"/>
            <a:ext cx="7772400" cy="1246495"/>
          </a:xfrm>
          <a:prstGeom prst="rect">
            <a:avLst/>
          </a:prstGeom>
          <a:noFill/>
        </p:spPr>
        <p:txBody>
          <a:bodyPr wrap="square">
            <a:spAutoFit/>
          </a:bodyPr>
          <a:lstStyle/>
          <a:p>
            <a:pPr>
              <a:buNone/>
            </a:pPr>
            <a:r>
              <a:rPr lang="en-GB" sz="2500" dirty="0"/>
              <a:t>This simply tells us that from </a:t>
            </a:r>
            <a:r>
              <a:rPr lang="en-GB" sz="2500" b="1" dirty="0">
                <a:solidFill>
                  <a:srgbClr val="7030A0"/>
                </a:solidFill>
              </a:rPr>
              <a:t>state B</a:t>
            </a:r>
            <a:r>
              <a:rPr lang="en-GB" sz="2500" dirty="0"/>
              <a:t>, the best action to take is to go </a:t>
            </a:r>
            <a:r>
              <a:rPr lang="en-GB" sz="2500" b="1" dirty="0">
                <a:solidFill>
                  <a:srgbClr val="FF0000"/>
                </a:solidFill>
              </a:rPr>
              <a:t>DOWN</a:t>
            </a:r>
            <a:r>
              <a:rPr lang="en-GB" sz="2500" dirty="0"/>
              <a:t> because going down has the highest value of all actions.</a:t>
            </a:r>
            <a:endParaRPr lang="en-PH" sz="2500" b="1" dirty="0">
              <a:solidFill>
                <a:srgbClr val="7030A0"/>
              </a:solidFill>
            </a:endParaRPr>
          </a:p>
        </p:txBody>
      </p:sp>
      <p:sp>
        <p:nvSpPr>
          <p:cNvPr id="3" name="Down Arrow 2">
            <a:extLst>
              <a:ext uri="{FF2B5EF4-FFF2-40B4-BE49-F238E27FC236}">
                <a16:creationId xmlns:a16="http://schemas.microsoft.com/office/drawing/2014/main" id="{8DE6EF30-B239-2BD5-0AF7-8458CEC361D0}"/>
              </a:ext>
            </a:extLst>
          </p:cNvPr>
          <p:cNvSpPr/>
          <p:nvPr/>
        </p:nvSpPr>
        <p:spPr>
          <a:xfrm rot="10800000" flipV="1">
            <a:off x="6599520" y="234596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844511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3" grpId="0" animBg="1"/>
    </p:bldLst>
  </p:timing>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0A6B75E-EC60-D925-7F96-E961602F1A97}"/>
            </a:ext>
          </a:extLst>
        </p:cNvPr>
        <p:cNvGrpSpPr/>
        <p:nvPr/>
      </p:nvGrpSpPr>
      <p:grpSpPr>
        <a:xfrm>
          <a:off x="0" y="0"/>
          <a:ext cx="0" cy="0"/>
          <a:chOff x="0" y="0"/>
          <a:chExt cx="0" cy="0"/>
        </a:xfrm>
      </p:grpSpPr>
      <p:graphicFrame>
        <p:nvGraphicFramePr>
          <p:cNvPr id="9" name="Table 8">
            <a:extLst>
              <a:ext uri="{FF2B5EF4-FFF2-40B4-BE49-F238E27FC236}">
                <a16:creationId xmlns:a16="http://schemas.microsoft.com/office/drawing/2014/main" id="{4DF24DD2-2CC4-3507-7FF9-2AF385ED69B6}"/>
              </a:ext>
            </a:extLst>
          </p:cNvPr>
          <p:cNvGraphicFramePr>
            <a:graphicFrameLocks noGrp="1"/>
          </p:cNvGraphicFramePr>
          <p:nvPr/>
        </p:nvGraphicFramePr>
        <p:xfrm>
          <a:off x="4671840" y="226468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10" name="Quad Arrow 9">
            <a:extLst>
              <a:ext uri="{FF2B5EF4-FFF2-40B4-BE49-F238E27FC236}">
                <a16:creationId xmlns:a16="http://schemas.microsoft.com/office/drawing/2014/main" id="{C25F455C-07D4-C3D1-FA02-7190627F8FEF}"/>
              </a:ext>
            </a:extLst>
          </p:cNvPr>
          <p:cNvSpPr/>
          <p:nvPr/>
        </p:nvSpPr>
        <p:spPr>
          <a:xfrm>
            <a:off x="4979920" y="234596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F658974-9FD9-B5F8-C924-86B79E837E36}"/>
                  </a:ext>
                </a:extLst>
              </p:cNvPr>
              <p:cNvSpPr txBox="1"/>
              <p:nvPr/>
            </p:nvSpPr>
            <p:spPr>
              <a:xfrm>
                <a:off x="589280" y="3152001"/>
                <a:ext cx="3281680" cy="553998"/>
              </a:xfrm>
              <a:prstGeom prst="rect">
                <a:avLst/>
              </a:prstGeom>
              <a:noFill/>
              <a:ln w="38100">
                <a:no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PH" sz="3000" i="1" dirty="0">
                          <a:latin typeface="Cambria Math" panose="02040503050406030204" pitchFamily="18" charset="0"/>
                        </a:rPr>
                        <m:t>=−2</m:t>
                      </m:r>
                    </m:oMath>
                  </m:oMathPara>
                </a14:m>
                <a:endParaRPr lang="en-PH" sz="3000" dirty="0"/>
              </a:p>
            </p:txBody>
          </p:sp>
        </mc:Choice>
        <mc:Fallback xmlns="">
          <p:sp>
            <p:nvSpPr>
              <p:cNvPr id="2" name="TextBox 1">
                <a:extLst>
                  <a:ext uri="{FF2B5EF4-FFF2-40B4-BE49-F238E27FC236}">
                    <a16:creationId xmlns:a16="http://schemas.microsoft.com/office/drawing/2014/main" id="{CF658974-9FD9-B5F8-C924-86B79E837E36}"/>
                  </a:ext>
                </a:extLst>
              </p:cNvPr>
              <p:cNvSpPr txBox="1">
                <a:spLocks noRot="1" noChangeAspect="1" noMove="1" noResize="1" noEditPoints="1" noAdjustHandles="1" noChangeArrowheads="1" noChangeShapeType="1" noTextEdit="1"/>
              </p:cNvSpPr>
              <p:nvPr/>
            </p:nvSpPr>
            <p:spPr>
              <a:xfrm>
                <a:off x="589280" y="3152001"/>
                <a:ext cx="3281680" cy="553998"/>
              </a:xfrm>
              <a:prstGeom prst="rect">
                <a:avLst/>
              </a:prstGeom>
              <a:blipFill>
                <a:blip r:embed="rId2"/>
                <a:stretch>
                  <a:fillRect b="-11364"/>
                </a:stretch>
              </a:blipFill>
              <a:ln w="38100">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C72D9FFD-37D8-F2C4-DD64-ED092225B742}"/>
                  </a:ext>
                </a:extLst>
              </p:cNvPr>
              <p:cNvSpPr txBox="1"/>
              <p:nvPr/>
            </p:nvSpPr>
            <p:spPr>
              <a:xfrm>
                <a:off x="8088036" y="3152001"/>
                <a:ext cx="3281680" cy="553998"/>
              </a:xfrm>
              <a:prstGeom prst="rect">
                <a:avLst/>
              </a:prstGeom>
              <a:noFill/>
              <a:ln w="38100">
                <a:no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=−2</m:t>
                      </m:r>
                    </m:oMath>
                  </m:oMathPara>
                </a14:m>
                <a:endParaRPr lang="en-PH" sz="3000" dirty="0"/>
              </a:p>
            </p:txBody>
          </p:sp>
        </mc:Choice>
        <mc:Fallback xmlns="">
          <p:sp>
            <p:nvSpPr>
              <p:cNvPr id="4" name="TextBox 3">
                <a:extLst>
                  <a:ext uri="{FF2B5EF4-FFF2-40B4-BE49-F238E27FC236}">
                    <a16:creationId xmlns:a16="http://schemas.microsoft.com/office/drawing/2014/main" id="{C72D9FFD-37D8-F2C4-DD64-ED092225B742}"/>
                  </a:ext>
                </a:extLst>
              </p:cNvPr>
              <p:cNvSpPr txBox="1">
                <a:spLocks noRot="1" noChangeAspect="1" noMove="1" noResize="1" noEditPoints="1" noAdjustHandles="1" noChangeArrowheads="1" noChangeShapeType="1" noTextEdit="1"/>
              </p:cNvSpPr>
              <p:nvPr/>
            </p:nvSpPr>
            <p:spPr>
              <a:xfrm>
                <a:off x="8088036" y="3152001"/>
                <a:ext cx="3281680" cy="553998"/>
              </a:xfrm>
              <a:prstGeom prst="rect">
                <a:avLst/>
              </a:prstGeom>
              <a:blipFill>
                <a:blip r:embed="rId3"/>
                <a:stretch>
                  <a:fillRect l="-385" r="-385" b="-11364"/>
                </a:stretch>
              </a:blipFill>
              <a:ln w="38100">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C0453C75-2D08-88AB-9DF2-8F3A019A08E9}"/>
                  </a:ext>
                </a:extLst>
              </p:cNvPr>
              <p:cNvSpPr txBox="1"/>
              <p:nvPr/>
            </p:nvSpPr>
            <p:spPr>
              <a:xfrm>
                <a:off x="4455160" y="1167240"/>
                <a:ext cx="3281680" cy="553998"/>
              </a:xfrm>
              <a:prstGeom prst="rect">
                <a:avLst/>
              </a:prstGeom>
              <a:noFill/>
              <a:ln w="38100">
                <a:no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=−2</m:t>
                      </m:r>
                    </m:oMath>
                  </m:oMathPara>
                </a14:m>
                <a:endParaRPr lang="en-PH" sz="3000" dirty="0"/>
              </a:p>
            </p:txBody>
          </p:sp>
        </mc:Choice>
        <mc:Fallback xmlns="">
          <p:sp>
            <p:nvSpPr>
              <p:cNvPr id="7" name="TextBox 6">
                <a:extLst>
                  <a:ext uri="{FF2B5EF4-FFF2-40B4-BE49-F238E27FC236}">
                    <a16:creationId xmlns:a16="http://schemas.microsoft.com/office/drawing/2014/main" id="{C0453C75-2D08-88AB-9DF2-8F3A019A08E9}"/>
                  </a:ext>
                </a:extLst>
              </p:cNvPr>
              <p:cNvSpPr txBox="1">
                <a:spLocks noRot="1" noChangeAspect="1" noMove="1" noResize="1" noEditPoints="1" noAdjustHandles="1" noChangeArrowheads="1" noChangeShapeType="1" noTextEdit="1"/>
              </p:cNvSpPr>
              <p:nvPr/>
            </p:nvSpPr>
            <p:spPr>
              <a:xfrm>
                <a:off x="4455160" y="1167240"/>
                <a:ext cx="3281680" cy="553998"/>
              </a:xfrm>
              <a:prstGeom prst="rect">
                <a:avLst/>
              </a:prstGeom>
              <a:blipFill>
                <a:blip r:embed="rId4"/>
                <a:stretch>
                  <a:fillRect b="-8889"/>
                </a:stretch>
              </a:blipFill>
              <a:ln w="38100">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68AD4D00-4369-30B2-BC81-11603CC78BE7}"/>
                  </a:ext>
                </a:extLst>
              </p:cNvPr>
              <p:cNvSpPr txBox="1"/>
              <p:nvPr/>
            </p:nvSpPr>
            <p:spPr>
              <a:xfrm>
                <a:off x="4455160" y="4691123"/>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m:t>
                      </m:r>
                      <m:r>
                        <a:rPr lang="en-GB" sz="3000" b="0" i="1" dirty="0" smtClean="0">
                          <a:latin typeface="Cambria Math" panose="02040503050406030204" pitchFamily="18" charset="0"/>
                        </a:rPr>
                        <m:t>1</m:t>
                      </m:r>
                    </m:oMath>
                  </m:oMathPara>
                </a14:m>
                <a:endParaRPr lang="en-PH" sz="3000" dirty="0"/>
              </a:p>
            </p:txBody>
          </p:sp>
        </mc:Choice>
        <mc:Fallback xmlns="">
          <p:sp>
            <p:nvSpPr>
              <p:cNvPr id="11" name="TextBox 10">
                <a:extLst>
                  <a:ext uri="{FF2B5EF4-FFF2-40B4-BE49-F238E27FC236}">
                    <a16:creationId xmlns:a16="http://schemas.microsoft.com/office/drawing/2014/main" id="{68AD4D00-4369-30B2-BC81-11603CC78BE7}"/>
                  </a:ext>
                </a:extLst>
              </p:cNvPr>
              <p:cNvSpPr txBox="1">
                <a:spLocks noRot="1" noChangeAspect="1" noMove="1" noResize="1" noEditPoints="1" noAdjustHandles="1" noChangeArrowheads="1" noChangeShapeType="1" noTextEdit="1"/>
              </p:cNvSpPr>
              <p:nvPr/>
            </p:nvSpPr>
            <p:spPr>
              <a:xfrm>
                <a:off x="4455160" y="4691123"/>
                <a:ext cx="3281680" cy="553998"/>
              </a:xfrm>
              <a:prstGeom prst="rect">
                <a:avLst/>
              </a:prstGeom>
              <a:blipFill>
                <a:blip r:embed="rId5"/>
                <a:stretch>
                  <a:fillRect l="-382" r="-382" b="-6383"/>
                </a:stretch>
              </a:blipFill>
              <a:ln w="38100">
                <a:solidFill>
                  <a:srgbClr val="00B050"/>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785F0BA5-5046-371E-7290-AE9B207A1956}"/>
              </a:ext>
            </a:extLst>
          </p:cNvPr>
          <p:cNvSpPr txBox="1"/>
          <p:nvPr/>
        </p:nvSpPr>
        <p:spPr>
          <a:xfrm>
            <a:off x="2209800" y="5511564"/>
            <a:ext cx="7772400" cy="861774"/>
          </a:xfrm>
          <a:prstGeom prst="rect">
            <a:avLst/>
          </a:prstGeom>
          <a:noFill/>
        </p:spPr>
        <p:txBody>
          <a:bodyPr wrap="square">
            <a:spAutoFit/>
          </a:bodyPr>
          <a:lstStyle/>
          <a:p>
            <a:pPr>
              <a:buNone/>
            </a:pPr>
            <a:r>
              <a:rPr lang="en-GB" sz="2500" dirty="0"/>
              <a:t>Which makes sense because going </a:t>
            </a:r>
            <a:r>
              <a:rPr lang="en-GB" sz="2500" b="1" dirty="0">
                <a:solidFill>
                  <a:srgbClr val="FF0000"/>
                </a:solidFill>
              </a:rPr>
              <a:t>DOWN</a:t>
            </a:r>
            <a:r>
              <a:rPr lang="en-GB" sz="2500" dirty="0"/>
              <a:t> will go to our goal which is </a:t>
            </a:r>
            <a:r>
              <a:rPr lang="en-GB" sz="2500" b="1" dirty="0">
                <a:solidFill>
                  <a:srgbClr val="7030A0"/>
                </a:solidFill>
              </a:rPr>
              <a:t>state D.</a:t>
            </a:r>
            <a:endParaRPr lang="en-PH" sz="2500" b="1" dirty="0">
              <a:solidFill>
                <a:srgbClr val="7030A0"/>
              </a:solidFill>
            </a:endParaRPr>
          </a:p>
        </p:txBody>
      </p:sp>
      <p:sp>
        <p:nvSpPr>
          <p:cNvPr id="3" name="Down Arrow 2">
            <a:extLst>
              <a:ext uri="{FF2B5EF4-FFF2-40B4-BE49-F238E27FC236}">
                <a16:creationId xmlns:a16="http://schemas.microsoft.com/office/drawing/2014/main" id="{D12BD2CC-2AC3-5725-9050-D6990BD3E86C}"/>
              </a:ext>
            </a:extLst>
          </p:cNvPr>
          <p:cNvSpPr/>
          <p:nvPr/>
        </p:nvSpPr>
        <p:spPr>
          <a:xfrm rot="10800000" flipV="1">
            <a:off x="6599520" y="234596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08628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054857DF-289D-BC33-2A52-1BA9FDB19313}"/>
            </a:ext>
          </a:extLst>
        </p:cNvPr>
        <p:cNvGrpSpPr/>
        <p:nvPr/>
      </p:nvGrpSpPr>
      <p:grpSpPr>
        <a:xfrm>
          <a:off x="0" y="0"/>
          <a:ext cx="0" cy="0"/>
          <a:chOff x="0" y="0"/>
          <a:chExt cx="0" cy="0"/>
        </a:xfrm>
      </p:grpSpPr>
      <p:graphicFrame>
        <p:nvGraphicFramePr>
          <p:cNvPr id="9" name="Table 8">
            <a:extLst>
              <a:ext uri="{FF2B5EF4-FFF2-40B4-BE49-F238E27FC236}">
                <a16:creationId xmlns:a16="http://schemas.microsoft.com/office/drawing/2014/main" id="{7C3DCED4-A631-45A2-0F21-6F411B72B712}"/>
              </a:ext>
            </a:extLst>
          </p:cNvPr>
          <p:cNvGraphicFramePr>
            <a:graphicFrameLocks noGrp="1"/>
          </p:cNvGraphicFramePr>
          <p:nvPr/>
        </p:nvGraphicFramePr>
        <p:xfrm>
          <a:off x="4671840" y="226468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10" name="Quad Arrow 9">
            <a:extLst>
              <a:ext uri="{FF2B5EF4-FFF2-40B4-BE49-F238E27FC236}">
                <a16:creationId xmlns:a16="http://schemas.microsoft.com/office/drawing/2014/main" id="{850656D7-3505-E351-4EF6-8FFBB3196276}"/>
              </a:ext>
            </a:extLst>
          </p:cNvPr>
          <p:cNvSpPr/>
          <p:nvPr/>
        </p:nvSpPr>
        <p:spPr>
          <a:xfrm>
            <a:off x="4979920" y="234596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TextBox 11">
            <a:extLst>
              <a:ext uri="{FF2B5EF4-FFF2-40B4-BE49-F238E27FC236}">
                <a16:creationId xmlns:a16="http://schemas.microsoft.com/office/drawing/2014/main" id="{690CEC7B-B1C2-21F5-6952-421731C5B19E}"/>
              </a:ext>
            </a:extLst>
          </p:cNvPr>
          <p:cNvSpPr txBox="1"/>
          <p:nvPr/>
        </p:nvSpPr>
        <p:spPr>
          <a:xfrm>
            <a:off x="2209800" y="5511564"/>
            <a:ext cx="8204200" cy="477054"/>
          </a:xfrm>
          <a:prstGeom prst="rect">
            <a:avLst/>
          </a:prstGeom>
          <a:noFill/>
        </p:spPr>
        <p:txBody>
          <a:bodyPr wrap="square">
            <a:spAutoFit/>
          </a:bodyPr>
          <a:lstStyle/>
          <a:p>
            <a:pPr>
              <a:buNone/>
            </a:pPr>
            <a:r>
              <a:rPr lang="en-GB" sz="2500" dirty="0"/>
              <a:t>Let us now calculate the action-value functions for </a:t>
            </a:r>
            <a:r>
              <a:rPr lang="en-GB" sz="2500" b="1" dirty="0">
                <a:solidFill>
                  <a:srgbClr val="7030A0"/>
                </a:solidFill>
              </a:rPr>
              <a:t>state C</a:t>
            </a:r>
            <a:endParaRPr lang="en-PH" sz="2500" b="1" dirty="0">
              <a:solidFill>
                <a:srgbClr val="7030A0"/>
              </a:solidFill>
            </a:endParaRPr>
          </a:p>
        </p:txBody>
      </p:sp>
      <p:sp>
        <p:nvSpPr>
          <p:cNvPr id="3" name="Down Arrow 2">
            <a:extLst>
              <a:ext uri="{FF2B5EF4-FFF2-40B4-BE49-F238E27FC236}">
                <a16:creationId xmlns:a16="http://schemas.microsoft.com/office/drawing/2014/main" id="{A0684609-2587-0F77-58D6-76DF3051748E}"/>
              </a:ext>
            </a:extLst>
          </p:cNvPr>
          <p:cNvSpPr/>
          <p:nvPr/>
        </p:nvSpPr>
        <p:spPr>
          <a:xfrm rot="10800000" flipV="1">
            <a:off x="6599520" y="234596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506702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44CD152C-7CC2-20B4-11F0-23018509C056}"/>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8F5CC91F-EE19-7352-0EB3-6B43346E772D}"/>
              </a:ext>
            </a:extLst>
          </p:cNvPr>
          <p:cNvGraphicFramePr>
            <a:graphicFrameLocks noGrp="1"/>
          </p:cNvGraphicFramePr>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-1</a:t>
                      </a:r>
                    </a:p>
                  </a:txBody>
                  <a:tcPr anchor="ctr"/>
                </a:tc>
                <a:tc>
                  <a:txBody>
                    <a:bodyPr/>
                    <a:lstStyle/>
                    <a:p>
                      <a:pPr algn="ctr"/>
                      <a:r>
                        <a:rPr lang="en-US" sz="3000" b="1" dirty="0"/>
                        <a:t>-1</a:t>
                      </a:r>
                    </a:p>
                  </a:txBody>
                  <a:tcPr anchor="ctr"/>
                </a:tc>
                <a:extLst>
                  <a:ext uri="{0D108BD9-81ED-4DB2-BD59-A6C34878D82A}">
                    <a16:rowId xmlns:a16="http://schemas.microsoft.com/office/drawing/2014/main" val="3795677844"/>
                  </a:ext>
                </a:extLst>
              </a:tr>
              <a:tr h="1080000">
                <a:tc>
                  <a:txBody>
                    <a:bodyPr/>
                    <a:lstStyle/>
                    <a:p>
                      <a:pPr algn="ctr"/>
                      <a:r>
                        <a:rPr lang="en-US" sz="3000" b="1" dirty="0"/>
                        <a:t>-1</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4E347DE-B9FB-8B7D-162E-66857D157F81}"/>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5" name="TextBox 4">
                <a:extLst>
                  <a:ext uri="{FF2B5EF4-FFF2-40B4-BE49-F238E27FC236}">
                    <a16:creationId xmlns:a16="http://schemas.microsoft.com/office/drawing/2014/main" id="{24E347DE-B9FB-8B7D-162E-66857D157F81}"/>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BFBAF142-CBC4-417D-1E22-403CB2EE0296}"/>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xmlns="">
          <p:sp>
            <p:nvSpPr>
              <p:cNvPr id="8" name="TextBox 7">
                <a:extLst>
                  <a:ext uri="{FF2B5EF4-FFF2-40B4-BE49-F238E27FC236}">
                    <a16:creationId xmlns:a16="http://schemas.microsoft.com/office/drawing/2014/main" id="{BFBAF142-CBC4-417D-1E22-403CB2EE0296}"/>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4"/>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2F8CF337-4CE6-ACC6-6BA6-5FD3F3ABE2B2}"/>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18" name="TextBox 17">
            <a:extLst>
              <a:ext uri="{FF2B5EF4-FFF2-40B4-BE49-F238E27FC236}">
                <a16:creationId xmlns:a16="http://schemas.microsoft.com/office/drawing/2014/main" id="{8E85C0DC-0F9F-C815-BF7E-8682DAAF7810}"/>
              </a:ext>
            </a:extLst>
          </p:cNvPr>
          <p:cNvSpPr txBox="1"/>
          <p:nvPr/>
        </p:nvSpPr>
        <p:spPr>
          <a:xfrm>
            <a:off x="1924102" y="4898120"/>
            <a:ext cx="8343796" cy="861774"/>
          </a:xfrm>
          <a:prstGeom prst="rect">
            <a:avLst/>
          </a:prstGeom>
          <a:noFill/>
        </p:spPr>
        <p:txBody>
          <a:bodyPr wrap="square">
            <a:spAutoFit/>
          </a:bodyPr>
          <a:lstStyle/>
          <a:p>
            <a:pPr>
              <a:buNone/>
            </a:pPr>
            <a:r>
              <a:rPr lang="en-GB" sz="2500" dirty="0"/>
              <a:t>Similar to </a:t>
            </a:r>
            <a:r>
              <a:rPr lang="en-GB" sz="2500" b="1" dirty="0">
                <a:solidFill>
                  <a:srgbClr val="7030A0"/>
                </a:solidFill>
              </a:rPr>
              <a:t>state A and B</a:t>
            </a:r>
            <a:r>
              <a:rPr lang="en-GB" sz="2500" dirty="0"/>
              <a:t>, we use the Bellman equation to compute the action-value functions for </a:t>
            </a:r>
            <a:r>
              <a:rPr lang="en-GB" sz="2500" b="1" dirty="0">
                <a:solidFill>
                  <a:srgbClr val="7030A0"/>
                </a:solidFill>
              </a:rPr>
              <a:t>state C.</a:t>
            </a:r>
            <a:endParaRPr lang="en-PH" sz="2500" b="1" dirty="0">
              <a:solidFill>
                <a:srgbClr val="7030A0"/>
              </a:solidFill>
            </a:endParaRPr>
          </a:p>
        </p:txBody>
      </p:sp>
      <p:sp>
        <p:nvSpPr>
          <p:cNvPr id="2" name="Quad Arrow 1">
            <a:extLst>
              <a:ext uri="{FF2B5EF4-FFF2-40B4-BE49-F238E27FC236}">
                <a16:creationId xmlns:a16="http://schemas.microsoft.com/office/drawing/2014/main" id="{78992F05-F8F7-B8D6-24AA-F9F2B0958B4E}"/>
              </a:ext>
            </a:extLst>
          </p:cNvPr>
          <p:cNvSpPr/>
          <p:nvPr/>
        </p:nvSpPr>
        <p:spPr>
          <a:xfrm>
            <a:off x="8342880" y="69208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Down Arrow 3">
            <a:extLst>
              <a:ext uri="{FF2B5EF4-FFF2-40B4-BE49-F238E27FC236}">
                <a16:creationId xmlns:a16="http://schemas.microsoft.com/office/drawing/2014/main" id="{72766CAF-79F1-2987-F425-93EE00B99AF1}"/>
              </a:ext>
            </a:extLst>
          </p:cNvPr>
          <p:cNvSpPr/>
          <p:nvPr/>
        </p:nvSpPr>
        <p:spPr>
          <a:xfrm rot="10800000" flipV="1">
            <a:off x="10025582" y="69208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597427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8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6BD401D0-2640-F758-987F-328BEDC8F1E5}"/>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DF71E833-57F7-17D8-0C73-97144CE30A56}"/>
              </a:ext>
            </a:extLst>
          </p:cNvPr>
          <p:cNvGraphicFramePr>
            <a:graphicFrameLocks noGrp="1"/>
          </p:cNvGraphicFramePr>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-1</a:t>
                      </a:r>
                    </a:p>
                  </a:txBody>
                  <a:tcPr anchor="ctr"/>
                </a:tc>
                <a:tc>
                  <a:txBody>
                    <a:bodyPr/>
                    <a:lstStyle/>
                    <a:p>
                      <a:pPr algn="ctr"/>
                      <a:r>
                        <a:rPr lang="en-US" sz="3000" b="1" dirty="0"/>
                        <a:t>-1</a:t>
                      </a:r>
                    </a:p>
                  </a:txBody>
                  <a:tcPr anchor="ctr"/>
                </a:tc>
                <a:extLst>
                  <a:ext uri="{0D108BD9-81ED-4DB2-BD59-A6C34878D82A}">
                    <a16:rowId xmlns:a16="http://schemas.microsoft.com/office/drawing/2014/main" val="3795677844"/>
                  </a:ext>
                </a:extLst>
              </a:tr>
              <a:tr h="1080000">
                <a:tc>
                  <a:txBody>
                    <a:bodyPr/>
                    <a:lstStyle/>
                    <a:p>
                      <a:pPr algn="ctr"/>
                      <a:r>
                        <a:rPr lang="en-US" sz="3000" b="1" dirty="0"/>
                        <a:t>-1</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BCA7CBDF-11D5-CE68-D8CC-6DDA812DFE3A}"/>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5" name="TextBox 4">
                <a:extLst>
                  <a:ext uri="{FF2B5EF4-FFF2-40B4-BE49-F238E27FC236}">
                    <a16:creationId xmlns:a16="http://schemas.microsoft.com/office/drawing/2014/main" id="{BCA7CBDF-11D5-CE68-D8CC-6DDA812DFE3A}"/>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2DD7ADF2-0693-7451-432D-687697B95BEB}"/>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xmlns="">
          <p:sp>
            <p:nvSpPr>
              <p:cNvPr id="8" name="TextBox 7">
                <a:extLst>
                  <a:ext uri="{FF2B5EF4-FFF2-40B4-BE49-F238E27FC236}">
                    <a16:creationId xmlns:a16="http://schemas.microsoft.com/office/drawing/2014/main" id="{2DD7ADF2-0693-7451-432D-687697B95BEB}"/>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4"/>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6BA9FC5E-720D-3F9F-CE9E-CED99299C9A2}"/>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2" name="Quad Arrow 1">
            <a:extLst>
              <a:ext uri="{FF2B5EF4-FFF2-40B4-BE49-F238E27FC236}">
                <a16:creationId xmlns:a16="http://schemas.microsoft.com/office/drawing/2014/main" id="{9631E670-83A7-FDE3-0837-867C00497DFF}"/>
              </a:ext>
            </a:extLst>
          </p:cNvPr>
          <p:cNvSpPr/>
          <p:nvPr/>
        </p:nvSpPr>
        <p:spPr>
          <a:xfrm>
            <a:off x="8342880" y="69208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5FC68958-80CE-CD5D-FF66-5C986043677A}"/>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𝐶</m:t>
                          </m:r>
                          <m:r>
                            <a:rPr lang="en-PH" sz="3200" i="1" dirty="0" err="1">
                              <a:latin typeface="Cambria Math" panose="02040503050406030204" pitchFamily="18" charset="0"/>
                            </a:rPr>
                            <m:t>,</m:t>
                          </m:r>
                          <m:r>
                            <a:rPr lang="en-GB" sz="3200" b="0" i="1" dirty="0" smtClean="0">
                              <a:latin typeface="Cambria Math" panose="02040503050406030204" pitchFamily="18" charset="0"/>
                            </a:rPr>
                            <m:t>𝐿𝐸𝐹𝑇</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𝐶</m:t>
                          </m:r>
                        </m:e>
                      </m:d>
                    </m:oMath>
                  </m:oMathPara>
                </a14:m>
                <a:endParaRPr lang="en-GB" sz="3200" i="1" dirty="0">
                  <a:latin typeface="Cambria Math" panose="02040503050406030204" pitchFamily="18" charset="0"/>
                </a:endParaRPr>
              </a:p>
            </p:txBody>
          </p:sp>
        </mc:Choice>
        <mc:Fallback xmlns="">
          <p:sp>
            <p:nvSpPr>
              <p:cNvPr id="4" name="TextBox 3">
                <a:extLst>
                  <a:ext uri="{FF2B5EF4-FFF2-40B4-BE49-F238E27FC236}">
                    <a16:creationId xmlns:a16="http://schemas.microsoft.com/office/drawing/2014/main" id="{5FC68958-80CE-CD5D-FF66-5C986043677A}"/>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5"/>
                <a:stretch>
                  <a:fillRect b="-127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98C626F-8994-F401-E3E9-A41875860198}"/>
                  </a:ext>
                </a:extLst>
              </p:cNvPr>
              <p:cNvSpPr txBox="1"/>
              <p:nvPr/>
            </p:nvSpPr>
            <p:spPr>
              <a:xfrm>
                <a:off x="2936916" y="5421403"/>
                <a:ext cx="4581484"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𝐶</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GB" sz="3000" b="0" i="1" dirty="0" smtClean="0">
                          <a:latin typeface="Cambria Math" panose="02040503050406030204" pitchFamily="18" charset="0"/>
                        </a:rPr>
                        <m:t>=</m:t>
                      </m:r>
                      <m:r>
                        <a:rPr lang="en-PH" sz="3000" i="1" dirty="0">
                          <a:latin typeface="Cambria Math" panose="02040503050406030204" pitchFamily="18" charset="0"/>
                        </a:rPr>
                        <m:t>−1+</m:t>
                      </m:r>
                      <m:d>
                        <m:dPr>
                          <m:ctrlPr>
                            <a:rPr lang="en-PH" sz="3000" i="1" dirty="0">
                              <a:latin typeface="Cambria Math" panose="02040503050406030204" pitchFamily="18" charset="0"/>
                            </a:rPr>
                          </m:ctrlPr>
                        </m:dPr>
                        <m:e>
                          <m:r>
                            <a:rPr lang="en-PH" sz="3000" i="1" dirty="0">
                              <a:latin typeface="Cambria Math" panose="02040503050406030204" pitchFamily="18" charset="0"/>
                            </a:rPr>
                            <m:t>−1</m:t>
                          </m:r>
                        </m:e>
                      </m:d>
                    </m:oMath>
                  </m:oMathPara>
                </a14:m>
                <a:endParaRPr lang="en-GB" sz="3000" i="1" dirty="0">
                  <a:latin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198C626F-8994-F401-E3E9-A41875860198}"/>
                  </a:ext>
                </a:extLst>
              </p:cNvPr>
              <p:cNvSpPr txBox="1">
                <a:spLocks noRot="1" noChangeAspect="1" noMove="1" noResize="1" noEditPoints="1" noAdjustHandles="1" noChangeArrowheads="1" noChangeShapeType="1" noTextEdit="1"/>
              </p:cNvSpPr>
              <p:nvPr/>
            </p:nvSpPr>
            <p:spPr>
              <a:xfrm>
                <a:off x="2936916" y="5421403"/>
                <a:ext cx="4581484" cy="553998"/>
              </a:xfrm>
              <a:prstGeom prst="rect">
                <a:avLst/>
              </a:prstGeom>
              <a:blipFill>
                <a:blip r:embed="rId6"/>
                <a:stretch>
                  <a:fillRect b="-88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EB22EAB9-3DA4-A1B2-E134-917C530FA4B1}"/>
                  </a:ext>
                </a:extLst>
              </p:cNvPr>
              <p:cNvSpPr txBox="1"/>
              <p:nvPr/>
            </p:nvSpPr>
            <p:spPr>
              <a:xfrm>
                <a:off x="2936916" y="602163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𝐶</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PH" sz="3000" i="1" dirty="0">
                          <a:latin typeface="Cambria Math" panose="02040503050406030204" pitchFamily="18" charset="0"/>
                        </a:rPr>
                        <m:t>=−2</m:t>
                      </m:r>
                    </m:oMath>
                  </m:oMathPara>
                </a14:m>
                <a:endParaRPr lang="en-PH" sz="3000" dirty="0"/>
              </a:p>
            </p:txBody>
          </p:sp>
        </mc:Choice>
        <mc:Fallback xmlns="">
          <p:sp>
            <p:nvSpPr>
              <p:cNvPr id="7" name="TextBox 6">
                <a:extLst>
                  <a:ext uri="{FF2B5EF4-FFF2-40B4-BE49-F238E27FC236}">
                    <a16:creationId xmlns:a16="http://schemas.microsoft.com/office/drawing/2014/main" id="{EB22EAB9-3DA4-A1B2-E134-917C530FA4B1}"/>
                  </a:ext>
                </a:extLst>
              </p:cNvPr>
              <p:cNvSpPr txBox="1">
                <a:spLocks noRot="1" noChangeAspect="1" noMove="1" noResize="1" noEditPoints="1" noAdjustHandles="1" noChangeArrowheads="1" noChangeShapeType="1" noTextEdit="1"/>
              </p:cNvSpPr>
              <p:nvPr/>
            </p:nvSpPr>
            <p:spPr>
              <a:xfrm>
                <a:off x="2936916" y="6021630"/>
                <a:ext cx="3281680" cy="553998"/>
              </a:xfrm>
              <a:prstGeom prst="rect">
                <a:avLst/>
              </a:prstGeom>
              <a:blipFill>
                <a:blip r:embed="rId7"/>
                <a:stretch>
                  <a:fillRect b="-4167"/>
                </a:stretch>
              </a:blipFill>
              <a:ln w="38100">
                <a:solidFill>
                  <a:srgbClr val="00B050"/>
                </a:solidFill>
              </a:ln>
            </p:spPr>
            <p:txBody>
              <a:bodyPr/>
              <a:lstStyle/>
              <a:p>
                <a:r>
                  <a:rPr lang="en-US">
                    <a:noFill/>
                  </a:rPr>
                  <a:t> </a:t>
                </a:r>
              </a:p>
            </p:txBody>
          </p:sp>
        </mc:Fallback>
      </mc:AlternateContent>
      <p:sp>
        <p:nvSpPr>
          <p:cNvPr id="10" name="Down Arrow 9">
            <a:extLst>
              <a:ext uri="{FF2B5EF4-FFF2-40B4-BE49-F238E27FC236}">
                <a16:creationId xmlns:a16="http://schemas.microsoft.com/office/drawing/2014/main" id="{2B8F35C8-5C3D-14E8-DA64-BFD82214AD8E}"/>
              </a:ext>
            </a:extLst>
          </p:cNvPr>
          <p:cNvSpPr/>
          <p:nvPr/>
        </p:nvSpPr>
        <p:spPr>
          <a:xfrm rot="10800000" flipV="1">
            <a:off x="10025582" y="69208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1616937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344F20B0-57EB-6887-4E89-D78866A0047C}"/>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6062EA8F-2B28-792F-21C3-70F84292256A}"/>
              </a:ext>
            </a:extLst>
          </p:cNvPr>
          <p:cNvGraphicFramePr>
            <a:graphicFrameLocks noGrp="1"/>
          </p:cNvGraphicFramePr>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-1</a:t>
                      </a:r>
                    </a:p>
                  </a:txBody>
                  <a:tcPr anchor="ctr"/>
                </a:tc>
                <a:tc>
                  <a:txBody>
                    <a:bodyPr/>
                    <a:lstStyle/>
                    <a:p>
                      <a:pPr algn="ctr"/>
                      <a:r>
                        <a:rPr lang="en-US" sz="3000" b="1" dirty="0"/>
                        <a:t>-1</a:t>
                      </a:r>
                    </a:p>
                  </a:txBody>
                  <a:tcPr anchor="ctr"/>
                </a:tc>
                <a:extLst>
                  <a:ext uri="{0D108BD9-81ED-4DB2-BD59-A6C34878D82A}">
                    <a16:rowId xmlns:a16="http://schemas.microsoft.com/office/drawing/2014/main" val="3795677844"/>
                  </a:ext>
                </a:extLst>
              </a:tr>
              <a:tr h="1080000">
                <a:tc>
                  <a:txBody>
                    <a:bodyPr/>
                    <a:lstStyle/>
                    <a:p>
                      <a:pPr algn="ctr"/>
                      <a:r>
                        <a:rPr lang="en-US" sz="3000" b="1" dirty="0"/>
                        <a:t>-1</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3C698FE6-A527-A6B2-8EC7-CA3C292D223C}"/>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5" name="TextBox 4">
                <a:extLst>
                  <a:ext uri="{FF2B5EF4-FFF2-40B4-BE49-F238E27FC236}">
                    <a16:creationId xmlns:a16="http://schemas.microsoft.com/office/drawing/2014/main" id="{3C698FE6-A527-A6B2-8EC7-CA3C292D223C}"/>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CD461FAC-27A4-F38D-4391-A91721CD3032}"/>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xmlns="">
          <p:sp>
            <p:nvSpPr>
              <p:cNvPr id="8" name="TextBox 7">
                <a:extLst>
                  <a:ext uri="{FF2B5EF4-FFF2-40B4-BE49-F238E27FC236}">
                    <a16:creationId xmlns:a16="http://schemas.microsoft.com/office/drawing/2014/main" id="{CD461FAC-27A4-F38D-4391-A91721CD3032}"/>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4"/>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BE355103-A30A-608F-EF37-E431C9FA2174}"/>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2" name="Quad Arrow 1">
            <a:extLst>
              <a:ext uri="{FF2B5EF4-FFF2-40B4-BE49-F238E27FC236}">
                <a16:creationId xmlns:a16="http://schemas.microsoft.com/office/drawing/2014/main" id="{A8804705-8428-7FD5-C017-EB431A59F61F}"/>
              </a:ext>
            </a:extLst>
          </p:cNvPr>
          <p:cNvSpPr/>
          <p:nvPr/>
        </p:nvSpPr>
        <p:spPr>
          <a:xfrm>
            <a:off x="8342880" y="69208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204D864-E9A5-E6DF-82F0-84AB877C940F}"/>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𝐶</m:t>
                          </m:r>
                          <m:r>
                            <a:rPr lang="en-PH" sz="3200" i="1" dirty="0" err="1">
                              <a:latin typeface="Cambria Math" panose="02040503050406030204" pitchFamily="18" charset="0"/>
                            </a:rPr>
                            <m:t>,</m:t>
                          </m:r>
                          <m:r>
                            <a:rPr lang="en-GB" sz="3200" i="1" dirty="0">
                              <a:latin typeface="Cambria Math" panose="02040503050406030204" pitchFamily="18" charset="0"/>
                            </a:rPr>
                            <m:t>𝑅𝐼𝐺𝐻𝑇</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𝐷</m:t>
                          </m:r>
                        </m:e>
                      </m:d>
                    </m:oMath>
                  </m:oMathPara>
                </a14:m>
                <a:endParaRPr lang="en-GB" sz="3200" i="1" dirty="0">
                  <a:latin typeface="Cambria Math" panose="02040503050406030204" pitchFamily="18" charset="0"/>
                </a:endParaRPr>
              </a:p>
            </p:txBody>
          </p:sp>
        </mc:Choice>
        <mc:Fallback xmlns="">
          <p:sp>
            <p:nvSpPr>
              <p:cNvPr id="4" name="TextBox 3">
                <a:extLst>
                  <a:ext uri="{FF2B5EF4-FFF2-40B4-BE49-F238E27FC236}">
                    <a16:creationId xmlns:a16="http://schemas.microsoft.com/office/drawing/2014/main" id="{8204D864-E9A5-E6DF-82F0-84AB877C940F}"/>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5"/>
                <a:stretch>
                  <a:fillRect l="-524" b="-127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CDE037B-96AF-1F02-9885-731C1F60FB4C}"/>
                  </a:ext>
                </a:extLst>
              </p:cNvPr>
              <p:cNvSpPr txBox="1"/>
              <p:nvPr/>
            </p:nvSpPr>
            <p:spPr>
              <a:xfrm>
                <a:off x="2936916" y="5421403"/>
                <a:ext cx="4327484"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𝐶</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=−1+</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0</m:t>
                          </m:r>
                        </m:e>
                      </m:d>
                    </m:oMath>
                  </m:oMathPara>
                </a14:m>
                <a:endParaRPr lang="en-GB" sz="3000" i="1" dirty="0">
                  <a:latin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CCDE037B-96AF-1F02-9885-731C1F60FB4C}"/>
                  </a:ext>
                </a:extLst>
              </p:cNvPr>
              <p:cNvSpPr txBox="1">
                <a:spLocks noRot="1" noChangeAspect="1" noMove="1" noResize="1" noEditPoints="1" noAdjustHandles="1" noChangeArrowheads="1" noChangeShapeType="1" noTextEdit="1"/>
              </p:cNvSpPr>
              <p:nvPr/>
            </p:nvSpPr>
            <p:spPr>
              <a:xfrm>
                <a:off x="2936916" y="5421403"/>
                <a:ext cx="4327484" cy="553998"/>
              </a:xfrm>
              <a:prstGeom prst="rect">
                <a:avLst/>
              </a:prstGeom>
              <a:blipFill>
                <a:blip r:embed="rId6"/>
                <a:stretch>
                  <a:fillRect b="-88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E3ED8D7-A349-30FB-1968-B37379469FED}"/>
                  </a:ext>
                </a:extLst>
              </p:cNvPr>
              <p:cNvSpPr txBox="1"/>
              <p:nvPr/>
            </p:nvSpPr>
            <p:spPr>
              <a:xfrm>
                <a:off x="2936916" y="602163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𝐶</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m:t>
                      </m:r>
                      <m:r>
                        <a:rPr lang="en-GB" sz="3000" b="0" i="1" dirty="0" smtClean="0">
                          <a:latin typeface="Cambria Math" panose="02040503050406030204" pitchFamily="18" charset="0"/>
                        </a:rPr>
                        <m:t>1</m:t>
                      </m:r>
                    </m:oMath>
                  </m:oMathPara>
                </a14:m>
                <a:endParaRPr lang="en-PH" sz="3000" dirty="0"/>
              </a:p>
            </p:txBody>
          </p:sp>
        </mc:Choice>
        <mc:Fallback xmlns="">
          <p:sp>
            <p:nvSpPr>
              <p:cNvPr id="7" name="TextBox 6">
                <a:extLst>
                  <a:ext uri="{FF2B5EF4-FFF2-40B4-BE49-F238E27FC236}">
                    <a16:creationId xmlns:a16="http://schemas.microsoft.com/office/drawing/2014/main" id="{1E3ED8D7-A349-30FB-1968-B37379469FED}"/>
                  </a:ext>
                </a:extLst>
              </p:cNvPr>
              <p:cNvSpPr txBox="1">
                <a:spLocks noRot="1" noChangeAspect="1" noMove="1" noResize="1" noEditPoints="1" noAdjustHandles="1" noChangeArrowheads="1" noChangeShapeType="1" noTextEdit="1"/>
              </p:cNvSpPr>
              <p:nvPr/>
            </p:nvSpPr>
            <p:spPr>
              <a:xfrm>
                <a:off x="2936916" y="6021630"/>
                <a:ext cx="3281680" cy="553998"/>
              </a:xfrm>
              <a:prstGeom prst="rect">
                <a:avLst/>
              </a:prstGeom>
              <a:blipFill>
                <a:blip r:embed="rId7"/>
                <a:stretch>
                  <a:fillRect b="-4167"/>
                </a:stretch>
              </a:blipFill>
              <a:ln w="38100">
                <a:solidFill>
                  <a:srgbClr val="00B050"/>
                </a:solidFill>
              </a:ln>
            </p:spPr>
            <p:txBody>
              <a:bodyPr/>
              <a:lstStyle/>
              <a:p>
                <a:r>
                  <a:rPr lang="en-US">
                    <a:noFill/>
                  </a:rPr>
                  <a:t> </a:t>
                </a:r>
              </a:p>
            </p:txBody>
          </p:sp>
        </mc:Fallback>
      </mc:AlternateContent>
      <p:sp>
        <p:nvSpPr>
          <p:cNvPr id="10" name="Down Arrow 9">
            <a:extLst>
              <a:ext uri="{FF2B5EF4-FFF2-40B4-BE49-F238E27FC236}">
                <a16:creationId xmlns:a16="http://schemas.microsoft.com/office/drawing/2014/main" id="{A998CDEC-09EB-46B1-CAEC-5F65FCE77545}"/>
              </a:ext>
            </a:extLst>
          </p:cNvPr>
          <p:cNvSpPr/>
          <p:nvPr/>
        </p:nvSpPr>
        <p:spPr>
          <a:xfrm rot="10800000" flipV="1">
            <a:off x="10025582" y="69208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40019196"/>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3F2FC3F-5A14-D84D-6942-D6F641AC5014}"/>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E071EDE6-9FE7-D219-5B0E-B8AE73794BBE}"/>
              </a:ext>
            </a:extLst>
          </p:cNvPr>
          <p:cNvGraphicFramePr>
            <a:graphicFrameLocks noGrp="1"/>
          </p:cNvGraphicFramePr>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-1</a:t>
                      </a:r>
                    </a:p>
                  </a:txBody>
                  <a:tcPr anchor="ctr"/>
                </a:tc>
                <a:tc>
                  <a:txBody>
                    <a:bodyPr/>
                    <a:lstStyle/>
                    <a:p>
                      <a:pPr algn="ctr"/>
                      <a:r>
                        <a:rPr lang="en-US" sz="3000" b="1" dirty="0"/>
                        <a:t>-1</a:t>
                      </a:r>
                    </a:p>
                  </a:txBody>
                  <a:tcPr anchor="ctr"/>
                </a:tc>
                <a:extLst>
                  <a:ext uri="{0D108BD9-81ED-4DB2-BD59-A6C34878D82A}">
                    <a16:rowId xmlns:a16="http://schemas.microsoft.com/office/drawing/2014/main" val="3795677844"/>
                  </a:ext>
                </a:extLst>
              </a:tr>
              <a:tr h="1080000">
                <a:tc>
                  <a:txBody>
                    <a:bodyPr/>
                    <a:lstStyle/>
                    <a:p>
                      <a:pPr algn="ctr"/>
                      <a:r>
                        <a:rPr lang="en-US" sz="3000" b="1" dirty="0"/>
                        <a:t>-1</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DFE14435-7A44-FA95-9AD6-C7172532476E}"/>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5" name="TextBox 4">
                <a:extLst>
                  <a:ext uri="{FF2B5EF4-FFF2-40B4-BE49-F238E27FC236}">
                    <a16:creationId xmlns:a16="http://schemas.microsoft.com/office/drawing/2014/main" id="{DFE14435-7A44-FA95-9AD6-C7172532476E}"/>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9E7977F-3CAE-6A16-0939-256B96262390}"/>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xmlns="">
          <p:sp>
            <p:nvSpPr>
              <p:cNvPr id="8" name="TextBox 7">
                <a:extLst>
                  <a:ext uri="{FF2B5EF4-FFF2-40B4-BE49-F238E27FC236}">
                    <a16:creationId xmlns:a16="http://schemas.microsoft.com/office/drawing/2014/main" id="{39E7977F-3CAE-6A16-0939-256B96262390}"/>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4"/>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2440513E-E254-B355-EB16-E69A3A7CC2A6}"/>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2" name="Quad Arrow 1">
            <a:extLst>
              <a:ext uri="{FF2B5EF4-FFF2-40B4-BE49-F238E27FC236}">
                <a16:creationId xmlns:a16="http://schemas.microsoft.com/office/drawing/2014/main" id="{07F3CBCA-4DFB-9293-875B-EAFE0FF50221}"/>
              </a:ext>
            </a:extLst>
          </p:cNvPr>
          <p:cNvSpPr/>
          <p:nvPr/>
        </p:nvSpPr>
        <p:spPr>
          <a:xfrm>
            <a:off x="8342880" y="69208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AEED28-B6BA-01DA-5F47-E11DCF76E15F}"/>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𝐶</m:t>
                          </m:r>
                          <m:r>
                            <a:rPr lang="en-PH" sz="3200" i="1" dirty="0" err="1">
                              <a:latin typeface="Cambria Math" panose="02040503050406030204" pitchFamily="18" charset="0"/>
                            </a:rPr>
                            <m:t>,</m:t>
                          </m:r>
                          <m:r>
                            <a:rPr lang="en-GB" sz="3200" b="0" i="1" dirty="0" smtClean="0">
                              <a:latin typeface="Cambria Math" panose="02040503050406030204" pitchFamily="18" charset="0"/>
                            </a:rPr>
                            <m:t>𝐷𝑂𝑊𝑁</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𝐶</m:t>
                          </m:r>
                        </m:e>
                      </m:d>
                    </m:oMath>
                  </m:oMathPara>
                </a14:m>
                <a:endParaRPr lang="en-GB" sz="3200" i="1" dirty="0">
                  <a:latin typeface="Cambria Math" panose="02040503050406030204" pitchFamily="18" charset="0"/>
                </a:endParaRPr>
              </a:p>
            </p:txBody>
          </p:sp>
        </mc:Choice>
        <mc:Fallback xmlns="">
          <p:sp>
            <p:nvSpPr>
              <p:cNvPr id="4" name="TextBox 3">
                <a:extLst>
                  <a:ext uri="{FF2B5EF4-FFF2-40B4-BE49-F238E27FC236}">
                    <a16:creationId xmlns:a16="http://schemas.microsoft.com/office/drawing/2014/main" id="{8CAEED28-B6BA-01DA-5F47-E11DCF76E15F}"/>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5"/>
                <a:stretch>
                  <a:fillRect l="-524" b="-127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C609C6F-881C-5208-16BF-F3A7ACEFC61B}"/>
                  </a:ext>
                </a:extLst>
              </p:cNvPr>
              <p:cNvSpPr txBox="1"/>
              <p:nvPr/>
            </p:nvSpPr>
            <p:spPr>
              <a:xfrm>
                <a:off x="2936916" y="5421403"/>
                <a:ext cx="4530684"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𝐶</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=−1+</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−1</m:t>
                          </m:r>
                        </m:e>
                      </m:d>
                    </m:oMath>
                  </m:oMathPara>
                </a14:m>
                <a:endParaRPr lang="en-GB" sz="3000" i="1" dirty="0">
                  <a:latin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6C609C6F-881C-5208-16BF-F3A7ACEFC61B}"/>
                  </a:ext>
                </a:extLst>
              </p:cNvPr>
              <p:cNvSpPr txBox="1">
                <a:spLocks noRot="1" noChangeAspect="1" noMove="1" noResize="1" noEditPoints="1" noAdjustHandles="1" noChangeArrowheads="1" noChangeShapeType="1" noTextEdit="1"/>
              </p:cNvSpPr>
              <p:nvPr/>
            </p:nvSpPr>
            <p:spPr>
              <a:xfrm>
                <a:off x="2936916" y="5421403"/>
                <a:ext cx="4530684" cy="553998"/>
              </a:xfrm>
              <a:prstGeom prst="rect">
                <a:avLst/>
              </a:prstGeom>
              <a:blipFill>
                <a:blip r:embed="rId6"/>
                <a:stretch>
                  <a:fillRect l="-840" b="-88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9A651316-3534-9F54-0231-B1E021AB9BEE}"/>
                  </a:ext>
                </a:extLst>
              </p:cNvPr>
              <p:cNvSpPr txBox="1"/>
              <p:nvPr/>
            </p:nvSpPr>
            <p:spPr>
              <a:xfrm>
                <a:off x="2936916" y="602163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𝐶</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m:t>
                      </m:r>
                      <m:r>
                        <a:rPr lang="en-GB" sz="3000" b="0" i="1" dirty="0" smtClean="0">
                          <a:latin typeface="Cambria Math" panose="02040503050406030204" pitchFamily="18" charset="0"/>
                        </a:rPr>
                        <m:t>−2</m:t>
                      </m:r>
                    </m:oMath>
                  </m:oMathPara>
                </a14:m>
                <a:endParaRPr lang="en-PH" sz="3000" dirty="0"/>
              </a:p>
            </p:txBody>
          </p:sp>
        </mc:Choice>
        <mc:Fallback xmlns="">
          <p:sp>
            <p:nvSpPr>
              <p:cNvPr id="7" name="TextBox 6">
                <a:extLst>
                  <a:ext uri="{FF2B5EF4-FFF2-40B4-BE49-F238E27FC236}">
                    <a16:creationId xmlns:a16="http://schemas.microsoft.com/office/drawing/2014/main" id="{9A651316-3534-9F54-0231-B1E021AB9BEE}"/>
                  </a:ext>
                </a:extLst>
              </p:cNvPr>
              <p:cNvSpPr txBox="1">
                <a:spLocks noRot="1" noChangeAspect="1" noMove="1" noResize="1" noEditPoints="1" noAdjustHandles="1" noChangeArrowheads="1" noChangeShapeType="1" noTextEdit="1"/>
              </p:cNvSpPr>
              <p:nvPr/>
            </p:nvSpPr>
            <p:spPr>
              <a:xfrm>
                <a:off x="2936916" y="6021630"/>
                <a:ext cx="3281680" cy="553998"/>
              </a:xfrm>
              <a:prstGeom prst="rect">
                <a:avLst/>
              </a:prstGeom>
              <a:blipFill>
                <a:blip r:embed="rId7"/>
                <a:stretch>
                  <a:fillRect l="-380" r="-380" b="-4167"/>
                </a:stretch>
              </a:blipFill>
              <a:ln w="38100">
                <a:solidFill>
                  <a:srgbClr val="00B050"/>
                </a:solidFill>
              </a:ln>
            </p:spPr>
            <p:txBody>
              <a:bodyPr/>
              <a:lstStyle/>
              <a:p>
                <a:r>
                  <a:rPr lang="en-US">
                    <a:noFill/>
                  </a:rPr>
                  <a:t> </a:t>
                </a:r>
              </a:p>
            </p:txBody>
          </p:sp>
        </mc:Fallback>
      </mc:AlternateContent>
      <p:sp>
        <p:nvSpPr>
          <p:cNvPr id="10" name="Down Arrow 9">
            <a:extLst>
              <a:ext uri="{FF2B5EF4-FFF2-40B4-BE49-F238E27FC236}">
                <a16:creationId xmlns:a16="http://schemas.microsoft.com/office/drawing/2014/main" id="{D7CE435A-4CAF-9B88-2303-F78F61ECB097}"/>
              </a:ext>
            </a:extLst>
          </p:cNvPr>
          <p:cNvSpPr/>
          <p:nvPr/>
        </p:nvSpPr>
        <p:spPr>
          <a:xfrm rot="10800000" flipV="1">
            <a:off x="10025582" y="69208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9697320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ED861874-41A7-5BF1-E17A-2F2D111005F5}"/>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E34D8D48-AC49-A506-58B1-A498D925A1FC}"/>
              </a:ext>
            </a:extLst>
          </p:cNvPr>
          <p:cNvGraphicFramePr>
            <a:graphicFrameLocks noGrp="1"/>
          </p:cNvGraphicFramePr>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-1</a:t>
                      </a:r>
                    </a:p>
                  </a:txBody>
                  <a:tcPr anchor="ctr"/>
                </a:tc>
                <a:tc>
                  <a:txBody>
                    <a:bodyPr/>
                    <a:lstStyle/>
                    <a:p>
                      <a:pPr algn="ctr"/>
                      <a:r>
                        <a:rPr lang="en-US" sz="3000" b="1" dirty="0"/>
                        <a:t>-1</a:t>
                      </a:r>
                    </a:p>
                  </a:txBody>
                  <a:tcPr anchor="ctr"/>
                </a:tc>
                <a:extLst>
                  <a:ext uri="{0D108BD9-81ED-4DB2-BD59-A6C34878D82A}">
                    <a16:rowId xmlns:a16="http://schemas.microsoft.com/office/drawing/2014/main" val="3795677844"/>
                  </a:ext>
                </a:extLst>
              </a:tr>
              <a:tr h="1080000">
                <a:tc>
                  <a:txBody>
                    <a:bodyPr/>
                    <a:lstStyle/>
                    <a:p>
                      <a:pPr algn="ctr"/>
                      <a:r>
                        <a:rPr lang="en-US" sz="3000" b="1" dirty="0"/>
                        <a:t>-1</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1CF94FE7-8881-C27B-36D8-260DD45CE17F}"/>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5" name="TextBox 4">
                <a:extLst>
                  <a:ext uri="{FF2B5EF4-FFF2-40B4-BE49-F238E27FC236}">
                    <a16:creationId xmlns:a16="http://schemas.microsoft.com/office/drawing/2014/main" id="{1CF94FE7-8881-C27B-36D8-260DD45CE17F}"/>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A798885-97FA-5E88-9203-7D67C44D0538}"/>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xmlns="">
          <p:sp>
            <p:nvSpPr>
              <p:cNvPr id="8" name="TextBox 7">
                <a:extLst>
                  <a:ext uri="{FF2B5EF4-FFF2-40B4-BE49-F238E27FC236}">
                    <a16:creationId xmlns:a16="http://schemas.microsoft.com/office/drawing/2014/main" id="{8A798885-97FA-5E88-9203-7D67C44D0538}"/>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4"/>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C766564E-7FA2-F667-05C7-C0FCEAE1BF7D}"/>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2" name="Quad Arrow 1">
            <a:extLst>
              <a:ext uri="{FF2B5EF4-FFF2-40B4-BE49-F238E27FC236}">
                <a16:creationId xmlns:a16="http://schemas.microsoft.com/office/drawing/2014/main" id="{854B6426-C4C9-490D-84AB-74BA3494AA22}"/>
              </a:ext>
            </a:extLst>
          </p:cNvPr>
          <p:cNvSpPr/>
          <p:nvPr/>
        </p:nvSpPr>
        <p:spPr>
          <a:xfrm>
            <a:off x="8342880" y="69208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1071AB4-A4D5-7F05-CA39-1869C2424C9C}"/>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𝐵</m:t>
                          </m:r>
                          <m:r>
                            <a:rPr lang="en-PH" sz="3200" i="1" dirty="0" err="1">
                              <a:latin typeface="Cambria Math" panose="02040503050406030204" pitchFamily="18" charset="0"/>
                            </a:rPr>
                            <m:t>,</m:t>
                          </m:r>
                          <m:r>
                            <a:rPr lang="en-GB" sz="3200" b="0" i="1" dirty="0" smtClean="0">
                              <a:latin typeface="Cambria Math" panose="02040503050406030204" pitchFamily="18" charset="0"/>
                            </a:rPr>
                            <m:t>𝑈𝑃</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𝐴</m:t>
                          </m:r>
                        </m:e>
                      </m:d>
                    </m:oMath>
                  </m:oMathPara>
                </a14:m>
                <a:endParaRPr lang="en-GB" sz="3200" i="1" dirty="0">
                  <a:latin typeface="Cambria Math" panose="02040503050406030204" pitchFamily="18" charset="0"/>
                </a:endParaRPr>
              </a:p>
            </p:txBody>
          </p:sp>
        </mc:Choice>
        <mc:Fallback xmlns="">
          <p:sp>
            <p:nvSpPr>
              <p:cNvPr id="4" name="TextBox 3">
                <a:extLst>
                  <a:ext uri="{FF2B5EF4-FFF2-40B4-BE49-F238E27FC236}">
                    <a16:creationId xmlns:a16="http://schemas.microsoft.com/office/drawing/2014/main" id="{31071AB4-A4D5-7F05-CA39-1869C2424C9C}"/>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5"/>
                <a:stretch>
                  <a:fillRect b="-127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1473C25-3C46-72FC-D4F2-1C61E01BB452}"/>
                  </a:ext>
                </a:extLst>
              </p:cNvPr>
              <p:cNvSpPr txBox="1"/>
              <p:nvPr/>
            </p:nvSpPr>
            <p:spPr>
              <a:xfrm>
                <a:off x="2936916" y="5421403"/>
                <a:ext cx="4672924"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𝐵</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=−1+</m:t>
                      </m:r>
                      <m:d>
                        <m:dPr>
                          <m:ctrlPr>
                            <a:rPr lang="en-PH" sz="3000" i="1" dirty="0">
                              <a:latin typeface="Cambria Math" panose="02040503050406030204" pitchFamily="18" charset="0"/>
                            </a:rPr>
                          </m:ctrlPr>
                        </m:dPr>
                        <m:e>
                          <m:r>
                            <a:rPr lang="en-PH" sz="3000" i="1" dirty="0">
                              <a:latin typeface="Cambria Math" panose="02040503050406030204" pitchFamily="18" charset="0"/>
                            </a:rPr>
                            <m:t>−1</m:t>
                          </m:r>
                        </m:e>
                      </m:d>
                    </m:oMath>
                  </m:oMathPara>
                </a14:m>
                <a:endParaRPr lang="en-GB" sz="3000" i="1" dirty="0">
                  <a:latin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51473C25-3C46-72FC-D4F2-1C61E01BB452}"/>
                  </a:ext>
                </a:extLst>
              </p:cNvPr>
              <p:cNvSpPr txBox="1">
                <a:spLocks noRot="1" noChangeAspect="1" noMove="1" noResize="1" noEditPoints="1" noAdjustHandles="1" noChangeArrowheads="1" noChangeShapeType="1" noTextEdit="1"/>
              </p:cNvSpPr>
              <p:nvPr/>
            </p:nvSpPr>
            <p:spPr>
              <a:xfrm>
                <a:off x="2936916" y="5421403"/>
                <a:ext cx="4672924" cy="553998"/>
              </a:xfrm>
              <a:prstGeom prst="rect">
                <a:avLst/>
              </a:prstGeom>
              <a:blipFill>
                <a:blip r:embed="rId6"/>
                <a:stretch>
                  <a:fillRect b="-88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2935A32-B34E-6CA7-BC48-55CC3B302410}"/>
                  </a:ext>
                </a:extLst>
              </p:cNvPr>
              <p:cNvSpPr txBox="1"/>
              <p:nvPr/>
            </p:nvSpPr>
            <p:spPr>
              <a:xfrm>
                <a:off x="2936916" y="602163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𝐵</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=−2</m:t>
                      </m:r>
                    </m:oMath>
                  </m:oMathPara>
                </a14:m>
                <a:endParaRPr lang="en-PH" sz="3000" dirty="0"/>
              </a:p>
            </p:txBody>
          </p:sp>
        </mc:Choice>
        <mc:Fallback xmlns="">
          <p:sp>
            <p:nvSpPr>
              <p:cNvPr id="7" name="TextBox 6">
                <a:extLst>
                  <a:ext uri="{FF2B5EF4-FFF2-40B4-BE49-F238E27FC236}">
                    <a16:creationId xmlns:a16="http://schemas.microsoft.com/office/drawing/2014/main" id="{52935A32-B34E-6CA7-BC48-55CC3B302410}"/>
                  </a:ext>
                </a:extLst>
              </p:cNvPr>
              <p:cNvSpPr txBox="1">
                <a:spLocks noRot="1" noChangeAspect="1" noMove="1" noResize="1" noEditPoints="1" noAdjustHandles="1" noChangeArrowheads="1" noChangeShapeType="1" noTextEdit="1"/>
              </p:cNvSpPr>
              <p:nvPr/>
            </p:nvSpPr>
            <p:spPr>
              <a:xfrm>
                <a:off x="2936916" y="6021630"/>
                <a:ext cx="3281680" cy="553998"/>
              </a:xfrm>
              <a:prstGeom prst="rect">
                <a:avLst/>
              </a:prstGeom>
              <a:blipFill>
                <a:blip r:embed="rId7"/>
                <a:stretch>
                  <a:fillRect b="-4167"/>
                </a:stretch>
              </a:blipFill>
              <a:ln w="38100">
                <a:solidFill>
                  <a:srgbClr val="00B050"/>
                </a:solidFill>
              </a:ln>
            </p:spPr>
            <p:txBody>
              <a:bodyPr/>
              <a:lstStyle/>
              <a:p>
                <a:r>
                  <a:rPr lang="en-US">
                    <a:noFill/>
                  </a:rPr>
                  <a:t> </a:t>
                </a:r>
              </a:p>
            </p:txBody>
          </p:sp>
        </mc:Fallback>
      </mc:AlternateContent>
      <p:sp>
        <p:nvSpPr>
          <p:cNvPr id="10" name="Down Arrow 9">
            <a:extLst>
              <a:ext uri="{FF2B5EF4-FFF2-40B4-BE49-F238E27FC236}">
                <a16:creationId xmlns:a16="http://schemas.microsoft.com/office/drawing/2014/main" id="{407A943F-A53E-AD14-92D6-143C99F6E698}"/>
              </a:ext>
            </a:extLst>
          </p:cNvPr>
          <p:cNvSpPr/>
          <p:nvPr/>
        </p:nvSpPr>
        <p:spPr>
          <a:xfrm rot="10800000" flipV="1">
            <a:off x="10025582" y="69208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2987484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668D6-E368-19F5-B740-0EB810DFFDE8}"/>
            </a:ext>
          </a:extLst>
        </p:cNvPr>
        <p:cNvGrpSpPr/>
        <p:nvPr/>
      </p:nvGrpSpPr>
      <p:grpSpPr>
        <a:xfrm>
          <a:off x="0" y="0"/>
          <a:ext cx="0" cy="0"/>
          <a:chOff x="0" y="0"/>
          <a:chExt cx="0" cy="0"/>
        </a:xfrm>
      </p:grpSpPr>
      <p:graphicFrame>
        <p:nvGraphicFramePr>
          <p:cNvPr id="9" name="Table 8">
            <a:extLst>
              <a:ext uri="{FF2B5EF4-FFF2-40B4-BE49-F238E27FC236}">
                <a16:creationId xmlns:a16="http://schemas.microsoft.com/office/drawing/2014/main" id="{C6F4F4FB-2631-662D-5FCB-8D93DD22D2D2}"/>
              </a:ext>
            </a:extLst>
          </p:cNvPr>
          <p:cNvGraphicFramePr>
            <a:graphicFrameLocks noGrp="1"/>
          </p:cNvGraphicFramePr>
          <p:nvPr/>
        </p:nvGraphicFramePr>
        <p:xfrm>
          <a:off x="4671840" y="226468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10" name="Quad Arrow 9">
            <a:extLst>
              <a:ext uri="{FF2B5EF4-FFF2-40B4-BE49-F238E27FC236}">
                <a16:creationId xmlns:a16="http://schemas.microsoft.com/office/drawing/2014/main" id="{5A2FF80B-D69D-D708-FA5D-597018999306}"/>
              </a:ext>
            </a:extLst>
          </p:cNvPr>
          <p:cNvSpPr/>
          <p:nvPr/>
        </p:nvSpPr>
        <p:spPr>
          <a:xfrm>
            <a:off x="4979920" y="234596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9A571F58-C971-37BA-BB21-0BC5204ACA1D}"/>
                  </a:ext>
                </a:extLst>
              </p:cNvPr>
              <p:cNvSpPr txBox="1"/>
              <p:nvPr/>
            </p:nvSpPr>
            <p:spPr>
              <a:xfrm>
                <a:off x="589280" y="3152001"/>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PH" sz="3000" i="1" dirty="0">
                          <a:latin typeface="Cambria Math" panose="02040503050406030204" pitchFamily="18" charset="0"/>
                        </a:rPr>
                        <m:t>=−2</m:t>
                      </m:r>
                    </m:oMath>
                  </m:oMathPara>
                </a14:m>
                <a:endParaRPr lang="en-PH" sz="3000" dirty="0"/>
              </a:p>
            </p:txBody>
          </p:sp>
        </mc:Choice>
        <mc:Fallback xmlns="">
          <p:sp>
            <p:nvSpPr>
              <p:cNvPr id="2" name="TextBox 1">
                <a:extLst>
                  <a:ext uri="{FF2B5EF4-FFF2-40B4-BE49-F238E27FC236}">
                    <a16:creationId xmlns:a16="http://schemas.microsoft.com/office/drawing/2014/main" id="{9A571F58-C971-37BA-BB21-0BC5204ACA1D}"/>
                  </a:ext>
                </a:extLst>
              </p:cNvPr>
              <p:cNvSpPr txBox="1">
                <a:spLocks noRot="1" noChangeAspect="1" noMove="1" noResize="1" noEditPoints="1" noAdjustHandles="1" noChangeArrowheads="1" noChangeShapeType="1" noTextEdit="1"/>
              </p:cNvSpPr>
              <p:nvPr/>
            </p:nvSpPr>
            <p:spPr>
              <a:xfrm>
                <a:off x="589280" y="3152001"/>
                <a:ext cx="3281680" cy="553998"/>
              </a:xfrm>
              <a:prstGeom prst="rect">
                <a:avLst/>
              </a:prstGeom>
              <a:blipFill>
                <a:blip r:embed="rId2"/>
                <a:stretch>
                  <a:fillRect b="-6250"/>
                </a:stretch>
              </a:blipFill>
              <a:ln w="38100">
                <a:solidFill>
                  <a:srgbClr val="00B05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74400918-ADC7-DFEB-B545-C43544877F3A}"/>
                  </a:ext>
                </a:extLst>
              </p:cNvPr>
              <p:cNvSpPr txBox="1"/>
              <p:nvPr/>
            </p:nvSpPr>
            <p:spPr>
              <a:xfrm>
                <a:off x="8088036" y="3152001"/>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m:t>
                      </m:r>
                      <m:r>
                        <a:rPr lang="en-GB" sz="3000" b="0" i="1" dirty="0" smtClean="0">
                          <a:latin typeface="Cambria Math" panose="02040503050406030204" pitchFamily="18" charset="0"/>
                        </a:rPr>
                        <m:t>1</m:t>
                      </m:r>
                    </m:oMath>
                  </m:oMathPara>
                </a14:m>
                <a:endParaRPr lang="en-PH" sz="3000" dirty="0"/>
              </a:p>
            </p:txBody>
          </p:sp>
        </mc:Choice>
        <mc:Fallback xmlns="">
          <p:sp>
            <p:nvSpPr>
              <p:cNvPr id="4" name="TextBox 3">
                <a:extLst>
                  <a:ext uri="{FF2B5EF4-FFF2-40B4-BE49-F238E27FC236}">
                    <a16:creationId xmlns:a16="http://schemas.microsoft.com/office/drawing/2014/main" id="{74400918-ADC7-DFEB-B545-C43544877F3A}"/>
                  </a:ext>
                </a:extLst>
              </p:cNvPr>
              <p:cNvSpPr txBox="1">
                <a:spLocks noRot="1" noChangeAspect="1" noMove="1" noResize="1" noEditPoints="1" noAdjustHandles="1" noChangeArrowheads="1" noChangeShapeType="1" noTextEdit="1"/>
              </p:cNvSpPr>
              <p:nvPr/>
            </p:nvSpPr>
            <p:spPr>
              <a:xfrm>
                <a:off x="8088036" y="3152001"/>
                <a:ext cx="3281680" cy="553998"/>
              </a:xfrm>
              <a:prstGeom prst="rect">
                <a:avLst/>
              </a:prstGeom>
              <a:blipFill>
                <a:blip r:embed="rId3"/>
                <a:stretch>
                  <a:fillRect b="-6250"/>
                </a:stretch>
              </a:blipFill>
              <a:ln w="38100">
                <a:solidFill>
                  <a:srgbClr val="00B05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8AB1BEE3-CEB8-7C59-0F55-34B6CA551346}"/>
                  </a:ext>
                </a:extLst>
              </p:cNvPr>
              <p:cNvSpPr txBox="1"/>
              <p:nvPr/>
            </p:nvSpPr>
            <p:spPr>
              <a:xfrm>
                <a:off x="4455160" y="116724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=−2</m:t>
                      </m:r>
                    </m:oMath>
                  </m:oMathPara>
                </a14:m>
                <a:endParaRPr lang="en-PH" sz="3000" dirty="0"/>
              </a:p>
            </p:txBody>
          </p:sp>
        </mc:Choice>
        <mc:Fallback xmlns="">
          <p:sp>
            <p:nvSpPr>
              <p:cNvPr id="7" name="TextBox 6">
                <a:extLst>
                  <a:ext uri="{FF2B5EF4-FFF2-40B4-BE49-F238E27FC236}">
                    <a16:creationId xmlns:a16="http://schemas.microsoft.com/office/drawing/2014/main" id="{8AB1BEE3-CEB8-7C59-0F55-34B6CA551346}"/>
                  </a:ext>
                </a:extLst>
              </p:cNvPr>
              <p:cNvSpPr txBox="1">
                <a:spLocks noRot="1" noChangeAspect="1" noMove="1" noResize="1" noEditPoints="1" noAdjustHandles="1" noChangeArrowheads="1" noChangeShapeType="1" noTextEdit="1"/>
              </p:cNvSpPr>
              <p:nvPr/>
            </p:nvSpPr>
            <p:spPr>
              <a:xfrm>
                <a:off x="4455160" y="1167240"/>
                <a:ext cx="3281680" cy="553998"/>
              </a:xfrm>
              <a:prstGeom prst="rect">
                <a:avLst/>
              </a:prstGeom>
              <a:blipFill>
                <a:blip r:embed="rId4"/>
                <a:stretch>
                  <a:fillRect b="-6383"/>
                </a:stretch>
              </a:blipFill>
              <a:ln w="38100">
                <a:solidFill>
                  <a:srgbClr val="00B05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6D6FC225-EEEA-AE0B-7178-EC61B518A9F0}"/>
                  </a:ext>
                </a:extLst>
              </p:cNvPr>
              <p:cNvSpPr txBox="1"/>
              <p:nvPr/>
            </p:nvSpPr>
            <p:spPr>
              <a:xfrm>
                <a:off x="4455160" y="4691123"/>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m:t>
                      </m:r>
                      <m:r>
                        <a:rPr lang="en-GB" sz="3000" b="0" i="1" dirty="0" smtClean="0">
                          <a:latin typeface="Cambria Math" panose="02040503050406030204" pitchFamily="18" charset="0"/>
                        </a:rPr>
                        <m:t>2</m:t>
                      </m:r>
                    </m:oMath>
                  </m:oMathPara>
                </a14:m>
                <a:endParaRPr lang="en-PH" sz="3000" dirty="0"/>
              </a:p>
            </p:txBody>
          </p:sp>
        </mc:Choice>
        <mc:Fallback xmlns="">
          <p:sp>
            <p:nvSpPr>
              <p:cNvPr id="11" name="TextBox 10">
                <a:extLst>
                  <a:ext uri="{FF2B5EF4-FFF2-40B4-BE49-F238E27FC236}">
                    <a16:creationId xmlns:a16="http://schemas.microsoft.com/office/drawing/2014/main" id="{6D6FC225-EEEA-AE0B-7178-EC61B518A9F0}"/>
                  </a:ext>
                </a:extLst>
              </p:cNvPr>
              <p:cNvSpPr txBox="1">
                <a:spLocks noRot="1" noChangeAspect="1" noMove="1" noResize="1" noEditPoints="1" noAdjustHandles="1" noChangeArrowheads="1" noChangeShapeType="1" noTextEdit="1"/>
              </p:cNvSpPr>
              <p:nvPr/>
            </p:nvSpPr>
            <p:spPr>
              <a:xfrm>
                <a:off x="4455160" y="4691123"/>
                <a:ext cx="3281680" cy="553998"/>
              </a:xfrm>
              <a:prstGeom prst="rect">
                <a:avLst/>
              </a:prstGeom>
              <a:blipFill>
                <a:blip r:embed="rId5"/>
                <a:stretch>
                  <a:fillRect l="-382" r="-382" b="-6383"/>
                </a:stretch>
              </a:blipFill>
              <a:ln w="38100">
                <a:solidFill>
                  <a:srgbClr val="00B050"/>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312AD189-8E45-76BD-9E12-3B6DEFCDD20E}"/>
              </a:ext>
            </a:extLst>
          </p:cNvPr>
          <p:cNvSpPr txBox="1"/>
          <p:nvPr/>
        </p:nvSpPr>
        <p:spPr>
          <a:xfrm>
            <a:off x="2209800" y="5511564"/>
            <a:ext cx="7889240" cy="477054"/>
          </a:xfrm>
          <a:prstGeom prst="rect">
            <a:avLst/>
          </a:prstGeom>
          <a:noFill/>
        </p:spPr>
        <p:txBody>
          <a:bodyPr wrap="square">
            <a:spAutoFit/>
          </a:bodyPr>
          <a:lstStyle/>
          <a:p>
            <a:pPr>
              <a:buNone/>
            </a:pPr>
            <a:r>
              <a:rPr lang="en-GB" sz="2500" dirty="0"/>
              <a:t>We can now map the value for each </a:t>
            </a:r>
            <a:r>
              <a:rPr lang="en-GB" sz="2500" b="1" dirty="0">
                <a:solidFill>
                  <a:srgbClr val="FF0000"/>
                </a:solidFill>
              </a:rPr>
              <a:t>action</a:t>
            </a:r>
            <a:r>
              <a:rPr lang="en-GB" sz="2500" dirty="0"/>
              <a:t> from </a:t>
            </a:r>
            <a:r>
              <a:rPr lang="en-GB" sz="2500" b="1" dirty="0">
                <a:solidFill>
                  <a:srgbClr val="7030A0"/>
                </a:solidFill>
              </a:rPr>
              <a:t>state C</a:t>
            </a:r>
            <a:endParaRPr lang="en-PH" sz="2500" b="1" dirty="0">
              <a:solidFill>
                <a:srgbClr val="7030A0"/>
              </a:solidFill>
            </a:endParaRPr>
          </a:p>
        </p:txBody>
      </p:sp>
      <p:sp>
        <p:nvSpPr>
          <p:cNvPr id="3" name="Down Arrow 2">
            <a:extLst>
              <a:ext uri="{FF2B5EF4-FFF2-40B4-BE49-F238E27FC236}">
                <a16:creationId xmlns:a16="http://schemas.microsoft.com/office/drawing/2014/main" id="{FC2DA4A2-F82E-8F2A-A0CA-81E1F5E1E118}"/>
              </a:ext>
            </a:extLst>
          </p:cNvPr>
          <p:cNvSpPr/>
          <p:nvPr/>
        </p:nvSpPr>
        <p:spPr>
          <a:xfrm rot="10800000" flipV="1">
            <a:off x="6599520" y="234596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52756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
                                        </p:tgtEl>
                                        <p:attrNameLst>
                                          <p:attrName>style.visibility</p:attrName>
                                        </p:attrNameLst>
                                      </p:cBhvr>
                                      <p:to>
                                        <p:strVal val="visible"/>
                                      </p:to>
                                    </p:set>
                                    <p:animEffect transition="in" filter="fade">
                                      <p:cBhvr>
                                        <p:cTn id="12" dur="500"/>
                                        <p:tgtEl>
                                          <p:spTgt spid="2"/>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500"/>
                                        <p:tgtEl>
                                          <p:spTgt spid="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gtEl>
                                        <p:attrNameLst>
                                          <p:attrName>style.visibility</p:attrName>
                                        </p:attrNameLst>
                                      </p:cBhvr>
                                      <p:to>
                                        <p:strVal val="visible"/>
                                      </p:to>
                                    </p:set>
                                    <p:animEffect transition="in" filter="fade">
                                      <p:cBhvr>
                                        <p:cTn id="18" dur="500"/>
                                        <p:tgtEl>
                                          <p:spTgt spid="4"/>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7" grpId="0" animBg="1"/>
      <p:bldP spid="11" grpId="0" animBg="1"/>
      <p:bldP spid="12" grpId="0"/>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E7E2B6-3E59-48DB-6A84-2536BEB5488B}"/>
            </a:ext>
          </a:extLst>
        </p:cNvPr>
        <p:cNvGrpSpPr/>
        <p:nvPr/>
      </p:nvGrpSpPr>
      <p:grpSpPr>
        <a:xfrm>
          <a:off x="0" y="0"/>
          <a:ext cx="0" cy="0"/>
          <a:chOff x="0" y="0"/>
          <a:chExt cx="0" cy="0"/>
        </a:xfrm>
      </p:grpSpPr>
      <p:graphicFrame>
        <p:nvGraphicFramePr>
          <p:cNvPr id="9" name="Table 8">
            <a:extLst>
              <a:ext uri="{FF2B5EF4-FFF2-40B4-BE49-F238E27FC236}">
                <a16:creationId xmlns:a16="http://schemas.microsoft.com/office/drawing/2014/main" id="{8FBA901C-484C-FF46-E430-0BAF829ECD02}"/>
              </a:ext>
            </a:extLst>
          </p:cNvPr>
          <p:cNvGraphicFramePr>
            <a:graphicFrameLocks noGrp="1"/>
          </p:cNvGraphicFramePr>
          <p:nvPr/>
        </p:nvGraphicFramePr>
        <p:xfrm>
          <a:off x="4671840" y="226468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10" name="Quad Arrow 9">
            <a:extLst>
              <a:ext uri="{FF2B5EF4-FFF2-40B4-BE49-F238E27FC236}">
                <a16:creationId xmlns:a16="http://schemas.microsoft.com/office/drawing/2014/main" id="{CE472D2A-ACB9-2C58-A87D-4B6924C28F14}"/>
              </a:ext>
            </a:extLst>
          </p:cNvPr>
          <p:cNvSpPr/>
          <p:nvPr/>
        </p:nvSpPr>
        <p:spPr>
          <a:xfrm>
            <a:off x="4979920" y="234596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7A0100D0-54BF-4DFB-E98C-96A7D48477EC}"/>
                  </a:ext>
                </a:extLst>
              </p:cNvPr>
              <p:cNvSpPr txBox="1"/>
              <p:nvPr/>
            </p:nvSpPr>
            <p:spPr>
              <a:xfrm>
                <a:off x="589280" y="3152001"/>
                <a:ext cx="3281680" cy="553998"/>
              </a:xfrm>
              <a:prstGeom prst="rect">
                <a:avLst/>
              </a:prstGeom>
              <a:noFill/>
              <a:ln w="38100">
                <a:no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PH" sz="3000" i="1" dirty="0">
                          <a:latin typeface="Cambria Math" panose="02040503050406030204" pitchFamily="18" charset="0"/>
                        </a:rPr>
                        <m:t>=−2</m:t>
                      </m:r>
                    </m:oMath>
                  </m:oMathPara>
                </a14:m>
                <a:endParaRPr lang="en-PH" sz="3000" dirty="0"/>
              </a:p>
            </p:txBody>
          </p:sp>
        </mc:Choice>
        <mc:Fallback xmlns="">
          <p:sp>
            <p:nvSpPr>
              <p:cNvPr id="2" name="TextBox 1">
                <a:extLst>
                  <a:ext uri="{FF2B5EF4-FFF2-40B4-BE49-F238E27FC236}">
                    <a16:creationId xmlns:a16="http://schemas.microsoft.com/office/drawing/2014/main" id="{7A0100D0-54BF-4DFB-E98C-96A7D48477EC}"/>
                  </a:ext>
                </a:extLst>
              </p:cNvPr>
              <p:cNvSpPr txBox="1">
                <a:spLocks noRot="1" noChangeAspect="1" noMove="1" noResize="1" noEditPoints="1" noAdjustHandles="1" noChangeArrowheads="1" noChangeShapeType="1" noTextEdit="1"/>
              </p:cNvSpPr>
              <p:nvPr/>
            </p:nvSpPr>
            <p:spPr>
              <a:xfrm>
                <a:off x="589280" y="3152001"/>
                <a:ext cx="3281680" cy="553998"/>
              </a:xfrm>
              <a:prstGeom prst="rect">
                <a:avLst/>
              </a:prstGeom>
              <a:blipFill>
                <a:blip r:embed="rId2"/>
                <a:stretch>
                  <a:fillRect b="-11364"/>
                </a:stretch>
              </a:blipFill>
              <a:ln w="38100">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84DAE39-A96D-1C17-BEEC-D3642145B05D}"/>
                  </a:ext>
                </a:extLst>
              </p:cNvPr>
              <p:cNvSpPr txBox="1"/>
              <p:nvPr/>
            </p:nvSpPr>
            <p:spPr>
              <a:xfrm>
                <a:off x="8088036" y="3152001"/>
                <a:ext cx="3281680" cy="553998"/>
              </a:xfrm>
              <a:prstGeom prst="rect">
                <a:avLst/>
              </a:prstGeom>
              <a:noFill/>
              <a:ln w="38100">
                <a:no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m:t>
                      </m:r>
                      <m:r>
                        <a:rPr lang="en-GB" sz="3000" b="0" i="1" dirty="0" smtClean="0">
                          <a:latin typeface="Cambria Math" panose="02040503050406030204" pitchFamily="18" charset="0"/>
                        </a:rPr>
                        <m:t>1</m:t>
                      </m:r>
                    </m:oMath>
                  </m:oMathPara>
                </a14:m>
                <a:endParaRPr lang="en-PH" sz="3000" dirty="0"/>
              </a:p>
            </p:txBody>
          </p:sp>
        </mc:Choice>
        <mc:Fallback xmlns="">
          <p:sp>
            <p:nvSpPr>
              <p:cNvPr id="4" name="TextBox 3">
                <a:extLst>
                  <a:ext uri="{FF2B5EF4-FFF2-40B4-BE49-F238E27FC236}">
                    <a16:creationId xmlns:a16="http://schemas.microsoft.com/office/drawing/2014/main" id="{384DAE39-A96D-1C17-BEEC-D3642145B05D}"/>
                  </a:ext>
                </a:extLst>
              </p:cNvPr>
              <p:cNvSpPr txBox="1">
                <a:spLocks noRot="1" noChangeAspect="1" noMove="1" noResize="1" noEditPoints="1" noAdjustHandles="1" noChangeArrowheads="1" noChangeShapeType="1" noTextEdit="1"/>
              </p:cNvSpPr>
              <p:nvPr/>
            </p:nvSpPr>
            <p:spPr>
              <a:xfrm>
                <a:off x="8088036" y="3152001"/>
                <a:ext cx="3281680" cy="553998"/>
              </a:xfrm>
              <a:prstGeom prst="rect">
                <a:avLst/>
              </a:prstGeom>
              <a:blipFill>
                <a:blip r:embed="rId3"/>
                <a:stretch>
                  <a:fillRect l="-385" r="-385" b="-11364"/>
                </a:stretch>
              </a:blipFill>
              <a:ln w="38100">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80BCB8B5-C9F5-9FF7-667F-CBEA9B6724EC}"/>
                  </a:ext>
                </a:extLst>
              </p:cNvPr>
              <p:cNvSpPr txBox="1"/>
              <p:nvPr/>
            </p:nvSpPr>
            <p:spPr>
              <a:xfrm>
                <a:off x="4455160" y="1167240"/>
                <a:ext cx="3281680" cy="553998"/>
              </a:xfrm>
              <a:prstGeom prst="rect">
                <a:avLst/>
              </a:prstGeom>
              <a:noFill/>
              <a:ln w="38100">
                <a:no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=−2</m:t>
                      </m:r>
                    </m:oMath>
                  </m:oMathPara>
                </a14:m>
                <a:endParaRPr lang="en-PH" sz="3000" dirty="0"/>
              </a:p>
            </p:txBody>
          </p:sp>
        </mc:Choice>
        <mc:Fallback xmlns="">
          <p:sp>
            <p:nvSpPr>
              <p:cNvPr id="7" name="TextBox 6">
                <a:extLst>
                  <a:ext uri="{FF2B5EF4-FFF2-40B4-BE49-F238E27FC236}">
                    <a16:creationId xmlns:a16="http://schemas.microsoft.com/office/drawing/2014/main" id="{80BCB8B5-C9F5-9FF7-667F-CBEA9B6724EC}"/>
                  </a:ext>
                </a:extLst>
              </p:cNvPr>
              <p:cNvSpPr txBox="1">
                <a:spLocks noRot="1" noChangeAspect="1" noMove="1" noResize="1" noEditPoints="1" noAdjustHandles="1" noChangeArrowheads="1" noChangeShapeType="1" noTextEdit="1"/>
              </p:cNvSpPr>
              <p:nvPr/>
            </p:nvSpPr>
            <p:spPr>
              <a:xfrm>
                <a:off x="4455160" y="1167240"/>
                <a:ext cx="3281680" cy="553998"/>
              </a:xfrm>
              <a:prstGeom prst="rect">
                <a:avLst/>
              </a:prstGeom>
              <a:blipFill>
                <a:blip r:embed="rId4"/>
                <a:stretch>
                  <a:fillRect b="-8889"/>
                </a:stretch>
              </a:blipFill>
              <a:ln w="38100">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626E0A01-E4A5-A1E0-08A4-6C9E191F11E3}"/>
                  </a:ext>
                </a:extLst>
              </p:cNvPr>
              <p:cNvSpPr txBox="1"/>
              <p:nvPr/>
            </p:nvSpPr>
            <p:spPr>
              <a:xfrm>
                <a:off x="4455160" y="4691123"/>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m:t>
                      </m:r>
                      <m:r>
                        <a:rPr lang="en-GB" sz="3000" b="0" i="1" dirty="0" smtClean="0">
                          <a:latin typeface="Cambria Math" panose="02040503050406030204" pitchFamily="18" charset="0"/>
                        </a:rPr>
                        <m:t>2</m:t>
                      </m:r>
                    </m:oMath>
                  </m:oMathPara>
                </a14:m>
                <a:endParaRPr lang="en-PH" sz="3000" dirty="0"/>
              </a:p>
            </p:txBody>
          </p:sp>
        </mc:Choice>
        <mc:Fallback xmlns="">
          <p:sp>
            <p:nvSpPr>
              <p:cNvPr id="11" name="TextBox 10">
                <a:extLst>
                  <a:ext uri="{FF2B5EF4-FFF2-40B4-BE49-F238E27FC236}">
                    <a16:creationId xmlns:a16="http://schemas.microsoft.com/office/drawing/2014/main" id="{626E0A01-E4A5-A1E0-08A4-6C9E191F11E3}"/>
                  </a:ext>
                </a:extLst>
              </p:cNvPr>
              <p:cNvSpPr txBox="1">
                <a:spLocks noRot="1" noChangeAspect="1" noMove="1" noResize="1" noEditPoints="1" noAdjustHandles="1" noChangeArrowheads="1" noChangeShapeType="1" noTextEdit="1"/>
              </p:cNvSpPr>
              <p:nvPr/>
            </p:nvSpPr>
            <p:spPr>
              <a:xfrm>
                <a:off x="4455160" y="4691123"/>
                <a:ext cx="3281680" cy="553998"/>
              </a:xfrm>
              <a:prstGeom prst="rect">
                <a:avLst/>
              </a:prstGeom>
              <a:blipFill>
                <a:blip r:embed="rId5"/>
                <a:stretch>
                  <a:fillRect l="-382" r="-382" b="-6383"/>
                </a:stretch>
              </a:blipFill>
              <a:ln w="38100">
                <a:solidFill>
                  <a:srgbClr val="00B050"/>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5EE03751-8F3D-0ECB-093D-50BA5A0DB3B0}"/>
              </a:ext>
            </a:extLst>
          </p:cNvPr>
          <p:cNvSpPr txBox="1"/>
          <p:nvPr/>
        </p:nvSpPr>
        <p:spPr>
          <a:xfrm>
            <a:off x="2209800" y="5511564"/>
            <a:ext cx="7772400" cy="1246495"/>
          </a:xfrm>
          <a:prstGeom prst="rect">
            <a:avLst/>
          </a:prstGeom>
          <a:noFill/>
        </p:spPr>
        <p:txBody>
          <a:bodyPr wrap="square">
            <a:spAutoFit/>
          </a:bodyPr>
          <a:lstStyle/>
          <a:p>
            <a:pPr>
              <a:buNone/>
            </a:pPr>
            <a:r>
              <a:rPr lang="en-GB" sz="2500" dirty="0"/>
              <a:t>This simply tells us that from </a:t>
            </a:r>
            <a:r>
              <a:rPr lang="en-GB" sz="2500" b="1" dirty="0">
                <a:solidFill>
                  <a:srgbClr val="7030A0"/>
                </a:solidFill>
              </a:rPr>
              <a:t>state C</a:t>
            </a:r>
            <a:r>
              <a:rPr lang="en-GB" sz="2500" dirty="0"/>
              <a:t>, the best action to take is to go </a:t>
            </a:r>
            <a:r>
              <a:rPr lang="en-GB" sz="2500" b="1" dirty="0">
                <a:solidFill>
                  <a:srgbClr val="FF0000"/>
                </a:solidFill>
              </a:rPr>
              <a:t>RIGHT</a:t>
            </a:r>
            <a:r>
              <a:rPr lang="en-GB" sz="2500" dirty="0"/>
              <a:t> because going right has the highest value of all actions.</a:t>
            </a:r>
            <a:endParaRPr lang="en-PH" sz="2500" b="1" dirty="0">
              <a:solidFill>
                <a:srgbClr val="7030A0"/>
              </a:solidFill>
            </a:endParaRPr>
          </a:p>
        </p:txBody>
      </p:sp>
      <p:sp>
        <p:nvSpPr>
          <p:cNvPr id="3" name="Down Arrow 2">
            <a:extLst>
              <a:ext uri="{FF2B5EF4-FFF2-40B4-BE49-F238E27FC236}">
                <a16:creationId xmlns:a16="http://schemas.microsoft.com/office/drawing/2014/main" id="{0DA8D2BD-1AFC-2D42-959E-DFBE261621BA}"/>
              </a:ext>
            </a:extLst>
          </p:cNvPr>
          <p:cNvSpPr/>
          <p:nvPr/>
        </p:nvSpPr>
        <p:spPr>
          <a:xfrm rot="10800000" flipV="1">
            <a:off x="6599520" y="234596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Down Arrow 4">
            <a:extLst>
              <a:ext uri="{FF2B5EF4-FFF2-40B4-BE49-F238E27FC236}">
                <a16:creationId xmlns:a16="http://schemas.microsoft.com/office/drawing/2014/main" id="{FCE063D3-F252-5E04-0C92-72FD823FD2D7}"/>
              </a:ext>
            </a:extLst>
          </p:cNvPr>
          <p:cNvSpPr/>
          <p:nvPr/>
        </p:nvSpPr>
        <p:spPr>
          <a:xfrm rot="5400000" flipV="1">
            <a:off x="5187604" y="3404357"/>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033841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5"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4526CB-1E3A-B9E5-135C-E358AFB3EB48}"/>
            </a:ext>
          </a:extLst>
        </p:cNvPr>
        <p:cNvGrpSpPr/>
        <p:nvPr/>
      </p:nvGrpSpPr>
      <p:grpSpPr>
        <a:xfrm>
          <a:off x="0" y="0"/>
          <a:ext cx="0" cy="0"/>
          <a:chOff x="0" y="0"/>
          <a:chExt cx="0" cy="0"/>
        </a:xfrm>
      </p:grpSpPr>
      <p:graphicFrame>
        <p:nvGraphicFramePr>
          <p:cNvPr id="9" name="Table 8">
            <a:extLst>
              <a:ext uri="{FF2B5EF4-FFF2-40B4-BE49-F238E27FC236}">
                <a16:creationId xmlns:a16="http://schemas.microsoft.com/office/drawing/2014/main" id="{365070B5-2C66-73E3-DFD3-BB2860C3FBC9}"/>
              </a:ext>
            </a:extLst>
          </p:cNvPr>
          <p:cNvGraphicFramePr>
            <a:graphicFrameLocks noGrp="1"/>
          </p:cNvGraphicFramePr>
          <p:nvPr/>
        </p:nvGraphicFramePr>
        <p:xfrm>
          <a:off x="4671840" y="226468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10" name="Quad Arrow 9">
            <a:extLst>
              <a:ext uri="{FF2B5EF4-FFF2-40B4-BE49-F238E27FC236}">
                <a16:creationId xmlns:a16="http://schemas.microsoft.com/office/drawing/2014/main" id="{5012AC2D-3F08-08D3-61C1-92EA4328AAB8}"/>
              </a:ext>
            </a:extLst>
          </p:cNvPr>
          <p:cNvSpPr/>
          <p:nvPr/>
        </p:nvSpPr>
        <p:spPr>
          <a:xfrm>
            <a:off x="4979920" y="234596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7BA4559-1799-31C3-F477-8C4A21F647FA}"/>
                  </a:ext>
                </a:extLst>
              </p:cNvPr>
              <p:cNvSpPr txBox="1"/>
              <p:nvPr/>
            </p:nvSpPr>
            <p:spPr>
              <a:xfrm>
                <a:off x="589280" y="3152001"/>
                <a:ext cx="3281680" cy="553998"/>
              </a:xfrm>
              <a:prstGeom prst="rect">
                <a:avLst/>
              </a:prstGeom>
              <a:noFill/>
              <a:ln w="38100">
                <a:no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PH" sz="3000" i="1" dirty="0">
                          <a:latin typeface="Cambria Math" panose="02040503050406030204" pitchFamily="18" charset="0"/>
                        </a:rPr>
                        <m:t>=−2</m:t>
                      </m:r>
                    </m:oMath>
                  </m:oMathPara>
                </a14:m>
                <a:endParaRPr lang="en-PH" sz="3000" dirty="0"/>
              </a:p>
            </p:txBody>
          </p:sp>
        </mc:Choice>
        <mc:Fallback xmlns="">
          <p:sp>
            <p:nvSpPr>
              <p:cNvPr id="2" name="TextBox 1">
                <a:extLst>
                  <a:ext uri="{FF2B5EF4-FFF2-40B4-BE49-F238E27FC236}">
                    <a16:creationId xmlns:a16="http://schemas.microsoft.com/office/drawing/2014/main" id="{07BA4559-1799-31C3-F477-8C4A21F647FA}"/>
                  </a:ext>
                </a:extLst>
              </p:cNvPr>
              <p:cNvSpPr txBox="1">
                <a:spLocks noRot="1" noChangeAspect="1" noMove="1" noResize="1" noEditPoints="1" noAdjustHandles="1" noChangeArrowheads="1" noChangeShapeType="1" noTextEdit="1"/>
              </p:cNvSpPr>
              <p:nvPr/>
            </p:nvSpPr>
            <p:spPr>
              <a:xfrm>
                <a:off x="589280" y="3152001"/>
                <a:ext cx="3281680" cy="553998"/>
              </a:xfrm>
              <a:prstGeom prst="rect">
                <a:avLst/>
              </a:prstGeom>
              <a:blipFill>
                <a:blip r:embed="rId2"/>
                <a:stretch>
                  <a:fillRect b="-11364"/>
                </a:stretch>
              </a:blipFill>
              <a:ln w="38100">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7F3753BB-A9D1-B2A4-2BAE-B7D24D1688C1}"/>
                  </a:ext>
                </a:extLst>
              </p:cNvPr>
              <p:cNvSpPr txBox="1"/>
              <p:nvPr/>
            </p:nvSpPr>
            <p:spPr>
              <a:xfrm>
                <a:off x="8088036" y="3152001"/>
                <a:ext cx="3281680" cy="553998"/>
              </a:xfrm>
              <a:prstGeom prst="rect">
                <a:avLst/>
              </a:prstGeom>
              <a:noFill/>
              <a:ln w="38100">
                <a:no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=−2</m:t>
                      </m:r>
                    </m:oMath>
                  </m:oMathPara>
                </a14:m>
                <a:endParaRPr lang="en-PH" sz="3000" dirty="0"/>
              </a:p>
            </p:txBody>
          </p:sp>
        </mc:Choice>
        <mc:Fallback xmlns="">
          <p:sp>
            <p:nvSpPr>
              <p:cNvPr id="4" name="TextBox 3">
                <a:extLst>
                  <a:ext uri="{FF2B5EF4-FFF2-40B4-BE49-F238E27FC236}">
                    <a16:creationId xmlns:a16="http://schemas.microsoft.com/office/drawing/2014/main" id="{7F3753BB-A9D1-B2A4-2BAE-B7D24D1688C1}"/>
                  </a:ext>
                </a:extLst>
              </p:cNvPr>
              <p:cNvSpPr txBox="1">
                <a:spLocks noRot="1" noChangeAspect="1" noMove="1" noResize="1" noEditPoints="1" noAdjustHandles="1" noChangeArrowheads="1" noChangeShapeType="1" noTextEdit="1"/>
              </p:cNvSpPr>
              <p:nvPr/>
            </p:nvSpPr>
            <p:spPr>
              <a:xfrm>
                <a:off x="8088036" y="3152001"/>
                <a:ext cx="3281680" cy="553998"/>
              </a:xfrm>
              <a:prstGeom prst="rect">
                <a:avLst/>
              </a:prstGeom>
              <a:blipFill>
                <a:blip r:embed="rId3"/>
                <a:stretch>
                  <a:fillRect l="-385" r="-385" b="-11364"/>
                </a:stretch>
              </a:blipFill>
              <a:ln w="38100">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411B427-C368-F8A1-C507-B67434520F89}"/>
                  </a:ext>
                </a:extLst>
              </p:cNvPr>
              <p:cNvSpPr txBox="1"/>
              <p:nvPr/>
            </p:nvSpPr>
            <p:spPr>
              <a:xfrm>
                <a:off x="4455160" y="1167240"/>
                <a:ext cx="3281680" cy="553998"/>
              </a:xfrm>
              <a:prstGeom prst="rect">
                <a:avLst/>
              </a:prstGeom>
              <a:noFill/>
              <a:ln w="38100">
                <a:no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=−2</m:t>
                      </m:r>
                    </m:oMath>
                  </m:oMathPara>
                </a14:m>
                <a:endParaRPr lang="en-PH" sz="3000" dirty="0"/>
              </a:p>
            </p:txBody>
          </p:sp>
        </mc:Choice>
        <mc:Fallback xmlns="">
          <p:sp>
            <p:nvSpPr>
              <p:cNvPr id="7" name="TextBox 6">
                <a:extLst>
                  <a:ext uri="{FF2B5EF4-FFF2-40B4-BE49-F238E27FC236}">
                    <a16:creationId xmlns:a16="http://schemas.microsoft.com/office/drawing/2014/main" id="{7411B427-C368-F8A1-C507-B67434520F89}"/>
                  </a:ext>
                </a:extLst>
              </p:cNvPr>
              <p:cNvSpPr txBox="1">
                <a:spLocks noRot="1" noChangeAspect="1" noMove="1" noResize="1" noEditPoints="1" noAdjustHandles="1" noChangeArrowheads="1" noChangeShapeType="1" noTextEdit="1"/>
              </p:cNvSpPr>
              <p:nvPr/>
            </p:nvSpPr>
            <p:spPr>
              <a:xfrm>
                <a:off x="4455160" y="1167240"/>
                <a:ext cx="3281680" cy="553998"/>
              </a:xfrm>
              <a:prstGeom prst="rect">
                <a:avLst/>
              </a:prstGeom>
              <a:blipFill>
                <a:blip r:embed="rId4"/>
                <a:stretch>
                  <a:fillRect b="-8889"/>
                </a:stretch>
              </a:blipFill>
              <a:ln w="38100">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E408B93-D6BA-C2D8-2957-277773356FDD}"/>
                  </a:ext>
                </a:extLst>
              </p:cNvPr>
              <p:cNvSpPr txBox="1"/>
              <p:nvPr/>
            </p:nvSpPr>
            <p:spPr>
              <a:xfrm>
                <a:off x="4455160" y="4691123"/>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m:t>
                      </m:r>
                      <m:r>
                        <a:rPr lang="en-GB" sz="3000" b="0" i="1" dirty="0" smtClean="0">
                          <a:latin typeface="Cambria Math" panose="02040503050406030204" pitchFamily="18" charset="0"/>
                        </a:rPr>
                        <m:t>1</m:t>
                      </m:r>
                    </m:oMath>
                  </m:oMathPara>
                </a14:m>
                <a:endParaRPr lang="en-PH" sz="3000" dirty="0"/>
              </a:p>
            </p:txBody>
          </p:sp>
        </mc:Choice>
        <mc:Fallback xmlns="">
          <p:sp>
            <p:nvSpPr>
              <p:cNvPr id="11" name="TextBox 10">
                <a:extLst>
                  <a:ext uri="{FF2B5EF4-FFF2-40B4-BE49-F238E27FC236}">
                    <a16:creationId xmlns:a16="http://schemas.microsoft.com/office/drawing/2014/main" id="{0E408B93-D6BA-C2D8-2957-277773356FDD}"/>
                  </a:ext>
                </a:extLst>
              </p:cNvPr>
              <p:cNvSpPr txBox="1">
                <a:spLocks noRot="1" noChangeAspect="1" noMove="1" noResize="1" noEditPoints="1" noAdjustHandles="1" noChangeArrowheads="1" noChangeShapeType="1" noTextEdit="1"/>
              </p:cNvSpPr>
              <p:nvPr/>
            </p:nvSpPr>
            <p:spPr>
              <a:xfrm>
                <a:off x="4455160" y="4691123"/>
                <a:ext cx="3281680" cy="553998"/>
              </a:xfrm>
              <a:prstGeom prst="rect">
                <a:avLst/>
              </a:prstGeom>
              <a:blipFill>
                <a:blip r:embed="rId5"/>
                <a:stretch>
                  <a:fillRect l="-382" r="-382" b="-6383"/>
                </a:stretch>
              </a:blipFill>
              <a:ln w="38100">
                <a:solidFill>
                  <a:srgbClr val="00B050"/>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37929113-6E5C-AC96-7366-F69C1191137E}"/>
              </a:ext>
            </a:extLst>
          </p:cNvPr>
          <p:cNvSpPr txBox="1"/>
          <p:nvPr/>
        </p:nvSpPr>
        <p:spPr>
          <a:xfrm>
            <a:off x="2209800" y="5511564"/>
            <a:ext cx="7772400" cy="861774"/>
          </a:xfrm>
          <a:prstGeom prst="rect">
            <a:avLst/>
          </a:prstGeom>
          <a:noFill/>
        </p:spPr>
        <p:txBody>
          <a:bodyPr wrap="square">
            <a:spAutoFit/>
          </a:bodyPr>
          <a:lstStyle/>
          <a:p>
            <a:pPr>
              <a:buNone/>
            </a:pPr>
            <a:r>
              <a:rPr lang="en-GB" sz="2500" dirty="0"/>
              <a:t>Which makes sense because going </a:t>
            </a:r>
            <a:r>
              <a:rPr lang="en-GB" sz="2500" b="1" dirty="0">
                <a:solidFill>
                  <a:srgbClr val="FF0000"/>
                </a:solidFill>
              </a:rPr>
              <a:t>RIGHT</a:t>
            </a:r>
            <a:r>
              <a:rPr lang="en-GB" sz="2500" dirty="0"/>
              <a:t> will go to our goal which is </a:t>
            </a:r>
            <a:r>
              <a:rPr lang="en-GB" sz="2500" b="1" dirty="0">
                <a:solidFill>
                  <a:srgbClr val="7030A0"/>
                </a:solidFill>
              </a:rPr>
              <a:t>state D.</a:t>
            </a:r>
            <a:endParaRPr lang="en-PH" sz="2500" b="1" dirty="0">
              <a:solidFill>
                <a:srgbClr val="7030A0"/>
              </a:solidFill>
            </a:endParaRPr>
          </a:p>
        </p:txBody>
      </p:sp>
      <p:sp>
        <p:nvSpPr>
          <p:cNvPr id="3" name="Down Arrow 2">
            <a:extLst>
              <a:ext uri="{FF2B5EF4-FFF2-40B4-BE49-F238E27FC236}">
                <a16:creationId xmlns:a16="http://schemas.microsoft.com/office/drawing/2014/main" id="{237DCA30-DB20-0822-39D9-2CA4DA4EAC90}"/>
              </a:ext>
            </a:extLst>
          </p:cNvPr>
          <p:cNvSpPr/>
          <p:nvPr/>
        </p:nvSpPr>
        <p:spPr>
          <a:xfrm rot="10800000" flipV="1">
            <a:off x="6599520" y="234596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Down Arrow 4">
            <a:extLst>
              <a:ext uri="{FF2B5EF4-FFF2-40B4-BE49-F238E27FC236}">
                <a16:creationId xmlns:a16="http://schemas.microsoft.com/office/drawing/2014/main" id="{549807C5-37C7-AC41-29F6-AAD615BBB6DD}"/>
              </a:ext>
            </a:extLst>
          </p:cNvPr>
          <p:cNvSpPr/>
          <p:nvPr/>
        </p:nvSpPr>
        <p:spPr>
          <a:xfrm rot="5400000" flipV="1">
            <a:off x="5187604" y="3404357"/>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938139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9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1D7EE1B-EE6E-EA2A-F53F-DD1AF9B93F2B}"/>
            </a:ext>
          </a:extLst>
        </p:cNvPr>
        <p:cNvGrpSpPr/>
        <p:nvPr/>
      </p:nvGrpSpPr>
      <p:grpSpPr>
        <a:xfrm>
          <a:off x="0" y="0"/>
          <a:ext cx="0" cy="0"/>
          <a:chOff x="0" y="0"/>
          <a:chExt cx="0" cy="0"/>
        </a:xfrm>
      </p:grpSpPr>
      <p:graphicFrame>
        <p:nvGraphicFramePr>
          <p:cNvPr id="8" name="Table 7">
            <a:extLst>
              <a:ext uri="{FF2B5EF4-FFF2-40B4-BE49-F238E27FC236}">
                <a16:creationId xmlns:a16="http://schemas.microsoft.com/office/drawing/2014/main" id="{C78410B5-A556-2C33-CEF1-FFEB24EF58FD}"/>
              </a:ext>
            </a:extLst>
          </p:cNvPr>
          <p:cNvGraphicFramePr>
            <a:graphicFrameLocks noGrp="1"/>
          </p:cNvGraphicFramePr>
          <p:nvPr>
            <p:extLst>
              <p:ext uri="{D42A27DB-BD31-4B8C-83A1-F6EECF244321}">
                <p14:modId xmlns:p14="http://schemas.microsoft.com/office/powerpoint/2010/main" val="931342543"/>
              </p:ext>
            </p:extLst>
          </p:nvPr>
        </p:nvGraphicFramePr>
        <p:xfrm>
          <a:off x="2267075" y="101484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0</a:t>
                      </a:r>
                    </a:p>
                  </a:txBody>
                  <a:tcPr anchor="ctr"/>
                </a:tc>
                <a:tc>
                  <a:txBody>
                    <a:bodyPr/>
                    <a:lstStyle/>
                    <a:p>
                      <a:pPr algn="ctr"/>
                      <a:r>
                        <a:rPr lang="en-US" sz="3000" b="1" dirty="0"/>
                        <a:t>0</a:t>
                      </a:r>
                    </a:p>
                  </a:txBody>
                  <a:tcPr anchor="ctr"/>
                </a:tc>
                <a:extLst>
                  <a:ext uri="{0D108BD9-81ED-4DB2-BD59-A6C34878D82A}">
                    <a16:rowId xmlns:a16="http://schemas.microsoft.com/office/drawing/2014/main" val="3795677844"/>
                  </a:ext>
                </a:extLst>
              </a:tr>
              <a:tr h="1080000">
                <a:tc>
                  <a:txBody>
                    <a:bodyPr/>
                    <a:lstStyle/>
                    <a:p>
                      <a:pPr algn="ctr"/>
                      <a:r>
                        <a:rPr lang="en-US" sz="3000" b="1" dirty="0"/>
                        <a:t>0</a:t>
                      </a:r>
                    </a:p>
                  </a:txBody>
                  <a:tcPr anchor="ctr"/>
                </a:tc>
                <a:tc>
                  <a:txBody>
                    <a:bodyPr/>
                    <a:lstStyle/>
                    <a:p>
                      <a:pPr algn="ctr"/>
                      <a:r>
                        <a:rPr lang="en-US" sz="3000" b="1" dirty="0"/>
                        <a:t>0</a:t>
                      </a:r>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graphicFrame>
        <p:nvGraphicFramePr>
          <p:cNvPr id="9" name="Table 8">
            <a:extLst>
              <a:ext uri="{FF2B5EF4-FFF2-40B4-BE49-F238E27FC236}">
                <a16:creationId xmlns:a16="http://schemas.microsoft.com/office/drawing/2014/main" id="{CF645871-F07C-F9D8-7E43-2725BCC861FB}"/>
              </a:ext>
            </a:extLst>
          </p:cNvPr>
          <p:cNvGraphicFramePr>
            <a:graphicFrameLocks noGrp="1"/>
          </p:cNvGraphicFramePr>
          <p:nvPr>
            <p:extLst>
              <p:ext uri="{D42A27DB-BD31-4B8C-83A1-F6EECF244321}">
                <p14:modId xmlns:p14="http://schemas.microsoft.com/office/powerpoint/2010/main" val="3696250335"/>
              </p:ext>
            </p:extLst>
          </p:nvPr>
        </p:nvGraphicFramePr>
        <p:xfrm>
          <a:off x="7239676" y="101484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20" name="Quad Arrow 19">
            <a:extLst>
              <a:ext uri="{FF2B5EF4-FFF2-40B4-BE49-F238E27FC236}">
                <a16:creationId xmlns:a16="http://schemas.microsoft.com/office/drawing/2014/main" id="{3CE68D05-D670-B9F7-57CA-35C59C7DE841}"/>
              </a:ext>
            </a:extLst>
          </p:cNvPr>
          <p:cNvSpPr/>
          <p:nvPr/>
        </p:nvSpPr>
        <p:spPr>
          <a:xfrm>
            <a:off x="7547756" y="109808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Quad Arrow 20">
            <a:extLst>
              <a:ext uri="{FF2B5EF4-FFF2-40B4-BE49-F238E27FC236}">
                <a16:creationId xmlns:a16="http://schemas.microsoft.com/office/drawing/2014/main" id="{3C50A3B0-11C3-B810-4A6D-C7B6753BD3B8}"/>
              </a:ext>
            </a:extLst>
          </p:cNvPr>
          <p:cNvSpPr/>
          <p:nvPr/>
        </p:nvSpPr>
        <p:spPr>
          <a:xfrm>
            <a:off x="7547756" y="2162151"/>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Quad Arrow 21">
            <a:extLst>
              <a:ext uri="{FF2B5EF4-FFF2-40B4-BE49-F238E27FC236}">
                <a16:creationId xmlns:a16="http://schemas.microsoft.com/office/drawing/2014/main" id="{61D4CA85-9E70-3611-2A3D-9AB958796AE8}"/>
              </a:ext>
            </a:extLst>
          </p:cNvPr>
          <p:cNvSpPr/>
          <p:nvPr/>
        </p:nvSpPr>
        <p:spPr>
          <a:xfrm>
            <a:off x="8949836" y="109808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A500AF87-8E4E-78A7-B402-75293DA508E9}"/>
                  </a:ext>
                </a:extLst>
              </p:cNvPr>
              <p:cNvSpPr txBox="1"/>
              <p:nvPr/>
            </p:nvSpPr>
            <p:spPr>
              <a:xfrm>
                <a:off x="7170644" y="3333313"/>
                <a:ext cx="3087826" cy="861774"/>
              </a:xfrm>
              <a:prstGeom prst="rect">
                <a:avLst/>
              </a:prstGeom>
              <a:noFill/>
            </p:spPr>
            <p:txBody>
              <a:bodyPr wrap="square" rtlCol="0">
                <a:spAutoFit/>
              </a:bodyPr>
              <a:lstStyle/>
              <a:p>
                <a:r>
                  <a:rPr lang="en-GB" sz="2500" dirty="0"/>
                  <a:t>Greedy Policy with respect to </a:t>
                </a:r>
                <a14:m>
                  <m:oMath xmlns:m="http://schemas.openxmlformats.org/officeDocument/2006/math">
                    <m:sSub>
                      <m:sSubPr>
                        <m:ctrlPr>
                          <a:rPr lang="en-US" sz="2500" i="1" dirty="0" smtClean="0">
                            <a:latin typeface="Cambria Math" panose="02040503050406030204" pitchFamily="18" charset="0"/>
                          </a:rPr>
                        </m:ctrlPr>
                      </m:sSubPr>
                      <m:e>
                        <m:r>
                          <a:rPr lang="en-GB" sz="2500" b="0" i="1" dirty="0" smtClean="0">
                            <a:latin typeface="Cambria Math" panose="02040503050406030204" pitchFamily="18" charset="0"/>
                          </a:rPr>
                          <m:t>𝑣</m:t>
                        </m:r>
                      </m:e>
                      <m:sub>
                        <m:r>
                          <a:rPr lang="en-GB" sz="2500" b="0" i="1" dirty="0" smtClean="0">
                            <a:latin typeface="Cambria Math" panose="02040503050406030204" pitchFamily="18" charset="0"/>
                          </a:rPr>
                          <m:t>𝑘</m:t>
                        </m:r>
                      </m:sub>
                    </m:sSub>
                  </m:oMath>
                </a14:m>
                <a:endParaRPr lang="en-US" sz="2500" dirty="0"/>
              </a:p>
            </p:txBody>
          </p:sp>
        </mc:Choice>
        <mc:Fallback xmlns="">
          <p:sp>
            <p:nvSpPr>
              <p:cNvPr id="31" name="TextBox 30">
                <a:extLst>
                  <a:ext uri="{FF2B5EF4-FFF2-40B4-BE49-F238E27FC236}">
                    <a16:creationId xmlns:a16="http://schemas.microsoft.com/office/drawing/2014/main" id="{A500AF87-8E4E-78A7-B402-75293DA508E9}"/>
                  </a:ext>
                </a:extLst>
              </p:cNvPr>
              <p:cNvSpPr txBox="1">
                <a:spLocks noRot="1" noChangeAspect="1" noMove="1" noResize="1" noEditPoints="1" noAdjustHandles="1" noChangeArrowheads="1" noChangeShapeType="1" noTextEdit="1"/>
              </p:cNvSpPr>
              <p:nvPr/>
            </p:nvSpPr>
            <p:spPr>
              <a:xfrm>
                <a:off x="7170644" y="3333313"/>
                <a:ext cx="3087826" cy="861774"/>
              </a:xfrm>
              <a:prstGeom prst="rect">
                <a:avLst/>
              </a:prstGeom>
              <a:blipFill>
                <a:blip r:embed="rId2"/>
                <a:stretch>
                  <a:fillRect l="-3279" t="-5797" b="-159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123CD47B-7264-B3D9-FEF9-234153B555A4}"/>
                  </a:ext>
                </a:extLst>
              </p:cNvPr>
              <p:cNvSpPr txBox="1"/>
              <p:nvPr/>
            </p:nvSpPr>
            <p:spPr>
              <a:xfrm>
                <a:off x="5580505" y="380037"/>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=0</m:t>
                      </m:r>
                    </m:oMath>
                  </m:oMathPara>
                </a14:m>
                <a:endParaRPr lang="en-US" sz="2500" dirty="0"/>
              </a:p>
            </p:txBody>
          </p:sp>
        </mc:Choice>
        <mc:Fallback xmlns="">
          <p:sp>
            <p:nvSpPr>
              <p:cNvPr id="24" name="TextBox 23">
                <a:extLst>
                  <a:ext uri="{FF2B5EF4-FFF2-40B4-BE49-F238E27FC236}">
                    <a16:creationId xmlns:a16="http://schemas.microsoft.com/office/drawing/2014/main" id="{123CD47B-7264-B3D9-FEF9-234153B555A4}"/>
                  </a:ext>
                </a:extLst>
              </p:cNvPr>
              <p:cNvSpPr txBox="1">
                <a:spLocks noRot="1" noChangeAspect="1" noMove="1" noResize="1" noEditPoints="1" noAdjustHandles="1" noChangeArrowheads="1" noChangeShapeType="1" noTextEdit="1"/>
              </p:cNvSpPr>
              <p:nvPr/>
            </p:nvSpPr>
            <p:spPr>
              <a:xfrm>
                <a:off x="5580505" y="380037"/>
                <a:ext cx="1030988" cy="477054"/>
              </a:xfrm>
              <a:prstGeom prst="rect">
                <a:avLst/>
              </a:prstGeom>
              <a:blipFill>
                <a:blip r:embed="rId3"/>
                <a:stretch>
                  <a:fillRect/>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8A79D0AE-CF69-6089-6A3E-A95C7401355F}"/>
                  </a:ext>
                </a:extLst>
              </p:cNvPr>
              <p:cNvSpPr txBox="1"/>
              <p:nvPr/>
            </p:nvSpPr>
            <p:spPr>
              <a:xfrm>
                <a:off x="2387996" y="3333313"/>
                <a:ext cx="2645358" cy="861774"/>
              </a:xfrm>
              <a:prstGeom prst="rect">
                <a:avLst/>
              </a:prstGeom>
              <a:noFill/>
            </p:spPr>
            <p:txBody>
              <a:bodyPr wrap="square" rtlCol="0">
                <a:spAutoFit/>
              </a:bodyPr>
              <a:lstStyle/>
              <a:p>
                <a:r>
                  <a:rPr lang="en-US" sz="2500" dirty="0"/>
                  <a:t>Value function</a:t>
                </a:r>
                <a14:m>
                  <m:oMath xmlns:m="http://schemas.openxmlformats.org/officeDocument/2006/math">
                    <m:r>
                      <a:rPr lang="en-GB" sz="2500" b="0" i="0" dirty="0" smtClean="0">
                        <a:latin typeface="Cambria Math" panose="02040503050406030204" pitchFamily="18" charset="0"/>
                      </a:rPr>
                      <m:t> </m:t>
                    </m:r>
                    <m:sSub>
                      <m:sSubPr>
                        <m:ctrlPr>
                          <a:rPr lang="en-US" sz="2500" i="1" dirty="0" smtClean="0">
                            <a:latin typeface="Cambria Math" panose="02040503050406030204" pitchFamily="18" charset="0"/>
                          </a:rPr>
                        </m:ctrlPr>
                      </m:sSubPr>
                      <m:e>
                        <m:r>
                          <a:rPr lang="en-GB" sz="2500" b="0" i="1" dirty="0" smtClean="0">
                            <a:latin typeface="Cambria Math" panose="02040503050406030204" pitchFamily="18" charset="0"/>
                          </a:rPr>
                          <m:t>𝑣</m:t>
                        </m:r>
                      </m:e>
                      <m:sub>
                        <m:r>
                          <a:rPr lang="en-GB" sz="2500" b="0" i="1" dirty="0" smtClean="0">
                            <a:latin typeface="Cambria Math" panose="02040503050406030204" pitchFamily="18" charset="0"/>
                          </a:rPr>
                          <m:t>𝑘</m:t>
                        </m:r>
                      </m:sub>
                    </m:sSub>
                  </m:oMath>
                </a14:m>
                <a:r>
                  <a:rPr lang="en-US" sz="2500" dirty="0"/>
                  <a:t> at time step</a:t>
                </a:r>
                <a14:m>
                  <m:oMath xmlns:m="http://schemas.openxmlformats.org/officeDocument/2006/math">
                    <m:r>
                      <a:rPr lang="en-GB" sz="2500" dirty="0">
                        <a:latin typeface="Cambria Math" panose="02040503050406030204" pitchFamily="18" charset="0"/>
                      </a:rPr>
                      <m:t> </m:t>
                    </m:r>
                    <m:r>
                      <a:rPr lang="en-GB" sz="2500" b="0" i="1" dirty="0" smtClean="0">
                        <a:latin typeface="Cambria Math" panose="02040503050406030204" pitchFamily="18" charset="0"/>
                      </a:rPr>
                      <m:t>𝑘</m:t>
                    </m:r>
                  </m:oMath>
                </a14:m>
                <a:endParaRPr lang="en-US" sz="2500" dirty="0"/>
              </a:p>
            </p:txBody>
          </p:sp>
        </mc:Choice>
        <mc:Fallback xmlns="">
          <p:sp>
            <p:nvSpPr>
              <p:cNvPr id="25" name="TextBox 24">
                <a:extLst>
                  <a:ext uri="{FF2B5EF4-FFF2-40B4-BE49-F238E27FC236}">
                    <a16:creationId xmlns:a16="http://schemas.microsoft.com/office/drawing/2014/main" id="{8A79D0AE-CF69-6089-6A3E-A95C7401355F}"/>
                  </a:ext>
                </a:extLst>
              </p:cNvPr>
              <p:cNvSpPr txBox="1">
                <a:spLocks noRot="1" noChangeAspect="1" noMove="1" noResize="1" noEditPoints="1" noAdjustHandles="1" noChangeArrowheads="1" noChangeShapeType="1" noTextEdit="1"/>
              </p:cNvSpPr>
              <p:nvPr/>
            </p:nvSpPr>
            <p:spPr>
              <a:xfrm>
                <a:off x="2387996" y="3333313"/>
                <a:ext cx="2645358" cy="861774"/>
              </a:xfrm>
              <a:prstGeom prst="rect">
                <a:avLst/>
              </a:prstGeom>
              <a:blipFill>
                <a:blip r:embed="rId4"/>
                <a:stretch>
                  <a:fillRect l="-3828" t="-5797" b="-15942"/>
                </a:stretch>
              </a:blipFill>
            </p:spPr>
            <p:txBody>
              <a:bodyPr/>
              <a:lstStyle/>
              <a:p>
                <a:r>
                  <a:rPr lang="en-US">
                    <a:noFill/>
                  </a:rPr>
                  <a:t> </a:t>
                </a:r>
              </a:p>
            </p:txBody>
          </p:sp>
        </mc:Fallback>
      </mc:AlternateContent>
      <p:sp>
        <p:nvSpPr>
          <p:cNvPr id="26" name="TextBox 25">
            <a:extLst>
              <a:ext uri="{FF2B5EF4-FFF2-40B4-BE49-F238E27FC236}">
                <a16:creationId xmlns:a16="http://schemas.microsoft.com/office/drawing/2014/main" id="{8C492DA1-7820-EE58-60A5-CEB11CFA7EA4}"/>
              </a:ext>
            </a:extLst>
          </p:cNvPr>
          <p:cNvSpPr txBox="1"/>
          <p:nvPr/>
        </p:nvSpPr>
        <p:spPr>
          <a:xfrm>
            <a:off x="2508917" y="5523855"/>
            <a:ext cx="7174164" cy="477054"/>
          </a:xfrm>
          <a:prstGeom prst="rect">
            <a:avLst/>
          </a:prstGeom>
          <a:noFill/>
        </p:spPr>
        <p:txBody>
          <a:bodyPr wrap="square" rtlCol="0">
            <a:spAutoFit/>
          </a:bodyPr>
          <a:lstStyle/>
          <a:p>
            <a:r>
              <a:rPr lang="en-GB" sz="2500" dirty="0"/>
              <a:t>Initially, we started with this uniform random policy</a:t>
            </a:r>
            <a:endParaRPr lang="en-US" sz="2500" dirty="0"/>
          </a:p>
        </p:txBody>
      </p:sp>
    </p:spTree>
    <p:extLst>
      <p:ext uri="{BB962C8B-B14F-4D97-AF65-F5344CB8AC3E}">
        <p14:creationId xmlns:p14="http://schemas.microsoft.com/office/powerpoint/2010/main" val="175012507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7613D65E-4918-A5A6-9E9D-FF9889D000A3}"/>
            </a:ext>
          </a:extLst>
        </p:cNvPr>
        <p:cNvGrpSpPr/>
        <p:nvPr/>
      </p:nvGrpSpPr>
      <p:grpSpPr>
        <a:xfrm>
          <a:off x="0" y="0"/>
          <a:ext cx="0" cy="0"/>
          <a:chOff x="0" y="0"/>
          <a:chExt cx="0" cy="0"/>
        </a:xfrm>
      </p:grpSpPr>
      <p:graphicFrame>
        <p:nvGraphicFramePr>
          <p:cNvPr id="8" name="Table 7">
            <a:extLst>
              <a:ext uri="{FF2B5EF4-FFF2-40B4-BE49-F238E27FC236}">
                <a16:creationId xmlns:a16="http://schemas.microsoft.com/office/drawing/2014/main" id="{91171EF3-EAAE-E524-F6C9-1D803D0BD462}"/>
              </a:ext>
            </a:extLst>
          </p:cNvPr>
          <p:cNvGraphicFramePr>
            <a:graphicFrameLocks noGrp="1"/>
          </p:cNvGraphicFramePr>
          <p:nvPr>
            <p:extLst>
              <p:ext uri="{D42A27DB-BD31-4B8C-83A1-F6EECF244321}">
                <p14:modId xmlns:p14="http://schemas.microsoft.com/office/powerpoint/2010/main" val="1907520774"/>
              </p:ext>
            </p:extLst>
          </p:nvPr>
        </p:nvGraphicFramePr>
        <p:xfrm>
          <a:off x="2267075" y="101484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-1</a:t>
                      </a:r>
                    </a:p>
                  </a:txBody>
                  <a:tcPr anchor="ctr"/>
                </a:tc>
                <a:tc>
                  <a:txBody>
                    <a:bodyPr/>
                    <a:lstStyle/>
                    <a:p>
                      <a:pPr algn="ctr"/>
                      <a:r>
                        <a:rPr lang="en-US" sz="3000" b="1" dirty="0"/>
                        <a:t>-1</a:t>
                      </a:r>
                    </a:p>
                  </a:txBody>
                  <a:tcPr anchor="ctr"/>
                </a:tc>
                <a:extLst>
                  <a:ext uri="{0D108BD9-81ED-4DB2-BD59-A6C34878D82A}">
                    <a16:rowId xmlns:a16="http://schemas.microsoft.com/office/drawing/2014/main" val="3795677844"/>
                  </a:ext>
                </a:extLst>
              </a:tr>
              <a:tr h="1080000">
                <a:tc>
                  <a:txBody>
                    <a:bodyPr/>
                    <a:lstStyle/>
                    <a:p>
                      <a:pPr algn="ctr"/>
                      <a:r>
                        <a:rPr lang="en-US" sz="3000" b="1" dirty="0"/>
                        <a:t>-1</a:t>
                      </a:r>
                    </a:p>
                  </a:txBody>
                  <a:tcPr anchor="ctr"/>
                </a:tc>
                <a:tc>
                  <a:txBody>
                    <a:bodyPr/>
                    <a:lstStyle/>
                    <a:p>
                      <a:pPr algn="ctr"/>
                      <a:r>
                        <a:rPr lang="en-US" sz="3000" b="1" dirty="0"/>
                        <a:t>0</a:t>
                      </a:r>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graphicFrame>
        <p:nvGraphicFramePr>
          <p:cNvPr id="9" name="Table 8">
            <a:extLst>
              <a:ext uri="{FF2B5EF4-FFF2-40B4-BE49-F238E27FC236}">
                <a16:creationId xmlns:a16="http://schemas.microsoft.com/office/drawing/2014/main" id="{6AD85C3C-024A-455D-AADA-ACF09DC3AA49}"/>
              </a:ext>
            </a:extLst>
          </p:cNvPr>
          <p:cNvGraphicFramePr>
            <a:graphicFrameLocks noGrp="1"/>
          </p:cNvGraphicFramePr>
          <p:nvPr/>
        </p:nvGraphicFramePr>
        <p:xfrm>
          <a:off x="7239676" y="101484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C58D8D8C-887B-4619-41BC-0AF8C0E35625}"/>
                  </a:ext>
                </a:extLst>
              </p:cNvPr>
              <p:cNvSpPr txBox="1"/>
              <p:nvPr/>
            </p:nvSpPr>
            <p:spPr>
              <a:xfrm>
                <a:off x="7170644" y="3333313"/>
                <a:ext cx="3087826" cy="861774"/>
              </a:xfrm>
              <a:prstGeom prst="rect">
                <a:avLst/>
              </a:prstGeom>
              <a:noFill/>
            </p:spPr>
            <p:txBody>
              <a:bodyPr wrap="square" rtlCol="0">
                <a:spAutoFit/>
              </a:bodyPr>
              <a:lstStyle/>
              <a:p>
                <a:r>
                  <a:rPr lang="en-GB" sz="2500" dirty="0"/>
                  <a:t>Greedy Policy with respect to </a:t>
                </a:r>
                <a14:m>
                  <m:oMath xmlns:m="http://schemas.openxmlformats.org/officeDocument/2006/math">
                    <m:sSub>
                      <m:sSubPr>
                        <m:ctrlPr>
                          <a:rPr lang="en-US" sz="2500" i="1" dirty="0" smtClean="0">
                            <a:latin typeface="Cambria Math" panose="02040503050406030204" pitchFamily="18" charset="0"/>
                          </a:rPr>
                        </m:ctrlPr>
                      </m:sSubPr>
                      <m:e>
                        <m:r>
                          <a:rPr lang="en-GB" sz="2500" b="0" i="1" dirty="0" smtClean="0">
                            <a:latin typeface="Cambria Math" panose="02040503050406030204" pitchFamily="18" charset="0"/>
                          </a:rPr>
                          <m:t>𝑣</m:t>
                        </m:r>
                      </m:e>
                      <m:sub>
                        <m:r>
                          <a:rPr lang="en-GB" sz="2500" b="0" i="1" dirty="0" smtClean="0">
                            <a:latin typeface="Cambria Math" panose="02040503050406030204" pitchFamily="18" charset="0"/>
                          </a:rPr>
                          <m:t>𝑘</m:t>
                        </m:r>
                      </m:sub>
                    </m:sSub>
                  </m:oMath>
                </a14:m>
                <a:endParaRPr lang="en-US" sz="2500" dirty="0"/>
              </a:p>
            </p:txBody>
          </p:sp>
        </mc:Choice>
        <mc:Fallback xmlns="">
          <p:sp>
            <p:nvSpPr>
              <p:cNvPr id="31" name="TextBox 30">
                <a:extLst>
                  <a:ext uri="{FF2B5EF4-FFF2-40B4-BE49-F238E27FC236}">
                    <a16:creationId xmlns:a16="http://schemas.microsoft.com/office/drawing/2014/main" id="{C58D8D8C-887B-4619-41BC-0AF8C0E35625}"/>
                  </a:ext>
                </a:extLst>
              </p:cNvPr>
              <p:cNvSpPr txBox="1">
                <a:spLocks noRot="1" noChangeAspect="1" noMove="1" noResize="1" noEditPoints="1" noAdjustHandles="1" noChangeArrowheads="1" noChangeShapeType="1" noTextEdit="1"/>
              </p:cNvSpPr>
              <p:nvPr/>
            </p:nvSpPr>
            <p:spPr>
              <a:xfrm>
                <a:off x="7170644" y="3333313"/>
                <a:ext cx="3087826" cy="861774"/>
              </a:xfrm>
              <a:prstGeom prst="rect">
                <a:avLst/>
              </a:prstGeom>
              <a:blipFill>
                <a:blip r:embed="rId2"/>
                <a:stretch>
                  <a:fillRect l="-3279" t="-5797" b="-159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85D61540-3942-FB72-6A56-E2B9360137AA}"/>
                  </a:ext>
                </a:extLst>
              </p:cNvPr>
              <p:cNvSpPr txBox="1"/>
              <p:nvPr/>
            </p:nvSpPr>
            <p:spPr>
              <a:xfrm>
                <a:off x="5580505" y="380037"/>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24" name="TextBox 23">
                <a:extLst>
                  <a:ext uri="{FF2B5EF4-FFF2-40B4-BE49-F238E27FC236}">
                    <a16:creationId xmlns:a16="http://schemas.microsoft.com/office/drawing/2014/main" id="{85D61540-3942-FB72-6A56-E2B9360137AA}"/>
                  </a:ext>
                </a:extLst>
              </p:cNvPr>
              <p:cNvSpPr txBox="1">
                <a:spLocks noRot="1" noChangeAspect="1" noMove="1" noResize="1" noEditPoints="1" noAdjustHandles="1" noChangeArrowheads="1" noChangeShapeType="1" noTextEdit="1"/>
              </p:cNvSpPr>
              <p:nvPr/>
            </p:nvSpPr>
            <p:spPr>
              <a:xfrm>
                <a:off x="5580505" y="380037"/>
                <a:ext cx="1030988" cy="477054"/>
              </a:xfrm>
              <a:prstGeom prst="rect">
                <a:avLst/>
              </a:prstGeom>
              <a:blipFill>
                <a:blip r:embed="rId3"/>
                <a:stretch>
                  <a:fillRect/>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3244266B-7CB5-1618-1743-F954336AEBD0}"/>
                  </a:ext>
                </a:extLst>
              </p:cNvPr>
              <p:cNvSpPr txBox="1"/>
              <p:nvPr/>
            </p:nvSpPr>
            <p:spPr>
              <a:xfrm>
                <a:off x="2387996" y="3333313"/>
                <a:ext cx="2645358" cy="861774"/>
              </a:xfrm>
              <a:prstGeom prst="rect">
                <a:avLst/>
              </a:prstGeom>
              <a:noFill/>
            </p:spPr>
            <p:txBody>
              <a:bodyPr wrap="square" rtlCol="0">
                <a:spAutoFit/>
              </a:bodyPr>
              <a:lstStyle/>
              <a:p>
                <a:r>
                  <a:rPr lang="en-US" sz="2500" dirty="0"/>
                  <a:t>Value function</a:t>
                </a:r>
                <a14:m>
                  <m:oMath xmlns:m="http://schemas.openxmlformats.org/officeDocument/2006/math">
                    <m:r>
                      <a:rPr lang="en-GB" sz="2500" b="0" i="0" dirty="0" smtClean="0">
                        <a:latin typeface="Cambria Math" panose="02040503050406030204" pitchFamily="18" charset="0"/>
                      </a:rPr>
                      <m:t> </m:t>
                    </m:r>
                    <m:sSub>
                      <m:sSubPr>
                        <m:ctrlPr>
                          <a:rPr lang="en-US" sz="2500" i="1" dirty="0" smtClean="0">
                            <a:latin typeface="Cambria Math" panose="02040503050406030204" pitchFamily="18" charset="0"/>
                          </a:rPr>
                        </m:ctrlPr>
                      </m:sSubPr>
                      <m:e>
                        <m:r>
                          <a:rPr lang="en-GB" sz="2500" b="0" i="1" dirty="0" smtClean="0">
                            <a:latin typeface="Cambria Math" panose="02040503050406030204" pitchFamily="18" charset="0"/>
                          </a:rPr>
                          <m:t>𝑣</m:t>
                        </m:r>
                      </m:e>
                      <m:sub>
                        <m:r>
                          <a:rPr lang="en-GB" sz="2500" b="0" i="1" dirty="0" smtClean="0">
                            <a:latin typeface="Cambria Math" panose="02040503050406030204" pitchFamily="18" charset="0"/>
                          </a:rPr>
                          <m:t>𝑘</m:t>
                        </m:r>
                      </m:sub>
                    </m:sSub>
                  </m:oMath>
                </a14:m>
                <a:r>
                  <a:rPr lang="en-US" sz="2500" dirty="0"/>
                  <a:t> at time step</a:t>
                </a:r>
                <a14:m>
                  <m:oMath xmlns:m="http://schemas.openxmlformats.org/officeDocument/2006/math">
                    <m:r>
                      <a:rPr lang="en-GB" sz="2500" dirty="0">
                        <a:latin typeface="Cambria Math" panose="02040503050406030204" pitchFamily="18" charset="0"/>
                      </a:rPr>
                      <m:t> </m:t>
                    </m:r>
                    <m:r>
                      <a:rPr lang="en-GB" sz="2500" b="0" i="1" dirty="0" smtClean="0">
                        <a:latin typeface="Cambria Math" panose="02040503050406030204" pitchFamily="18" charset="0"/>
                      </a:rPr>
                      <m:t>𝑘</m:t>
                    </m:r>
                  </m:oMath>
                </a14:m>
                <a:endParaRPr lang="en-US" sz="2500" dirty="0"/>
              </a:p>
            </p:txBody>
          </p:sp>
        </mc:Choice>
        <mc:Fallback xmlns="">
          <p:sp>
            <p:nvSpPr>
              <p:cNvPr id="25" name="TextBox 24">
                <a:extLst>
                  <a:ext uri="{FF2B5EF4-FFF2-40B4-BE49-F238E27FC236}">
                    <a16:creationId xmlns:a16="http://schemas.microsoft.com/office/drawing/2014/main" id="{3244266B-7CB5-1618-1743-F954336AEBD0}"/>
                  </a:ext>
                </a:extLst>
              </p:cNvPr>
              <p:cNvSpPr txBox="1">
                <a:spLocks noRot="1" noChangeAspect="1" noMove="1" noResize="1" noEditPoints="1" noAdjustHandles="1" noChangeArrowheads="1" noChangeShapeType="1" noTextEdit="1"/>
              </p:cNvSpPr>
              <p:nvPr/>
            </p:nvSpPr>
            <p:spPr>
              <a:xfrm>
                <a:off x="2387996" y="3333313"/>
                <a:ext cx="2645358" cy="861774"/>
              </a:xfrm>
              <a:prstGeom prst="rect">
                <a:avLst/>
              </a:prstGeom>
              <a:blipFill>
                <a:blip r:embed="rId4"/>
                <a:stretch>
                  <a:fillRect l="-3828" t="-5797" b="-15942"/>
                </a:stretch>
              </a:blipFill>
            </p:spPr>
            <p:txBody>
              <a:bodyPr/>
              <a:lstStyle/>
              <a:p>
                <a:r>
                  <a:rPr lang="en-US">
                    <a:noFill/>
                  </a:rPr>
                  <a:t> </a:t>
                </a:r>
              </a:p>
            </p:txBody>
          </p:sp>
        </mc:Fallback>
      </mc:AlternateContent>
      <p:sp>
        <p:nvSpPr>
          <p:cNvPr id="26" name="TextBox 25">
            <a:extLst>
              <a:ext uri="{FF2B5EF4-FFF2-40B4-BE49-F238E27FC236}">
                <a16:creationId xmlns:a16="http://schemas.microsoft.com/office/drawing/2014/main" id="{190D8678-7EF6-9CE7-5117-4F927B5A58C4}"/>
              </a:ext>
            </a:extLst>
          </p:cNvPr>
          <p:cNvSpPr txBox="1"/>
          <p:nvPr/>
        </p:nvSpPr>
        <p:spPr>
          <a:xfrm>
            <a:off x="2508917" y="5523855"/>
            <a:ext cx="7174164" cy="477054"/>
          </a:xfrm>
          <a:prstGeom prst="rect">
            <a:avLst/>
          </a:prstGeom>
          <a:noFill/>
        </p:spPr>
        <p:txBody>
          <a:bodyPr wrap="square" rtlCol="0">
            <a:spAutoFit/>
          </a:bodyPr>
          <a:lstStyle/>
          <a:p>
            <a:r>
              <a:rPr lang="en-GB" sz="2500" dirty="0"/>
              <a:t>After 1 iteration, we improved our previous policy.</a:t>
            </a:r>
            <a:endParaRPr lang="en-US" sz="2500" dirty="0"/>
          </a:p>
        </p:txBody>
      </p:sp>
      <p:sp>
        <p:nvSpPr>
          <p:cNvPr id="2" name="Quad Arrow 1">
            <a:extLst>
              <a:ext uri="{FF2B5EF4-FFF2-40B4-BE49-F238E27FC236}">
                <a16:creationId xmlns:a16="http://schemas.microsoft.com/office/drawing/2014/main" id="{58773A2F-7228-DBB3-2104-397F13AFCDD5}"/>
              </a:ext>
            </a:extLst>
          </p:cNvPr>
          <p:cNvSpPr/>
          <p:nvPr/>
        </p:nvSpPr>
        <p:spPr>
          <a:xfrm>
            <a:off x="7550400" y="1104545"/>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Down Arrow 2">
            <a:extLst>
              <a:ext uri="{FF2B5EF4-FFF2-40B4-BE49-F238E27FC236}">
                <a16:creationId xmlns:a16="http://schemas.microsoft.com/office/drawing/2014/main" id="{EE1855FA-C5DA-E0BB-FC3F-515DF68E489D}"/>
              </a:ext>
            </a:extLst>
          </p:cNvPr>
          <p:cNvSpPr/>
          <p:nvPr/>
        </p:nvSpPr>
        <p:spPr>
          <a:xfrm rot="10800000" flipV="1">
            <a:off x="9170000" y="1104545"/>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Down Arrow 3">
            <a:extLst>
              <a:ext uri="{FF2B5EF4-FFF2-40B4-BE49-F238E27FC236}">
                <a16:creationId xmlns:a16="http://schemas.microsoft.com/office/drawing/2014/main" id="{570812C1-1AA8-50BB-AADD-099533B2C7FD}"/>
              </a:ext>
            </a:extLst>
          </p:cNvPr>
          <p:cNvSpPr/>
          <p:nvPr/>
        </p:nvSpPr>
        <p:spPr>
          <a:xfrm rot="5400000" flipV="1">
            <a:off x="7758084" y="2162942"/>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392082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Lst>
  </p:timing>
</p:sld>
</file>

<file path=ppt/slides/slide9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9745CAB-D579-B30B-3F5B-9E26741B8D76}"/>
            </a:ext>
          </a:extLst>
        </p:cNvPr>
        <p:cNvGrpSpPr/>
        <p:nvPr/>
      </p:nvGrpSpPr>
      <p:grpSpPr>
        <a:xfrm>
          <a:off x="0" y="0"/>
          <a:ext cx="0" cy="0"/>
          <a:chOff x="0" y="0"/>
          <a:chExt cx="0" cy="0"/>
        </a:xfrm>
      </p:grpSpPr>
      <p:graphicFrame>
        <p:nvGraphicFramePr>
          <p:cNvPr id="8" name="Table 7">
            <a:extLst>
              <a:ext uri="{FF2B5EF4-FFF2-40B4-BE49-F238E27FC236}">
                <a16:creationId xmlns:a16="http://schemas.microsoft.com/office/drawing/2014/main" id="{F21097ED-5D94-44E0-8148-177B461593C3}"/>
              </a:ext>
            </a:extLst>
          </p:cNvPr>
          <p:cNvGraphicFramePr>
            <a:graphicFrameLocks noGrp="1"/>
          </p:cNvGraphicFramePr>
          <p:nvPr/>
        </p:nvGraphicFramePr>
        <p:xfrm>
          <a:off x="2267075" y="101484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-1</a:t>
                      </a:r>
                    </a:p>
                  </a:txBody>
                  <a:tcPr anchor="ctr"/>
                </a:tc>
                <a:tc>
                  <a:txBody>
                    <a:bodyPr/>
                    <a:lstStyle/>
                    <a:p>
                      <a:pPr algn="ctr"/>
                      <a:r>
                        <a:rPr lang="en-US" sz="3000" b="1" dirty="0"/>
                        <a:t>-1</a:t>
                      </a:r>
                    </a:p>
                  </a:txBody>
                  <a:tcPr anchor="ctr"/>
                </a:tc>
                <a:extLst>
                  <a:ext uri="{0D108BD9-81ED-4DB2-BD59-A6C34878D82A}">
                    <a16:rowId xmlns:a16="http://schemas.microsoft.com/office/drawing/2014/main" val="3795677844"/>
                  </a:ext>
                </a:extLst>
              </a:tr>
              <a:tr h="1080000">
                <a:tc>
                  <a:txBody>
                    <a:bodyPr/>
                    <a:lstStyle/>
                    <a:p>
                      <a:pPr algn="ctr"/>
                      <a:r>
                        <a:rPr lang="en-US" sz="3000" b="1" dirty="0"/>
                        <a:t>-1</a:t>
                      </a:r>
                    </a:p>
                  </a:txBody>
                  <a:tcPr anchor="ctr"/>
                </a:tc>
                <a:tc>
                  <a:txBody>
                    <a:bodyPr/>
                    <a:lstStyle/>
                    <a:p>
                      <a:pPr algn="ctr"/>
                      <a:r>
                        <a:rPr lang="en-US" sz="3000" b="1" dirty="0"/>
                        <a:t>0</a:t>
                      </a:r>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graphicFrame>
        <p:nvGraphicFramePr>
          <p:cNvPr id="9" name="Table 8">
            <a:extLst>
              <a:ext uri="{FF2B5EF4-FFF2-40B4-BE49-F238E27FC236}">
                <a16:creationId xmlns:a16="http://schemas.microsoft.com/office/drawing/2014/main" id="{3F6332E4-910A-A7C8-F4F6-5B6967740551}"/>
              </a:ext>
            </a:extLst>
          </p:cNvPr>
          <p:cNvGraphicFramePr>
            <a:graphicFrameLocks noGrp="1"/>
          </p:cNvGraphicFramePr>
          <p:nvPr/>
        </p:nvGraphicFramePr>
        <p:xfrm>
          <a:off x="7239676" y="101484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0DE38D51-F3E6-C3B4-2AB9-F26453FEAEB1}"/>
                  </a:ext>
                </a:extLst>
              </p:cNvPr>
              <p:cNvSpPr txBox="1"/>
              <p:nvPr/>
            </p:nvSpPr>
            <p:spPr>
              <a:xfrm>
                <a:off x="7170644" y="3333313"/>
                <a:ext cx="3087826" cy="861774"/>
              </a:xfrm>
              <a:prstGeom prst="rect">
                <a:avLst/>
              </a:prstGeom>
              <a:noFill/>
            </p:spPr>
            <p:txBody>
              <a:bodyPr wrap="square" rtlCol="0">
                <a:spAutoFit/>
              </a:bodyPr>
              <a:lstStyle/>
              <a:p>
                <a:r>
                  <a:rPr lang="en-GB" sz="2500" dirty="0"/>
                  <a:t>Greedy Policy with respect to </a:t>
                </a:r>
                <a14:m>
                  <m:oMath xmlns:m="http://schemas.openxmlformats.org/officeDocument/2006/math">
                    <m:sSub>
                      <m:sSubPr>
                        <m:ctrlPr>
                          <a:rPr lang="en-US" sz="2500" i="1" dirty="0" smtClean="0">
                            <a:latin typeface="Cambria Math" panose="02040503050406030204" pitchFamily="18" charset="0"/>
                          </a:rPr>
                        </m:ctrlPr>
                      </m:sSubPr>
                      <m:e>
                        <m:r>
                          <a:rPr lang="en-GB" sz="2500" b="0" i="1" dirty="0" smtClean="0">
                            <a:latin typeface="Cambria Math" panose="02040503050406030204" pitchFamily="18" charset="0"/>
                          </a:rPr>
                          <m:t>𝑣</m:t>
                        </m:r>
                      </m:e>
                      <m:sub>
                        <m:r>
                          <a:rPr lang="en-GB" sz="2500" b="0" i="1" dirty="0" smtClean="0">
                            <a:latin typeface="Cambria Math" panose="02040503050406030204" pitchFamily="18" charset="0"/>
                          </a:rPr>
                          <m:t>𝑘</m:t>
                        </m:r>
                      </m:sub>
                    </m:sSub>
                  </m:oMath>
                </a14:m>
                <a:endParaRPr lang="en-US" sz="2500" dirty="0"/>
              </a:p>
            </p:txBody>
          </p:sp>
        </mc:Choice>
        <mc:Fallback xmlns="">
          <p:sp>
            <p:nvSpPr>
              <p:cNvPr id="31" name="TextBox 30">
                <a:extLst>
                  <a:ext uri="{FF2B5EF4-FFF2-40B4-BE49-F238E27FC236}">
                    <a16:creationId xmlns:a16="http://schemas.microsoft.com/office/drawing/2014/main" id="{0DE38D51-F3E6-C3B4-2AB9-F26453FEAEB1}"/>
                  </a:ext>
                </a:extLst>
              </p:cNvPr>
              <p:cNvSpPr txBox="1">
                <a:spLocks noRot="1" noChangeAspect="1" noMove="1" noResize="1" noEditPoints="1" noAdjustHandles="1" noChangeArrowheads="1" noChangeShapeType="1" noTextEdit="1"/>
              </p:cNvSpPr>
              <p:nvPr/>
            </p:nvSpPr>
            <p:spPr>
              <a:xfrm>
                <a:off x="7170644" y="3333313"/>
                <a:ext cx="3087826" cy="861774"/>
              </a:xfrm>
              <a:prstGeom prst="rect">
                <a:avLst/>
              </a:prstGeom>
              <a:blipFill>
                <a:blip r:embed="rId2"/>
                <a:stretch>
                  <a:fillRect l="-3279" t="-5797" b="-159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BB6DD470-1ADD-1AFF-4A29-1CDC33AA5C5D}"/>
                  </a:ext>
                </a:extLst>
              </p:cNvPr>
              <p:cNvSpPr txBox="1"/>
              <p:nvPr/>
            </p:nvSpPr>
            <p:spPr>
              <a:xfrm>
                <a:off x="5580505" y="380037"/>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24" name="TextBox 23">
                <a:extLst>
                  <a:ext uri="{FF2B5EF4-FFF2-40B4-BE49-F238E27FC236}">
                    <a16:creationId xmlns:a16="http://schemas.microsoft.com/office/drawing/2014/main" id="{BB6DD470-1ADD-1AFF-4A29-1CDC33AA5C5D}"/>
                  </a:ext>
                </a:extLst>
              </p:cNvPr>
              <p:cNvSpPr txBox="1">
                <a:spLocks noRot="1" noChangeAspect="1" noMove="1" noResize="1" noEditPoints="1" noAdjustHandles="1" noChangeArrowheads="1" noChangeShapeType="1" noTextEdit="1"/>
              </p:cNvSpPr>
              <p:nvPr/>
            </p:nvSpPr>
            <p:spPr>
              <a:xfrm>
                <a:off x="5580505" y="380037"/>
                <a:ext cx="1030988" cy="477054"/>
              </a:xfrm>
              <a:prstGeom prst="rect">
                <a:avLst/>
              </a:prstGeom>
              <a:blipFill>
                <a:blip r:embed="rId3"/>
                <a:stretch>
                  <a:fillRect/>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0C1EEE9D-7EA2-9261-54B5-3C28B2E88205}"/>
                  </a:ext>
                </a:extLst>
              </p:cNvPr>
              <p:cNvSpPr txBox="1"/>
              <p:nvPr/>
            </p:nvSpPr>
            <p:spPr>
              <a:xfrm>
                <a:off x="2387996" y="3333313"/>
                <a:ext cx="2645358" cy="861774"/>
              </a:xfrm>
              <a:prstGeom prst="rect">
                <a:avLst/>
              </a:prstGeom>
              <a:noFill/>
            </p:spPr>
            <p:txBody>
              <a:bodyPr wrap="square" rtlCol="0">
                <a:spAutoFit/>
              </a:bodyPr>
              <a:lstStyle/>
              <a:p>
                <a:r>
                  <a:rPr lang="en-US" sz="2500" dirty="0"/>
                  <a:t>Value function</a:t>
                </a:r>
                <a14:m>
                  <m:oMath xmlns:m="http://schemas.openxmlformats.org/officeDocument/2006/math">
                    <m:r>
                      <a:rPr lang="en-GB" sz="2500" b="0" i="0" dirty="0" smtClean="0">
                        <a:latin typeface="Cambria Math" panose="02040503050406030204" pitchFamily="18" charset="0"/>
                      </a:rPr>
                      <m:t> </m:t>
                    </m:r>
                    <m:sSub>
                      <m:sSubPr>
                        <m:ctrlPr>
                          <a:rPr lang="en-US" sz="2500" i="1" dirty="0" smtClean="0">
                            <a:latin typeface="Cambria Math" panose="02040503050406030204" pitchFamily="18" charset="0"/>
                          </a:rPr>
                        </m:ctrlPr>
                      </m:sSubPr>
                      <m:e>
                        <m:r>
                          <a:rPr lang="en-GB" sz="2500" b="0" i="1" dirty="0" smtClean="0">
                            <a:latin typeface="Cambria Math" panose="02040503050406030204" pitchFamily="18" charset="0"/>
                          </a:rPr>
                          <m:t>𝑣</m:t>
                        </m:r>
                      </m:e>
                      <m:sub>
                        <m:r>
                          <a:rPr lang="en-GB" sz="2500" b="0" i="1" dirty="0" smtClean="0">
                            <a:latin typeface="Cambria Math" panose="02040503050406030204" pitchFamily="18" charset="0"/>
                          </a:rPr>
                          <m:t>𝑘</m:t>
                        </m:r>
                      </m:sub>
                    </m:sSub>
                  </m:oMath>
                </a14:m>
                <a:r>
                  <a:rPr lang="en-US" sz="2500" dirty="0"/>
                  <a:t> at time step</a:t>
                </a:r>
                <a14:m>
                  <m:oMath xmlns:m="http://schemas.openxmlformats.org/officeDocument/2006/math">
                    <m:r>
                      <a:rPr lang="en-GB" sz="2500" dirty="0">
                        <a:latin typeface="Cambria Math" panose="02040503050406030204" pitchFamily="18" charset="0"/>
                      </a:rPr>
                      <m:t> </m:t>
                    </m:r>
                    <m:r>
                      <a:rPr lang="en-GB" sz="2500" b="0" i="1" dirty="0" smtClean="0">
                        <a:latin typeface="Cambria Math" panose="02040503050406030204" pitchFamily="18" charset="0"/>
                      </a:rPr>
                      <m:t>𝑘</m:t>
                    </m:r>
                  </m:oMath>
                </a14:m>
                <a:endParaRPr lang="en-US" sz="2500" dirty="0"/>
              </a:p>
            </p:txBody>
          </p:sp>
        </mc:Choice>
        <mc:Fallback xmlns="">
          <p:sp>
            <p:nvSpPr>
              <p:cNvPr id="25" name="TextBox 24">
                <a:extLst>
                  <a:ext uri="{FF2B5EF4-FFF2-40B4-BE49-F238E27FC236}">
                    <a16:creationId xmlns:a16="http://schemas.microsoft.com/office/drawing/2014/main" id="{0C1EEE9D-7EA2-9261-54B5-3C28B2E88205}"/>
                  </a:ext>
                </a:extLst>
              </p:cNvPr>
              <p:cNvSpPr txBox="1">
                <a:spLocks noRot="1" noChangeAspect="1" noMove="1" noResize="1" noEditPoints="1" noAdjustHandles="1" noChangeArrowheads="1" noChangeShapeType="1" noTextEdit="1"/>
              </p:cNvSpPr>
              <p:nvPr/>
            </p:nvSpPr>
            <p:spPr>
              <a:xfrm>
                <a:off x="2387996" y="3333313"/>
                <a:ext cx="2645358" cy="861774"/>
              </a:xfrm>
              <a:prstGeom prst="rect">
                <a:avLst/>
              </a:prstGeom>
              <a:blipFill>
                <a:blip r:embed="rId4"/>
                <a:stretch>
                  <a:fillRect l="-3828" t="-5797" b="-159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2B5B61BA-F688-8707-D35A-1808E743CFAF}"/>
                  </a:ext>
                </a:extLst>
              </p:cNvPr>
              <p:cNvSpPr txBox="1"/>
              <p:nvPr/>
            </p:nvSpPr>
            <p:spPr>
              <a:xfrm>
                <a:off x="2508916" y="5523855"/>
                <a:ext cx="7749554" cy="861774"/>
              </a:xfrm>
              <a:prstGeom prst="rect">
                <a:avLst/>
              </a:prstGeom>
              <a:noFill/>
            </p:spPr>
            <p:txBody>
              <a:bodyPr wrap="square" rtlCol="0">
                <a:spAutoFit/>
              </a:bodyPr>
              <a:lstStyle/>
              <a:p>
                <a:r>
                  <a:rPr lang="en-GB" sz="2500" dirty="0"/>
                  <a:t>Let us do one last iteration if we can reach convergence, or in RL terms, find the optimal policy </a:t>
                </a:r>
                <a14:m>
                  <m:oMath xmlns:m="http://schemas.openxmlformats.org/officeDocument/2006/math">
                    <m:sSub>
                      <m:sSubPr>
                        <m:ctrlPr>
                          <a:rPr lang="en-GB" sz="2500" i="1" smtClean="0">
                            <a:latin typeface="Cambria Math" panose="02040503050406030204" pitchFamily="18" charset="0"/>
                            <a:ea typeface="Cambria Math" panose="02040503050406030204" pitchFamily="18" charset="0"/>
                          </a:rPr>
                        </m:ctrlPr>
                      </m:sSubPr>
                      <m:e>
                        <m:r>
                          <a:rPr lang="en-GB" sz="2500" i="1">
                            <a:latin typeface="Cambria Math" panose="02040503050406030204" pitchFamily="18" charset="0"/>
                            <a:ea typeface="Cambria Math" panose="02040503050406030204" pitchFamily="18" charset="0"/>
                          </a:rPr>
                          <m:t>𝜋</m:t>
                        </m:r>
                      </m:e>
                      <m:sub>
                        <m:r>
                          <a:rPr lang="en-GB" sz="2500" b="0" i="1" smtClean="0">
                            <a:latin typeface="Cambria Math" panose="02040503050406030204" pitchFamily="18" charset="0"/>
                            <a:ea typeface="Cambria Math" panose="02040503050406030204" pitchFamily="18" charset="0"/>
                          </a:rPr>
                          <m:t>∗</m:t>
                        </m:r>
                      </m:sub>
                    </m:sSub>
                  </m:oMath>
                </a14:m>
                <a:endParaRPr lang="en-US" sz="2500" dirty="0"/>
              </a:p>
            </p:txBody>
          </p:sp>
        </mc:Choice>
        <mc:Fallback xmlns="">
          <p:sp>
            <p:nvSpPr>
              <p:cNvPr id="26" name="TextBox 25">
                <a:extLst>
                  <a:ext uri="{FF2B5EF4-FFF2-40B4-BE49-F238E27FC236}">
                    <a16:creationId xmlns:a16="http://schemas.microsoft.com/office/drawing/2014/main" id="{2B5B61BA-F688-8707-D35A-1808E743CFAF}"/>
                  </a:ext>
                </a:extLst>
              </p:cNvPr>
              <p:cNvSpPr txBox="1">
                <a:spLocks noRot="1" noChangeAspect="1" noMove="1" noResize="1" noEditPoints="1" noAdjustHandles="1" noChangeArrowheads="1" noChangeShapeType="1" noTextEdit="1"/>
              </p:cNvSpPr>
              <p:nvPr/>
            </p:nvSpPr>
            <p:spPr>
              <a:xfrm>
                <a:off x="2508916" y="5523855"/>
                <a:ext cx="7749554" cy="861774"/>
              </a:xfrm>
              <a:prstGeom prst="rect">
                <a:avLst/>
              </a:prstGeom>
              <a:blipFill>
                <a:blip r:embed="rId5"/>
                <a:stretch>
                  <a:fillRect l="-1309" t="-4286" b="-14286"/>
                </a:stretch>
              </a:blipFill>
            </p:spPr>
            <p:txBody>
              <a:bodyPr/>
              <a:lstStyle/>
              <a:p>
                <a:r>
                  <a:rPr lang="en-US">
                    <a:noFill/>
                  </a:rPr>
                  <a:t> </a:t>
                </a:r>
              </a:p>
            </p:txBody>
          </p:sp>
        </mc:Fallback>
      </mc:AlternateContent>
      <p:sp>
        <p:nvSpPr>
          <p:cNvPr id="2" name="Quad Arrow 1">
            <a:extLst>
              <a:ext uri="{FF2B5EF4-FFF2-40B4-BE49-F238E27FC236}">
                <a16:creationId xmlns:a16="http://schemas.microsoft.com/office/drawing/2014/main" id="{975822EF-B96A-73B3-3E88-D5FAF6942301}"/>
              </a:ext>
            </a:extLst>
          </p:cNvPr>
          <p:cNvSpPr/>
          <p:nvPr/>
        </p:nvSpPr>
        <p:spPr>
          <a:xfrm>
            <a:off x="7550400" y="1104545"/>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Down Arrow 2">
            <a:extLst>
              <a:ext uri="{FF2B5EF4-FFF2-40B4-BE49-F238E27FC236}">
                <a16:creationId xmlns:a16="http://schemas.microsoft.com/office/drawing/2014/main" id="{779D05BA-50B0-C30B-E2DA-72292BAD411D}"/>
              </a:ext>
            </a:extLst>
          </p:cNvPr>
          <p:cNvSpPr/>
          <p:nvPr/>
        </p:nvSpPr>
        <p:spPr>
          <a:xfrm rot="10800000" flipV="1">
            <a:off x="9170000" y="1104545"/>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Down Arrow 3">
            <a:extLst>
              <a:ext uri="{FF2B5EF4-FFF2-40B4-BE49-F238E27FC236}">
                <a16:creationId xmlns:a16="http://schemas.microsoft.com/office/drawing/2014/main" id="{93A17B3C-F3E6-145C-B199-D2BBB5AFB490}"/>
              </a:ext>
            </a:extLst>
          </p:cNvPr>
          <p:cNvSpPr/>
          <p:nvPr/>
        </p:nvSpPr>
        <p:spPr>
          <a:xfrm rot="5400000" flipV="1">
            <a:off x="7758084" y="2162942"/>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9102220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8894962-4BA6-E5DD-F380-0D6815F1E2D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7783449-05A9-C5B1-DC32-38093E7FA753}"/>
                  </a:ext>
                </a:extLst>
              </p:cNvPr>
              <p:cNvSpPr txBox="1"/>
              <p:nvPr/>
            </p:nvSpPr>
            <p:spPr>
              <a:xfrm>
                <a:off x="12700" y="2459954"/>
                <a:ext cx="7162800" cy="1212576"/>
              </a:xfrm>
              <a:prstGeom prst="rect">
                <a:avLst/>
              </a:prstGeom>
              <a:noFill/>
              <a:ln w="28575">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PH" sz="3000" b="0" i="1" u="none" strike="noStrike" dirty="0" smtClean="0">
                              <a:solidFill>
                                <a:srgbClr val="000000"/>
                              </a:solidFill>
                              <a:effectLst/>
                              <a:latin typeface="Cambria Math" panose="02040503050406030204" pitchFamily="18" charset="0"/>
                            </a:rPr>
                          </m:ctrlPr>
                        </m:sSubPr>
                        <m:e>
                          <m:r>
                            <a:rPr lang="en-GB" sz="3000" b="0" i="1" u="none" strike="noStrike" dirty="0" smtClean="0">
                              <a:solidFill>
                                <a:srgbClr val="000000"/>
                              </a:solidFill>
                              <a:effectLst/>
                              <a:latin typeface="Cambria Math" panose="02040503050406030204" pitchFamily="18" charset="0"/>
                            </a:rPr>
                            <m:t>𝑣</m:t>
                          </m:r>
                        </m:e>
                        <m:sub>
                          <m:r>
                            <a:rPr lang="en-GB" sz="3000" b="0" i="1" u="none" strike="noStrike" dirty="0" smtClean="0">
                              <a:solidFill>
                                <a:srgbClr val="000000"/>
                              </a:solidFill>
                              <a:effectLst/>
                              <a:latin typeface="Cambria Math" panose="02040503050406030204" pitchFamily="18" charset="0"/>
                            </a:rPr>
                            <m:t>𝑘</m:t>
                          </m:r>
                          <m:r>
                            <a:rPr lang="en-GB" sz="3000" b="0" i="1" u="none" strike="noStrike" dirty="0" smtClean="0">
                              <a:solidFill>
                                <a:srgbClr val="000000"/>
                              </a:solidFill>
                              <a:effectLst/>
                              <a:latin typeface="Cambria Math" panose="02040503050406030204" pitchFamily="18" charset="0"/>
                            </a:rPr>
                            <m:t>+2</m:t>
                          </m:r>
                        </m:sub>
                      </m:sSub>
                      <m:d>
                        <m:dPr>
                          <m:ctrlPr>
                            <a:rPr lang="en-GB" sz="3000" b="0" i="1" u="none" strike="noStrike" dirty="0" smtClean="0">
                              <a:solidFill>
                                <a:srgbClr val="000000"/>
                              </a:solidFill>
                              <a:effectLst/>
                              <a:latin typeface="Cambria Math" panose="02040503050406030204" pitchFamily="18" charset="0"/>
                            </a:rPr>
                          </m:ctrlPr>
                        </m:dPr>
                        <m:e>
                          <m:r>
                            <a:rPr lang="en-GB" sz="3000" b="0" i="1" u="none" strike="noStrike" dirty="0" smtClean="0">
                              <a:solidFill>
                                <a:srgbClr val="000000"/>
                              </a:solidFill>
                              <a:effectLst/>
                              <a:latin typeface="Cambria Math" panose="02040503050406030204" pitchFamily="18" charset="0"/>
                            </a:rPr>
                            <m:t>𝑠</m:t>
                          </m:r>
                        </m:e>
                      </m:d>
                      <m:r>
                        <a:rPr lang="en-PH" sz="3000" b="0" i="1" u="none" strike="noStrike" dirty="0">
                          <a:solidFill>
                            <a:srgbClr val="000000"/>
                          </a:solidFill>
                          <a:effectLst/>
                          <a:latin typeface="Cambria Math" panose="02040503050406030204" pitchFamily="18" charset="0"/>
                        </a:rPr>
                        <m:t>=</m:t>
                      </m:r>
                      <m:nary>
                        <m:naryPr>
                          <m:chr m:val="∑"/>
                          <m:supHide m:val="on"/>
                          <m:ctrlPr>
                            <a:rPr lang="en-PH" sz="3000" b="0" i="1" u="none" strike="noStrike" dirty="0" smtClean="0">
                              <a:solidFill>
                                <a:srgbClr val="000000"/>
                              </a:solidFill>
                              <a:effectLst/>
                              <a:latin typeface="Cambria Math" panose="02040503050406030204" pitchFamily="18" charset="0"/>
                            </a:rPr>
                          </m:ctrlPr>
                        </m:naryPr>
                        <m:sub>
                          <m:r>
                            <m:rPr>
                              <m:brk m:alnAt="7"/>
                            </m:rPr>
                            <a:rPr lang="en-GB" sz="3000" b="0" i="1" u="none" strike="noStrike" dirty="0" smtClean="0">
                              <a:solidFill>
                                <a:srgbClr val="000000"/>
                              </a:solidFill>
                              <a:effectLst/>
                              <a:latin typeface="Cambria Math" panose="02040503050406030204" pitchFamily="18" charset="0"/>
                            </a:rPr>
                            <m:t>𝑎</m:t>
                          </m:r>
                        </m:sub>
                        <m:sup/>
                        <m:e>
                          <m:r>
                            <a:rPr lang="el-GR" sz="3000" i="1" dirty="0">
                              <a:solidFill>
                                <a:srgbClr val="000000"/>
                              </a:solidFill>
                              <a:latin typeface="Cambria Math" panose="02040503050406030204" pitchFamily="18" charset="0"/>
                            </a:rPr>
                            <m:t>𝜋</m:t>
                          </m:r>
                          <m:r>
                            <a:rPr lang="el-GR" sz="3000" i="1" dirty="0">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𝑎</m:t>
                          </m:r>
                          <m:r>
                            <a:rPr lang="en-PH" sz="3000" i="1" dirty="0" err="1">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𝑠</m:t>
                          </m:r>
                          <m:r>
                            <a:rPr lang="en-PH" sz="3000" i="1" dirty="0">
                              <a:solidFill>
                                <a:srgbClr val="000000"/>
                              </a:solidFill>
                              <a:latin typeface="Cambria Math" panose="02040503050406030204" pitchFamily="18" charset="0"/>
                            </a:rPr>
                            <m:t>)[</m:t>
                          </m:r>
                          <m:r>
                            <a:rPr lang="en-PH" sz="3000" i="1" dirty="0" smtClean="0">
                              <a:solidFill>
                                <a:srgbClr val="000000"/>
                              </a:solidFill>
                              <a:latin typeface="Cambria Math" panose="02040503050406030204" pitchFamily="18" charset="0"/>
                            </a:rPr>
                            <m:t>𝑟</m:t>
                          </m:r>
                          <m:r>
                            <a:rPr lang="en-PH" sz="3000" i="1" dirty="0">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𝑠</m:t>
                          </m:r>
                          <m:r>
                            <a:rPr lang="en-PH" sz="3000" i="1" dirty="0" err="1">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𝑎</m:t>
                          </m:r>
                          <m:r>
                            <a:rPr lang="en-PH" sz="3000" i="1" dirty="0">
                              <a:solidFill>
                                <a:srgbClr val="000000"/>
                              </a:solidFill>
                              <a:latin typeface="Cambria Math" panose="02040503050406030204" pitchFamily="18" charset="0"/>
                            </a:rPr>
                            <m:t>)+</m:t>
                          </m:r>
                          <m:r>
                            <a:rPr lang="el-GR" sz="3000" i="1" dirty="0">
                              <a:solidFill>
                                <a:srgbClr val="000000"/>
                              </a:solidFill>
                              <a:latin typeface="Cambria Math" panose="02040503050406030204" pitchFamily="18" charset="0"/>
                            </a:rPr>
                            <m:t>𝛾</m:t>
                          </m:r>
                          <m:sSub>
                            <m:sSubPr>
                              <m:ctrlPr>
                                <a:rPr lang="en-PH" sz="3000" i="1" dirty="0">
                                  <a:solidFill>
                                    <a:srgbClr val="000000"/>
                                  </a:solidFill>
                                  <a:latin typeface="Cambria Math" panose="02040503050406030204" pitchFamily="18" charset="0"/>
                                </a:rPr>
                              </m:ctrlPr>
                            </m:sSubPr>
                            <m:e>
                              <m:r>
                                <a:rPr lang="en-GB" sz="3000" i="1" dirty="0">
                                  <a:solidFill>
                                    <a:srgbClr val="000000"/>
                                  </a:solidFill>
                                  <a:latin typeface="Cambria Math" panose="02040503050406030204" pitchFamily="18" charset="0"/>
                                </a:rPr>
                                <m:t>𝑣</m:t>
                              </m:r>
                            </m:e>
                            <m:sub>
                              <m:r>
                                <a:rPr lang="en-GB" sz="3000" i="1" dirty="0">
                                  <a:solidFill>
                                    <a:srgbClr val="000000"/>
                                  </a:solidFill>
                                  <a:latin typeface="Cambria Math" panose="02040503050406030204" pitchFamily="18" charset="0"/>
                                </a:rPr>
                                <m:t>𝑘</m:t>
                              </m:r>
                              <m:r>
                                <a:rPr lang="en-GB" sz="3000" i="1" dirty="0">
                                  <a:solidFill>
                                    <a:srgbClr val="000000"/>
                                  </a:solidFill>
                                  <a:latin typeface="Cambria Math" panose="02040503050406030204" pitchFamily="18" charset="0"/>
                                </a:rPr>
                                <m:t>+1</m:t>
                              </m:r>
                            </m:sub>
                          </m:sSub>
                          <m:r>
                            <a:rPr lang="en-PH" sz="3000" i="1" dirty="0">
                              <a:solidFill>
                                <a:srgbClr val="000000"/>
                              </a:solidFill>
                              <a:latin typeface="Cambria Math" panose="02040503050406030204" pitchFamily="18" charset="0"/>
                            </a:rPr>
                            <m:t>(</m:t>
                          </m:r>
                          <m:r>
                            <a:rPr lang="en-PH" sz="3000" i="1" dirty="0">
                              <a:solidFill>
                                <a:srgbClr val="000000"/>
                              </a:solidFill>
                              <a:latin typeface="Cambria Math" panose="02040503050406030204" pitchFamily="18" charset="0"/>
                            </a:rPr>
                            <m:t>𝑠</m:t>
                          </m:r>
                          <m:r>
                            <a:rPr lang="en-PH" sz="3000" i="1" dirty="0">
                              <a:solidFill>
                                <a:srgbClr val="000000"/>
                              </a:solidFill>
                              <a:latin typeface="Cambria Math" panose="02040503050406030204" pitchFamily="18" charset="0"/>
                            </a:rPr>
                            <m:t>′)]</m:t>
                          </m:r>
                        </m:e>
                      </m:nary>
                    </m:oMath>
                  </m:oMathPara>
                </a14:m>
                <a:endParaRPr lang="en-US" sz="3000" dirty="0"/>
              </a:p>
            </p:txBody>
          </p:sp>
        </mc:Choice>
        <mc:Fallback xmlns="">
          <p:sp>
            <p:nvSpPr>
              <p:cNvPr id="3" name="TextBox 2">
                <a:extLst>
                  <a:ext uri="{FF2B5EF4-FFF2-40B4-BE49-F238E27FC236}">
                    <a16:creationId xmlns:a16="http://schemas.microsoft.com/office/drawing/2014/main" id="{97783449-05A9-C5B1-DC32-38093E7FA753}"/>
                  </a:ext>
                </a:extLst>
              </p:cNvPr>
              <p:cNvSpPr txBox="1">
                <a:spLocks noRot="1" noChangeAspect="1" noMove="1" noResize="1" noEditPoints="1" noAdjustHandles="1" noChangeArrowheads="1" noChangeShapeType="1" noTextEdit="1"/>
              </p:cNvSpPr>
              <p:nvPr/>
            </p:nvSpPr>
            <p:spPr>
              <a:xfrm>
                <a:off x="12700" y="2459954"/>
                <a:ext cx="7162800" cy="1212576"/>
              </a:xfrm>
              <a:prstGeom prst="rect">
                <a:avLst/>
              </a:prstGeom>
              <a:blipFill>
                <a:blip r:embed="rId3"/>
                <a:stretch>
                  <a:fillRect t="-126263" r="-705" b="-177778"/>
                </a:stretch>
              </a:blipFill>
              <a:ln w="28575">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0390685-743D-54A6-A94B-2E030B192879}"/>
                  </a:ext>
                </a:extLst>
              </p:cNvPr>
              <p:cNvSpPr txBox="1"/>
              <p:nvPr/>
            </p:nvSpPr>
            <p:spPr>
              <a:xfrm>
                <a:off x="0" y="4166624"/>
                <a:ext cx="11988800" cy="81259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b="0" i="1" dirty="0" smtClean="0">
                              <a:solidFill>
                                <a:srgbClr val="000000"/>
                              </a:solidFill>
                              <a:latin typeface="Cambria Math" panose="02040503050406030204" pitchFamily="18" charset="0"/>
                            </a:rPr>
                          </m:ctrlPr>
                        </m:sSubPr>
                        <m:e>
                          <m:r>
                            <a:rPr lang="en-GB" sz="2500" b="0" i="1" dirty="0" smtClean="0">
                              <a:solidFill>
                                <a:srgbClr val="000000"/>
                              </a:solidFill>
                              <a:latin typeface="Cambria Math" panose="02040503050406030204" pitchFamily="18" charset="0"/>
                            </a:rPr>
                            <m:t>𝑣</m:t>
                          </m:r>
                        </m:e>
                        <m:sub>
                          <m:r>
                            <a:rPr lang="en-GB" sz="2500" b="0" i="1" dirty="0" smtClean="0">
                              <a:solidFill>
                                <a:srgbClr val="000000"/>
                              </a:solidFill>
                              <a:latin typeface="Cambria Math" panose="02040503050406030204" pitchFamily="18" charset="0"/>
                            </a:rPr>
                            <m:t>𝑘</m:t>
                          </m:r>
                          <m:r>
                            <a:rPr lang="en-GB" sz="2500" b="0" i="1" dirty="0" smtClean="0">
                              <a:solidFill>
                                <a:srgbClr val="000000"/>
                              </a:solidFill>
                              <a:latin typeface="Cambria Math" panose="02040503050406030204" pitchFamily="18" charset="0"/>
                            </a:rPr>
                            <m:t>+2</m:t>
                          </m:r>
                        </m:sub>
                      </m:sSub>
                      <m:d>
                        <m:dPr>
                          <m:ctrlPr>
                            <a:rPr lang="en-GB" sz="2500" i="1" dirty="0">
                              <a:solidFill>
                                <a:srgbClr val="000000"/>
                              </a:solidFill>
                              <a:latin typeface="Cambria Math" panose="02040503050406030204" pitchFamily="18" charset="0"/>
                            </a:rPr>
                          </m:ctrlPr>
                        </m:dPr>
                        <m:e>
                          <m:r>
                            <a:rPr lang="en-GB" sz="2500" b="0" i="1" dirty="0" smtClean="0">
                              <a:solidFill>
                                <a:srgbClr val="000000"/>
                              </a:solidFill>
                              <a:latin typeface="Cambria Math" panose="02040503050406030204" pitchFamily="18" charset="0"/>
                            </a:rPr>
                            <m:t>𝐴</m:t>
                          </m:r>
                        </m:e>
                      </m:d>
                      <m:r>
                        <a:rPr lang="en-PH" sz="2500" b="0" i="1" u="none" strike="noStrike" dirty="0">
                          <a:solidFill>
                            <a:srgbClr val="000000"/>
                          </a:solidFill>
                          <a:effectLst/>
                          <a:latin typeface="Cambria Math" panose="02040503050406030204" pitchFamily="18" charset="0"/>
                        </a:rPr>
                        <m:t>=</m:t>
                      </m:r>
                      <m:f>
                        <m:fPr>
                          <m:ctrlPr>
                            <a:rPr lang="en-PH" sz="2500" b="0" i="1" u="none" strike="noStrike" dirty="0" smtClean="0">
                              <a:solidFill>
                                <a:srgbClr val="000000"/>
                              </a:solidFill>
                              <a:effectLst/>
                              <a:latin typeface="Cambria Math" panose="02040503050406030204" pitchFamily="18" charset="0"/>
                            </a:rPr>
                          </m:ctrlPr>
                        </m:fPr>
                        <m:num>
                          <m:r>
                            <a:rPr lang="en-GB" sz="2500" b="0" i="1" u="none" strike="noStrike" dirty="0" smtClean="0">
                              <a:solidFill>
                                <a:srgbClr val="000000"/>
                              </a:solidFill>
                              <a:effectLst/>
                              <a:latin typeface="Cambria Math" panose="02040503050406030204" pitchFamily="18" charset="0"/>
                            </a:rPr>
                            <m:t>1</m:t>
                          </m:r>
                        </m:num>
                        <m:den>
                          <m:r>
                            <a:rPr lang="en-GB" sz="2500" b="0" i="1" u="none" strike="noStrike" dirty="0" smtClean="0">
                              <a:solidFill>
                                <a:srgbClr val="000000"/>
                              </a:solidFill>
                              <a:effectLst/>
                              <a:latin typeface="Cambria Math" panose="02040503050406030204" pitchFamily="18" charset="0"/>
                            </a:rPr>
                            <m:t>4</m:t>
                          </m:r>
                        </m:den>
                      </m:f>
                      <m:r>
                        <a:rPr lang="en-PH" sz="2500" b="0" i="1" u="none" strike="noStrike" dirty="0" smtClean="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[(−1+</m:t>
                      </m:r>
                      <m:sSub>
                        <m:sSubPr>
                          <m:ctrlPr>
                            <a:rPr lang="en-GB" sz="2500" i="1" dirty="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r>
                        <a:rPr lang="en-PH" sz="2500" b="0" i="1" u="none" strike="noStrike" dirty="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𝐴</m:t>
                      </m:r>
                      <m:r>
                        <a:rPr lang="en-PH" sz="2500" b="0" i="1" u="none" strike="noStrike" dirty="0">
                          <a:solidFill>
                            <a:srgbClr val="000000"/>
                          </a:solidFill>
                          <a:effectLst/>
                          <a:latin typeface="Cambria Math" panose="02040503050406030204" pitchFamily="18" charset="0"/>
                        </a:rPr>
                        <m:t>))+(−1+</m:t>
                      </m:r>
                      <m:sSub>
                        <m:sSubPr>
                          <m:ctrlPr>
                            <a:rPr lang="en-GB" sz="2500" i="1" dirty="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r>
                        <a:rPr lang="en-PH" sz="2500" b="0" i="1" u="none" strike="noStrike" dirty="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𝐵</m:t>
                      </m:r>
                      <m:r>
                        <a:rPr lang="en-PH" sz="2500" b="0" i="1" u="none" strike="noStrike" dirty="0">
                          <a:solidFill>
                            <a:srgbClr val="000000"/>
                          </a:solidFill>
                          <a:effectLst/>
                          <a:latin typeface="Cambria Math" panose="02040503050406030204" pitchFamily="18" charset="0"/>
                        </a:rPr>
                        <m:t>))+(−1+</m:t>
                      </m:r>
                      <m:sSub>
                        <m:sSubPr>
                          <m:ctrlPr>
                            <a:rPr lang="en-GB" sz="2500" i="1" dirty="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r>
                        <a:rPr lang="en-PH" sz="2500" b="0" i="1" u="none" strike="noStrike" dirty="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𝐶</m:t>
                      </m:r>
                      <m:r>
                        <a:rPr lang="en-PH" sz="2500" b="0" i="1" u="none" strike="noStrike" dirty="0">
                          <a:solidFill>
                            <a:srgbClr val="000000"/>
                          </a:solidFill>
                          <a:effectLst/>
                          <a:latin typeface="Cambria Math" panose="02040503050406030204" pitchFamily="18" charset="0"/>
                        </a:rPr>
                        <m:t>))+(−1+</m:t>
                      </m:r>
                      <m:sSub>
                        <m:sSubPr>
                          <m:ctrlPr>
                            <a:rPr lang="en-GB" sz="2500" i="1" dirty="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r>
                        <a:rPr lang="en-PH" sz="2500" i="1" dirty="0">
                          <a:solidFill>
                            <a:srgbClr val="000000"/>
                          </a:solidFill>
                          <a:latin typeface="Cambria Math" panose="02040503050406030204" pitchFamily="18" charset="0"/>
                        </a:rPr>
                        <m:t>(</m:t>
                      </m:r>
                      <m:r>
                        <a:rPr lang="en-GB" sz="2500" b="0" i="1" dirty="0" smtClean="0">
                          <a:solidFill>
                            <a:srgbClr val="000000"/>
                          </a:solidFill>
                          <a:latin typeface="Cambria Math" panose="02040503050406030204" pitchFamily="18" charset="0"/>
                        </a:rPr>
                        <m:t>𝐴</m:t>
                      </m:r>
                      <m:r>
                        <a:rPr lang="en-PH" sz="2500" i="1" dirty="0">
                          <a:solidFill>
                            <a:srgbClr val="000000"/>
                          </a:solidFill>
                          <a:latin typeface="Cambria Math" panose="02040503050406030204" pitchFamily="18" charset="0"/>
                        </a:rPr>
                        <m:t>))</m:t>
                      </m:r>
                    </m:oMath>
                  </m:oMathPara>
                </a14:m>
                <a:endParaRPr lang="en-US" sz="2500" dirty="0"/>
              </a:p>
            </p:txBody>
          </p:sp>
        </mc:Choice>
        <mc:Fallback xmlns="">
          <p:sp>
            <p:nvSpPr>
              <p:cNvPr id="4" name="TextBox 3">
                <a:extLst>
                  <a:ext uri="{FF2B5EF4-FFF2-40B4-BE49-F238E27FC236}">
                    <a16:creationId xmlns:a16="http://schemas.microsoft.com/office/drawing/2014/main" id="{30390685-743D-54A6-A94B-2E030B192879}"/>
                  </a:ext>
                </a:extLst>
              </p:cNvPr>
              <p:cNvSpPr txBox="1">
                <a:spLocks noRot="1" noChangeAspect="1" noMove="1" noResize="1" noEditPoints="1" noAdjustHandles="1" noChangeArrowheads="1" noChangeShapeType="1" noTextEdit="1"/>
              </p:cNvSpPr>
              <p:nvPr/>
            </p:nvSpPr>
            <p:spPr>
              <a:xfrm>
                <a:off x="0" y="4166624"/>
                <a:ext cx="11988800" cy="812595"/>
              </a:xfrm>
              <a:prstGeom prst="rect">
                <a:avLst/>
              </a:prstGeom>
              <a:blipFill>
                <a:blip r:embed="rId4"/>
                <a:stretch>
                  <a:fillRect b="-46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E9C6378-3380-D099-A9E2-EEF1AC6ECF4F}"/>
                  </a:ext>
                </a:extLst>
              </p:cNvPr>
              <p:cNvSpPr txBox="1"/>
              <p:nvPr/>
            </p:nvSpPr>
            <p:spPr>
              <a:xfrm>
                <a:off x="12699" y="4979219"/>
                <a:ext cx="8257110" cy="81259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i="1" dirty="0" smtClean="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+2</m:t>
                          </m:r>
                        </m:sub>
                      </m:sSub>
                      <m:r>
                        <a:rPr lang="en-GB" sz="2500" i="1" dirty="0">
                          <a:solidFill>
                            <a:srgbClr val="000000"/>
                          </a:solidFill>
                          <a:latin typeface="Cambria Math" panose="02040503050406030204" pitchFamily="18" charset="0"/>
                        </a:rPr>
                        <m:t> </m:t>
                      </m:r>
                      <m:d>
                        <m:dPr>
                          <m:ctrlPr>
                            <a:rPr lang="en-GB" sz="2500" i="1" dirty="0">
                              <a:solidFill>
                                <a:srgbClr val="000000"/>
                              </a:solidFill>
                              <a:latin typeface="Cambria Math" panose="02040503050406030204" pitchFamily="18" charset="0"/>
                            </a:rPr>
                          </m:ctrlPr>
                        </m:dPr>
                        <m:e>
                          <m:r>
                            <a:rPr lang="en-GB" sz="2500" i="1" dirty="0">
                              <a:solidFill>
                                <a:srgbClr val="000000"/>
                              </a:solidFill>
                              <a:latin typeface="Cambria Math" panose="02040503050406030204" pitchFamily="18" charset="0"/>
                            </a:rPr>
                            <m:t>𝐴</m:t>
                          </m:r>
                        </m:e>
                      </m:d>
                      <m:r>
                        <a:rPr lang="en-PH" sz="2500" b="0" i="1" u="none" strike="noStrike" dirty="0">
                          <a:solidFill>
                            <a:srgbClr val="000000"/>
                          </a:solidFill>
                          <a:effectLst/>
                          <a:latin typeface="Cambria Math" panose="02040503050406030204" pitchFamily="18" charset="0"/>
                        </a:rPr>
                        <m:t>=</m:t>
                      </m:r>
                      <m:f>
                        <m:fPr>
                          <m:ctrlPr>
                            <a:rPr lang="en-PH" sz="2500" b="0" i="1" u="none" strike="noStrike" dirty="0" smtClean="0">
                              <a:solidFill>
                                <a:srgbClr val="000000"/>
                              </a:solidFill>
                              <a:effectLst/>
                              <a:latin typeface="Cambria Math" panose="02040503050406030204" pitchFamily="18" charset="0"/>
                            </a:rPr>
                          </m:ctrlPr>
                        </m:fPr>
                        <m:num>
                          <m:r>
                            <a:rPr lang="en-GB" sz="2500" b="0" i="1" u="none" strike="noStrike" dirty="0" smtClean="0">
                              <a:solidFill>
                                <a:srgbClr val="000000"/>
                              </a:solidFill>
                              <a:effectLst/>
                              <a:latin typeface="Cambria Math" panose="02040503050406030204" pitchFamily="18" charset="0"/>
                            </a:rPr>
                            <m:t>1</m:t>
                          </m:r>
                        </m:num>
                        <m:den>
                          <m:r>
                            <a:rPr lang="en-GB" sz="2500" b="0" i="1" u="none" strike="noStrike" dirty="0" smtClean="0">
                              <a:solidFill>
                                <a:srgbClr val="000000"/>
                              </a:solidFill>
                              <a:effectLst/>
                              <a:latin typeface="Cambria Math" panose="02040503050406030204" pitchFamily="18" charset="0"/>
                            </a:rPr>
                            <m:t>4</m:t>
                          </m:r>
                        </m:den>
                      </m:f>
                      <m:r>
                        <a:rPr lang="en-PH" sz="2500" b="0" i="1" u="none" strike="noStrike" dirty="0" smtClean="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1−1</m:t>
                      </m:r>
                      <m:r>
                        <a:rPr lang="en-PH" sz="2500" b="0" i="1" u="none" strike="noStrike" dirty="0">
                          <a:solidFill>
                            <a:srgbClr val="000000"/>
                          </a:solidFill>
                          <a:effectLst/>
                          <a:latin typeface="Cambria Math" panose="02040503050406030204" pitchFamily="18" charset="0"/>
                        </a:rPr>
                        <m:t>)+</m:t>
                      </m:r>
                      <m:r>
                        <a:rPr lang="en-PH" sz="2500" i="1" dirty="0">
                          <a:solidFill>
                            <a:srgbClr val="000000"/>
                          </a:solidFill>
                          <a:latin typeface="Cambria Math" panose="02040503050406030204" pitchFamily="18" charset="0"/>
                        </a:rPr>
                        <m:t>(−1</m:t>
                      </m:r>
                      <m:r>
                        <a:rPr lang="en-GB" sz="2500" b="0" i="1" dirty="0" smtClean="0">
                          <a:solidFill>
                            <a:srgbClr val="000000"/>
                          </a:solidFill>
                          <a:latin typeface="Cambria Math" panose="02040503050406030204" pitchFamily="18" charset="0"/>
                        </a:rPr>
                        <m:t>−1</m:t>
                      </m:r>
                      <m:r>
                        <a:rPr lang="en-PH" sz="2500" i="1" dirty="0">
                          <a:solidFill>
                            <a:srgbClr val="000000"/>
                          </a:solidFill>
                          <a:latin typeface="Cambria Math" panose="02040503050406030204" pitchFamily="18" charset="0"/>
                        </a:rPr>
                        <m:t>)</m:t>
                      </m:r>
                    </m:oMath>
                  </m:oMathPara>
                </a14:m>
                <a:endParaRPr lang="en-US" sz="2500" dirty="0"/>
              </a:p>
            </p:txBody>
          </p:sp>
        </mc:Choice>
        <mc:Fallback xmlns="">
          <p:sp>
            <p:nvSpPr>
              <p:cNvPr id="5" name="TextBox 4">
                <a:extLst>
                  <a:ext uri="{FF2B5EF4-FFF2-40B4-BE49-F238E27FC236}">
                    <a16:creationId xmlns:a16="http://schemas.microsoft.com/office/drawing/2014/main" id="{4E9C6378-3380-D099-A9E2-EEF1AC6ECF4F}"/>
                  </a:ext>
                </a:extLst>
              </p:cNvPr>
              <p:cNvSpPr txBox="1">
                <a:spLocks noRot="1" noChangeAspect="1" noMove="1" noResize="1" noEditPoints="1" noAdjustHandles="1" noChangeArrowheads="1" noChangeShapeType="1" noTextEdit="1"/>
              </p:cNvSpPr>
              <p:nvPr/>
            </p:nvSpPr>
            <p:spPr>
              <a:xfrm>
                <a:off x="12699" y="4979219"/>
                <a:ext cx="8257110" cy="812595"/>
              </a:xfrm>
              <a:prstGeom prst="rect">
                <a:avLst/>
              </a:prstGeom>
              <a:blipFill>
                <a:blip r:embed="rId5"/>
                <a:stretch>
                  <a:fillRect r="-153" b="-46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F467D923-C59B-F6E9-0DC6-5AE2AC866659}"/>
                  </a:ext>
                </a:extLst>
              </p:cNvPr>
              <p:cNvSpPr txBox="1"/>
              <p:nvPr/>
            </p:nvSpPr>
            <p:spPr>
              <a:xfrm>
                <a:off x="12699" y="5894054"/>
                <a:ext cx="2198891" cy="477054"/>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i="1" dirty="0" smtClean="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+2</m:t>
                          </m:r>
                        </m:sub>
                      </m:sSub>
                      <m:d>
                        <m:dPr>
                          <m:ctrlPr>
                            <a:rPr lang="en-GB" sz="2500" i="1" dirty="0">
                              <a:solidFill>
                                <a:srgbClr val="000000"/>
                              </a:solidFill>
                              <a:latin typeface="Cambria Math" panose="02040503050406030204" pitchFamily="18" charset="0"/>
                            </a:rPr>
                          </m:ctrlPr>
                        </m:dPr>
                        <m:e>
                          <m:r>
                            <a:rPr lang="en-GB" sz="2500" i="1" dirty="0">
                              <a:solidFill>
                                <a:srgbClr val="000000"/>
                              </a:solidFill>
                              <a:latin typeface="Cambria Math" panose="02040503050406030204" pitchFamily="18" charset="0"/>
                            </a:rPr>
                            <m:t>𝐴</m:t>
                          </m:r>
                        </m:e>
                      </m:d>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−2</m:t>
                      </m:r>
                    </m:oMath>
                  </m:oMathPara>
                </a14:m>
                <a:endParaRPr lang="en-US" sz="2500" dirty="0"/>
              </a:p>
            </p:txBody>
          </p:sp>
        </mc:Choice>
        <mc:Fallback xmlns="">
          <p:sp>
            <p:nvSpPr>
              <p:cNvPr id="6" name="TextBox 5">
                <a:extLst>
                  <a:ext uri="{FF2B5EF4-FFF2-40B4-BE49-F238E27FC236}">
                    <a16:creationId xmlns:a16="http://schemas.microsoft.com/office/drawing/2014/main" id="{F467D923-C59B-F6E9-0DC6-5AE2AC866659}"/>
                  </a:ext>
                </a:extLst>
              </p:cNvPr>
              <p:cNvSpPr txBox="1">
                <a:spLocks noRot="1" noChangeAspect="1" noMove="1" noResize="1" noEditPoints="1" noAdjustHandles="1" noChangeArrowheads="1" noChangeShapeType="1" noTextEdit="1"/>
              </p:cNvSpPr>
              <p:nvPr/>
            </p:nvSpPr>
            <p:spPr>
              <a:xfrm>
                <a:off x="12699" y="5894054"/>
                <a:ext cx="2198891" cy="477054"/>
              </a:xfrm>
              <a:prstGeom prst="rect">
                <a:avLst/>
              </a:prstGeom>
              <a:blipFill>
                <a:blip r:embed="rId6"/>
                <a:stretch>
                  <a:fillRect/>
                </a:stretch>
              </a:blipFill>
              <a:ln w="38100">
                <a:solidFill>
                  <a:srgbClr val="00B05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BAB35891-4045-0FC3-A45D-F1D9ACBA8B8E}"/>
                  </a:ext>
                </a:extLst>
              </p:cNvPr>
              <p:cNvGraphicFramePr>
                <a:graphicFrameLocks noGrp="1"/>
              </p:cNvGraphicFramePr>
              <p:nvPr>
                <p:extLst>
                  <p:ext uri="{D42A27DB-BD31-4B8C-83A1-F6EECF244321}">
                    <p14:modId xmlns:p14="http://schemas.microsoft.com/office/powerpoint/2010/main" val="497175314"/>
                  </p:ext>
                </p:extLst>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3708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𝟏</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𝟐</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53390574"/>
                      </a:ext>
                    </a:extLst>
                  </a:tr>
                  <a:tr h="3708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3708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3708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Choice>
        <mc:Fallback xmlns="">
          <p:graphicFrame>
            <p:nvGraphicFramePr>
              <p:cNvPr id="2" name="Table 1">
                <a:extLst>
                  <a:ext uri="{FF2B5EF4-FFF2-40B4-BE49-F238E27FC236}">
                    <a16:creationId xmlns:a16="http://schemas.microsoft.com/office/drawing/2014/main" id="{BAB35891-4045-0FC3-A45D-F1D9ACBA8B8E}"/>
                  </a:ext>
                </a:extLst>
              </p:cNvPr>
              <p:cNvGraphicFramePr>
                <a:graphicFrameLocks noGrp="1"/>
              </p:cNvGraphicFramePr>
              <p:nvPr>
                <p:extLst>
                  <p:ext uri="{D42A27DB-BD31-4B8C-83A1-F6EECF244321}">
                    <p14:modId xmlns:p14="http://schemas.microsoft.com/office/powerpoint/2010/main" val="497175314"/>
                  </p:ext>
                </p:extLst>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5486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7"/>
                          <a:stretch>
                            <a:fillRect l="-100820" t="-2326" r="-2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7"/>
                          <a:stretch>
                            <a:fillRect l="-200820" t="-2326" r="-1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7"/>
                          <a:stretch>
                            <a:fillRect l="-300820" t="-2326" r="-820" b="-337209"/>
                          </a:stretch>
                        </a:blipFill>
                      </a:tcPr>
                    </a:tc>
                    <a:extLst>
                      <a:ext uri="{0D108BD9-81ED-4DB2-BD59-A6C34878D82A}">
                        <a16:rowId xmlns:a16="http://schemas.microsoft.com/office/drawing/2014/main" val="153390574"/>
                      </a:ext>
                    </a:extLst>
                  </a:tr>
                  <a:tr h="5486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5486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5486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Fallback>
      </mc:AlternateContent>
      <p:graphicFrame>
        <p:nvGraphicFramePr>
          <p:cNvPr id="9" name="Table 8">
            <a:extLst>
              <a:ext uri="{FF2B5EF4-FFF2-40B4-BE49-F238E27FC236}">
                <a16:creationId xmlns:a16="http://schemas.microsoft.com/office/drawing/2014/main" id="{9F3786D2-2D2A-89B3-42CF-5FAE2C9924FD}"/>
              </a:ext>
            </a:extLst>
          </p:cNvPr>
          <p:cNvGraphicFramePr>
            <a:graphicFrameLocks noGrp="1"/>
          </p:cNvGraphicFramePr>
          <p:nvPr>
            <p:extLst>
              <p:ext uri="{D42A27DB-BD31-4B8C-83A1-F6EECF244321}">
                <p14:modId xmlns:p14="http://schemas.microsoft.com/office/powerpoint/2010/main" val="3059631880"/>
              </p:ext>
            </p:extLst>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-2</a:t>
                      </a:r>
                    </a:p>
                  </a:txBody>
                  <a:tcPr anchor="ctr"/>
                </a:tc>
                <a:tc>
                  <a:txBody>
                    <a:bodyPr/>
                    <a:lstStyle/>
                    <a:p>
                      <a:pPr algn="ctr"/>
                      <a:r>
                        <a:rPr lang="en-US" b="1" dirty="0"/>
                        <a:t>-1</a:t>
                      </a:r>
                    </a:p>
                  </a:txBody>
                  <a:tcPr anchor="ctr"/>
                </a:tc>
                <a:extLst>
                  <a:ext uri="{0D108BD9-81ED-4DB2-BD59-A6C34878D82A}">
                    <a16:rowId xmlns:a16="http://schemas.microsoft.com/office/drawing/2014/main" val="3795677844"/>
                  </a:ext>
                </a:extLst>
              </a:tr>
              <a:tr h="1080000">
                <a:tc>
                  <a:txBody>
                    <a:bodyPr/>
                    <a:lstStyle/>
                    <a:p>
                      <a:pPr algn="ctr"/>
                      <a:r>
                        <a:rPr lang="en-US" b="1" dirty="0"/>
                        <a:t>-1</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BE4B911-F2CA-1FA2-A05F-B5EBCC6507DD}"/>
                  </a:ext>
                </a:extLst>
              </p:cNvPr>
              <p:cNvSpPr txBox="1"/>
              <p:nvPr/>
            </p:nvSpPr>
            <p:spPr>
              <a:xfrm>
                <a:off x="10232906" y="2293353"/>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10" name="TextBox 9">
                <a:extLst>
                  <a:ext uri="{FF2B5EF4-FFF2-40B4-BE49-F238E27FC236}">
                    <a16:creationId xmlns:a16="http://schemas.microsoft.com/office/drawing/2014/main" id="{1BE4B911-F2CA-1FA2-A05F-B5EBCC6507DD}"/>
                  </a:ext>
                </a:extLst>
              </p:cNvPr>
              <p:cNvSpPr txBox="1">
                <a:spLocks noRot="1" noChangeAspect="1" noMove="1" noResize="1" noEditPoints="1" noAdjustHandles="1" noChangeArrowheads="1" noChangeShapeType="1" noTextEdit="1"/>
              </p:cNvSpPr>
              <p:nvPr/>
            </p:nvSpPr>
            <p:spPr>
              <a:xfrm>
                <a:off x="10232906" y="2293353"/>
                <a:ext cx="1030988" cy="477054"/>
              </a:xfrm>
              <a:prstGeom prst="rect">
                <a:avLst/>
              </a:prstGeom>
              <a:blipFill>
                <a:blip r:embed="rId8"/>
                <a:stretch>
                  <a:fillRect/>
                </a:stretch>
              </a:blipFill>
              <a:ln w="38100">
                <a:solidFill>
                  <a:schemeClr val="tx1"/>
                </a:solidFill>
              </a:ln>
            </p:spPr>
            <p:txBody>
              <a:bodyPr/>
              <a:lstStyle/>
              <a:p>
                <a:r>
                  <a:rPr lang="en-US">
                    <a:noFill/>
                  </a:rPr>
                  <a:t> </a:t>
                </a:r>
              </a:p>
            </p:txBody>
          </p:sp>
        </mc:Fallback>
      </mc:AlternateContent>
      <p:sp>
        <p:nvSpPr>
          <p:cNvPr id="7" name="Down Arrow 6">
            <a:extLst>
              <a:ext uri="{FF2B5EF4-FFF2-40B4-BE49-F238E27FC236}">
                <a16:creationId xmlns:a16="http://schemas.microsoft.com/office/drawing/2014/main" id="{D4518EBB-7E31-C03A-05CC-12938B807D73}"/>
              </a:ext>
            </a:extLst>
          </p:cNvPr>
          <p:cNvSpPr/>
          <p:nvPr/>
        </p:nvSpPr>
        <p:spPr>
          <a:xfrm rot="16200000" flipV="1">
            <a:off x="2901784" y="3746206"/>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Down Arrow 7">
            <a:extLst>
              <a:ext uri="{FF2B5EF4-FFF2-40B4-BE49-F238E27FC236}">
                <a16:creationId xmlns:a16="http://schemas.microsoft.com/office/drawing/2014/main" id="{01650E0E-CE40-2A8F-C45A-F7DFC3D3B67D}"/>
              </a:ext>
            </a:extLst>
          </p:cNvPr>
          <p:cNvSpPr/>
          <p:nvPr/>
        </p:nvSpPr>
        <p:spPr>
          <a:xfrm rot="16200000" flipH="1">
            <a:off x="5403684" y="3746206"/>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Down Arrow 10">
            <a:extLst>
              <a:ext uri="{FF2B5EF4-FFF2-40B4-BE49-F238E27FC236}">
                <a16:creationId xmlns:a16="http://schemas.microsoft.com/office/drawing/2014/main" id="{06CDD447-E503-66B1-4310-C8AE703D3522}"/>
              </a:ext>
            </a:extLst>
          </p:cNvPr>
          <p:cNvSpPr/>
          <p:nvPr/>
        </p:nvSpPr>
        <p:spPr>
          <a:xfrm rot="10800000" flipV="1">
            <a:off x="7930988" y="3538522"/>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Down Arrow 11">
            <a:extLst>
              <a:ext uri="{FF2B5EF4-FFF2-40B4-BE49-F238E27FC236}">
                <a16:creationId xmlns:a16="http://schemas.microsoft.com/office/drawing/2014/main" id="{34C4BE07-09AF-4868-146B-346AB29F60D6}"/>
              </a:ext>
            </a:extLst>
          </p:cNvPr>
          <p:cNvSpPr/>
          <p:nvPr/>
        </p:nvSpPr>
        <p:spPr>
          <a:xfrm flipV="1">
            <a:off x="10479704" y="3538522"/>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79170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Lst>
  </p:timing>
</p:sld>
</file>

<file path=ppt/slides/slide9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1C32E6A9-34D2-D9D1-6767-1789EC30724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8772BD1E-5D27-71C3-C963-B93625664549}"/>
                  </a:ext>
                </a:extLst>
              </p:cNvPr>
              <p:cNvSpPr txBox="1"/>
              <p:nvPr/>
            </p:nvSpPr>
            <p:spPr>
              <a:xfrm>
                <a:off x="12700" y="2459954"/>
                <a:ext cx="7162800" cy="1212576"/>
              </a:xfrm>
              <a:prstGeom prst="rect">
                <a:avLst/>
              </a:prstGeom>
              <a:noFill/>
              <a:ln w="28575">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PH" sz="3000" b="0" i="1" u="none" strike="noStrike" dirty="0" smtClean="0">
                              <a:solidFill>
                                <a:srgbClr val="000000"/>
                              </a:solidFill>
                              <a:effectLst/>
                              <a:latin typeface="Cambria Math" panose="02040503050406030204" pitchFamily="18" charset="0"/>
                            </a:rPr>
                          </m:ctrlPr>
                        </m:sSubPr>
                        <m:e>
                          <m:r>
                            <a:rPr lang="en-GB" sz="3000" b="0" i="1" u="none" strike="noStrike" dirty="0" smtClean="0">
                              <a:solidFill>
                                <a:srgbClr val="000000"/>
                              </a:solidFill>
                              <a:effectLst/>
                              <a:latin typeface="Cambria Math" panose="02040503050406030204" pitchFamily="18" charset="0"/>
                            </a:rPr>
                            <m:t>𝑣</m:t>
                          </m:r>
                        </m:e>
                        <m:sub>
                          <m:r>
                            <a:rPr lang="en-GB" sz="3000" b="0" i="1" u="none" strike="noStrike" dirty="0" smtClean="0">
                              <a:solidFill>
                                <a:srgbClr val="000000"/>
                              </a:solidFill>
                              <a:effectLst/>
                              <a:latin typeface="Cambria Math" panose="02040503050406030204" pitchFamily="18" charset="0"/>
                            </a:rPr>
                            <m:t>𝑘</m:t>
                          </m:r>
                          <m:r>
                            <a:rPr lang="en-GB" sz="3000" b="0" i="1" u="none" strike="noStrike" dirty="0" smtClean="0">
                              <a:solidFill>
                                <a:srgbClr val="000000"/>
                              </a:solidFill>
                              <a:effectLst/>
                              <a:latin typeface="Cambria Math" panose="02040503050406030204" pitchFamily="18" charset="0"/>
                            </a:rPr>
                            <m:t>+2</m:t>
                          </m:r>
                        </m:sub>
                      </m:sSub>
                      <m:d>
                        <m:dPr>
                          <m:ctrlPr>
                            <a:rPr lang="en-GB" sz="3000" b="0" i="1" u="none" strike="noStrike" dirty="0" smtClean="0">
                              <a:solidFill>
                                <a:srgbClr val="000000"/>
                              </a:solidFill>
                              <a:effectLst/>
                              <a:latin typeface="Cambria Math" panose="02040503050406030204" pitchFamily="18" charset="0"/>
                            </a:rPr>
                          </m:ctrlPr>
                        </m:dPr>
                        <m:e>
                          <m:r>
                            <a:rPr lang="en-GB" sz="3000" b="0" i="1" u="none" strike="noStrike" dirty="0" smtClean="0">
                              <a:solidFill>
                                <a:srgbClr val="000000"/>
                              </a:solidFill>
                              <a:effectLst/>
                              <a:latin typeface="Cambria Math" panose="02040503050406030204" pitchFamily="18" charset="0"/>
                            </a:rPr>
                            <m:t>𝑠</m:t>
                          </m:r>
                        </m:e>
                      </m:d>
                      <m:r>
                        <a:rPr lang="en-PH" sz="3000" b="0" i="1" u="none" strike="noStrike" dirty="0">
                          <a:solidFill>
                            <a:srgbClr val="000000"/>
                          </a:solidFill>
                          <a:effectLst/>
                          <a:latin typeface="Cambria Math" panose="02040503050406030204" pitchFamily="18" charset="0"/>
                        </a:rPr>
                        <m:t>=</m:t>
                      </m:r>
                      <m:nary>
                        <m:naryPr>
                          <m:chr m:val="∑"/>
                          <m:supHide m:val="on"/>
                          <m:ctrlPr>
                            <a:rPr lang="en-PH" sz="3000" b="0" i="1" u="none" strike="noStrike" dirty="0" smtClean="0">
                              <a:solidFill>
                                <a:srgbClr val="000000"/>
                              </a:solidFill>
                              <a:effectLst/>
                              <a:latin typeface="Cambria Math" panose="02040503050406030204" pitchFamily="18" charset="0"/>
                            </a:rPr>
                          </m:ctrlPr>
                        </m:naryPr>
                        <m:sub>
                          <m:r>
                            <m:rPr>
                              <m:brk m:alnAt="7"/>
                            </m:rPr>
                            <a:rPr lang="en-GB" sz="3000" b="0" i="1" u="none" strike="noStrike" dirty="0" smtClean="0">
                              <a:solidFill>
                                <a:srgbClr val="000000"/>
                              </a:solidFill>
                              <a:effectLst/>
                              <a:latin typeface="Cambria Math" panose="02040503050406030204" pitchFamily="18" charset="0"/>
                            </a:rPr>
                            <m:t>𝑎</m:t>
                          </m:r>
                        </m:sub>
                        <m:sup/>
                        <m:e>
                          <m:r>
                            <a:rPr lang="el-GR" sz="3000" i="1" dirty="0">
                              <a:solidFill>
                                <a:srgbClr val="000000"/>
                              </a:solidFill>
                              <a:latin typeface="Cambria Math" panose="02040503050406030204" pitchFamily="18" charset="0"/>
                            </a:rPr>
                            <m:t>𝜋</m:t>
                          </m:r>
                          <m:r>
                            <a:rPr lang="el-GR" sz="3000" i="1" dirty="0">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𝑎</m:t>
                          </m:r>
                          <m:r>
                            <a:rPr lang="en-PH" sz="3000" i="1" dirty="0" err="1">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𝑠</m:t>
                          </m:r>
                          <m:r>
                            <a:rPr lang="en-PH" sz="3000" i="1" dirty="0">
                              <a:solidFill>
                                <a:srgbClr val="000000"/>
                              </a:solidFill>
                              <a:latin typeface="Cambria Math" panose="02040503050406030204" pitchFamily="18" charset="0"/>
                            </a:rPr>
                            <m:t>)[</m:t>
                          </m:r>
                          <m:r>
                            <a:rPr lang="en-PH" sz="3000" i="1" dirty="0" smtClean="0">
                              <a:solidFill>
                                <a:srgbClr val="000000"/>
                              </a:solidFill>
                              <a:latin typeface="Cambria Math" panose="02040503050406030204" pitchFamily="18" charset="0"/>
                            </a:rPr>
                            <m:t>𝑟</m:t>
                          </m:r>
                          <m:r>
                            <a:rPr lang="en-PH" sz="3000" i="1" dirty="0">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𝑠</m:t>
                          </m:r>
                          <m:r>
                            <a:rPr lang="en-PH" sz="3000" i="1" dirty="0" err="1">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𝑎</m:t>
                          </m:r>
                          <m:r>
                            <a:rPr lang="en-PH" sz="3000" i="1" dirty="0">
                              <a:solidFill>
                                <a:srgbClr val="000000"/>
                              </a:solidFill>
                              <a:latin typeface="Cambria Math" panose="02040503050406030204" pitchFamily="18" charset="0"/>
                            </a:rPr>
                            <m:t>)+</m:t>
                          </m:r>
                          <m:r>
                            <a:rPr lang="el-GR" sz="3000" i="1" dirty="0">
                              <a:solidFill>
                                <a:srgbClr val="000000"/>
                              </a:solidFill>
                              <a:latin typeface="Cambria Math" panose="02040503050406030204" pitchFamily="18" charset="0"/>
                            </a:rPr>
                            <m:t>𝛾</m:t>
                          </m:r>
                          <m:sSub>
                            <m:sSubPr>
                              <m:ctrlPr>
                                <a:rPr lang="en-PH" sz="3000" i="1" dirty="0">
                                  <a:solidFill>
                                    <a:srgbClr val="000000"/>
                                  </a:solidFill>
                                  <a:latin typeface="Cambria Math" panose="02040503050406030204" pitchFamily="18" charset="0"/>
                                </a:rPr>
                              </m:ctrlPr>
                            </m:sSubPr>
                            <m:e>
                              <m:r>
                                <a:rPr lang="en-GB" sz="3000" i="1" dirty="0">
                                  <a:solidFill>
                                    <a:srgbClr val="000000"/>
                                  </a:solidFill>
                                  <a:latin typeface="Cambria Math" panose="02040503050406030204" pitchFamily="18" charset="0"/>
                                </a:rPr>
                                <m:t>𝑣</m:t>
                              </m:r>
                            </m:e>
                            <m:sub>
                              <m:r>
                                <a:rPr lang="en-GB" sz="3000" i="1" dirty="0">
                                  <a:solidFill>
                                    <a:srgbClr val="000000"/>
                                  </a:solidFill>
                                  <a:latin typeface="Cambria Math" panose="02040503050406030204" pitchFamily="18" charset="0"/>
                                </a:rPr>
                                <m:t>𝑘</m:t>
                              </m:r>
                              <m:r>
                                <a:rPr lang="en-GB" sz="3000" i="1" dirty="0">
                                  <a:solidFill>
                                    <a:srgbClr val="000000"/>
                                  </a:solidFill>
                                  <a:latin typeface="Cambria Math" panose="02040503050406030204" pitchFamily="18" charset="0"/>
                                </a:rPr>
                                <m:t>+1</m:t>
                              </m:r>
                            </m:sub>
                          </m:sSub>
                          <m:r>
                            <a:rPr lang="en-PH" sz="3000" i="1" dirty="0">
                              <a:solidFill>
                                <a:srgbClr val="000000"/>
                              </a:solidFill>
                              <a:latin typeface="Cambria Math" panose="02040503050406030204" pitchFamily="18" charset="0"/>
                            </a:rPr>
                            <m:t>(</m:t>
                          </m:r>
                          <m:r>
                            <a:rPr lang="en-PH" sz="3000" i="1" dirty="0">
                              <a:solidFill>
                                <a:srgbClr val="000000"/>
                              </a:solidFill>
                              <a:latin typeface="Cambria Math" panose="02040503050406030204" pitchFamily="18" charset="0"/>
                            </a:rPr>
                            <m:t>𝑠</m:t>
                          </m:r>
                          <m:r>
                            <a:rPr lang="en-PH" sz="3000" i="1" dirty="0">
                              <a:solidFill>
                                <a:srgbClr val="000000"/>
                              </a:solidFill>
                              <a:latin typeface="Cambria Math" panose="02040503050406030204" pitchFamily="18" charset="0"/>
                            </a:rPr>
                            <m:t>′)]</m:t>
                          </m:r>
                        </m:e>
                      </m:nary>
                    </m:oMath>
                  </m:oMathPara>
                </a14:m>
                <a:endParaRPr lang="en-US" sz="3000" dirty="0"/>
              </a:p>
            </p:txBody>
          </p:sp>
        </mc:Choice>
        <mc:Fallback xmlns="">
          <p:sp>
            <p:nvSpPr>
              <p:cNvPr id="3" name="TextBox 2">
                <a:extLst>
                  <a:ext uri="{FF2B5EF4-FFF2-40B4-BE49-F238E27FC236}">
                    <a16:creationId xmlns:a16="http://schemas.microsoft.com/office/drawing/2014/main" id="{8772BD1E-5D27-71C3-C963-B93625664549}"/>
                  </a:ext>
                </a:extLst>
              </p:cNvPr>
              <p:cNvSpPr txBox="1">
                <a:spLocks noRot="1" noChangeAspect="1" noMove="1" noResize="1" noEditPoints="1" noAdjustHandles="1" noChangeArrowheads="1" noChangeShapeType="1" noTextEdit="1"/>
              </p:cNvSpPr>
              <p:nvPr/>
            </p:nvSpPr>
            <p:spPr>
              <a:xfrm>
                <a:off x="12700" y="2459954"/>
                <a:ext cx="7162800" cy="1212576"/>
              </a:xfrm>
              <a:prstGeom prst="rect">
                <a:avLst/>
              </a:prstGeom>
              <a:blipFill>
                <a:blip r:embed="rId3"/>
                <a:stretch>
                  <a:fillRect t="-126263" r="-705" b="-177778"/>
                </a:stretch>
              </a:blipFill>
              <a:ln w="28575">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B1F1B37A-866E-1353-9636-B3ADA0FC3B4F}"/>
                  </a:ext>
                </a:extLst>
              </p:cNvPr>
              <p:cNvSpPr txBox="1"/>
              <p:nvPr/>
            </p:nvSpPr>
            <p:spPr>
              <a:xfrm>
                <a:off x="0" y="4166624"/>
                <a:ext cx="11988800" cy="81259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b="0" i="1" dirty="0" smtClean="0">
                              <a:solidFill>
                                <a:srgbClr val="000000"/>
                              </a:solidFill>
                              <a:latin typeface="Cambria Math" panose="02040503050406030204" pitchFamily="18" charset="0"/>
                            </a:rPr>
                          </m:ctrlPr>
                        </m:sSubPr>
                        <m:e>
                          <m:r>
                            <a:rPr lang="en-GB" sz="2500" b="0" i="1" dirty="0" smtClean="0">
                              <a:solidFill>
                                <a:srgbClr val="000000"/>
                              </a:solidFill>
                              <a:latin typeface="Cambria Math" panose="02040503050406030204" pitchFamily="18" charset="0"/>
                            </a:rPr>
                            <m:t>𝑣</m:t>
                          </m:r>
                        </m:e>
                        <m:sub>
                          <m:r>
                            <a:rPr lang="en-GB" sz="2500" b="0" i="1" dirty="0" smtClean="0">
                              <a:solidFill>
                                <a:srgbClr val="000000"/>
                              </a:solidFill>
                              <a:latin typeface="Cambria Math" panose="02040503050406030204" pitchFamily="18" charset="0"/>
                            </a:rPr>
                            <m:t>𝑘</m:t>
                          </m:r>
                          <m:r>
                            <a:rPr lang="en-GB" sz="2500" b="0" i="1" dirty="0" smtClean="0">
                              <a:solidFill>
                                <a:srgbClr val="000000"/>
                              </a:solidFill>
                              <a:latin typeface="Cambria Math" panose="02040503050406030204" pitchFamily="18" charset="0"/>
                            </a:rPr>
                            <m:t>+2</m:t>
                          </m:r>
                        </m:sub>
                      </m:sSub>
                      <m:d>
                        <m:dPr>
                          <m:ctrlPr>
                            <a:rPr lang="en-GB" sz="2500" i="1" dirty="0">
                              <a:solidFill>
                                <a:srgbClr val="000000"/>
                              </a:solidFill>
                              <a:latin typeface="Cambria Math" panose="02040503050406030204" pitchFamily="18" charset="0"/>
                            </a:rPr>
                          </m:ctrlPr>
                        </m:dPr>
                        <m:e>
                          <m:r>
                            <a:rPr lang="en-GB" sz="2500" b="0" i="1" dirty="0" smtClean="0">
                              <a:solidFill>
                                <a:srgbClr val="000000"/>
                              </a:solidFill>
                              <a:latin typeface="Cambria Math" panose="02040503050406030204" pitchFamily="18" charset="0"/>
                            </a:rPr>
                            <m:t>𝐵</m:t>
                          </m:r>
                        </m:e>
                      </m:d>
                      <m:r>
                        <a:rPr lang="en-PH" sz="2500" b="0" i="1" u="none" strike="noStrike" dirty="0">
                          <a:solidFill>
                            <a:srgbClr val="000000"/>
                          </a:solidFill>
                          <a:effectLst/>
                          <a:latin typeface="Cambria Math" panose="02040503050406030204" pitchFamily="18" charset="0"/>
                        </a:rPr>
                        <m:t>=</m:t>
                      </m:r>
                      <m:f>
                        <m:fPr>
                          <m:ctrlPr>
                            <a:rPr lang="en-PH" sz="2500" b="0" i="1" u="none" strike="noStrike" dirty="0" smtClean="0">
                              <a:solidFill>
                                <a:srgbClr val="000000"/>
                              </a:solidFill>
                              <a:effectLst/>
                              <a:latin typeface="Cambria Math" panose="02040503050406030204" pitchFamily="18" charset="0"/>
                            </a:rPr>
                          </m:ctrlPr>
                        </m:fPr>
                        <m:num>
                          <m:r>
                            <a:rPr lang="en-GB" sz="2500" b="0" i="1" u="none" strike="noStrike" dirty="0" smtClean="0">
                              <a:solidFill>
                                <a:srgbClr val="000000"/>
                              </a:solidFill>
                              <a:effectLst/>
                              <a:latin typeface="Cambria Math" panose="02040503050406030204" pitchFamily="18" charset="0"/>
                            </a:rPr>
                            <m:t>1</m:t>
                          </m:r>
                        </m:num>
                        <m:den>
                          <m:r>
                            <a:rPr lang="en-GB" sz="2500" b="0" i="1" u="none" strike="noStrike" dirty="0" smtClean="0">
                              <a:solidFill>
                                <a:srgbClr val="000000"/>
                              </a:solidFill>
                              <a:effectLst/>
                              <a:latin typeface="Cambria Math" panose="02040503050406030204" pitchFamily="18" charset="0"/>
                            </a:rPr>
                            <m:t>4</m:t>
                          </m:r>
                        </m:den>
                      </m:f>
                      <m:r>
                        <a:rPr lang="en-PH" sz="2500" b="0" i="1" u="none" strike="noStrike" dirty="0" smtClean="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[(−1+</m:t>
                      </m:r>
                      <m:sSub>
                        <m:sSubPr>
                          <m:ctrlPr>
                            <a:rPr lang="en-GB" sz="2500" i="1" dirty="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r>
                        <a:rPr lang="en-PH" sz="2500" b="0" i="1" u="none" strike="noStrike" dirty="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𝐴</m:t>
                      </m:r>
                      <m:r>
                        <a:rPr lang="en-PH" sz="2500" b="0" i="1" u="none" strike="noStrike" dirty="0">
                          <a:solidFill>
                            <a:srgbClr val="000000"/>
                          </a:solidFill>
                          <a:effectLst/>
                          <a:latin typeface="Cambria Math" panose="02040503050406030204" pitchFamily="18" charset="0"/>
                        </a:rPr>
                        <m:t>))+(−1+</m:t>
                      </m:r>
                      <m:sSub>
                        <m:sSubPr>
                          <m:ctrlPr>
                            <a:rPr lang="en-GB" sz="2500" i="1" dirty="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r>
                        <a:rPr lang="en-PH" sz="2500" b="0" i="1" u="none" strike="noStrike" dirty="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𝐵</m:t>
                      </m:r>
                      <m:r>
                        <a:rPr lang="en-PH" sz="2500" b="0" i="1" u="none" strike="noStrike" dirty="0">
                          <a:solidFill>
                            <a:srgbClr val="000000"/>
                          </a:solidFill>
                          <a:effectLst/>
                          <a:latin typeface="Cambria Math" panose="02040503050406030204" pitchFamily="18" charset="0"/>
                        </a:rPr>
                        <m:t>))+(−1+</m:t>
                      </m:r>
                      <m:sSub>
                        <m:sSubPr>
                          <m:ctrlPr>
                            <a:rPr lang="en-GB" sz="2500" i="1" dirty="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𝐷</m:t>
                      </m:r>
                      <m:r>
                        <a:rPr lang="en-PH" sz="2500" b="0" i="1" u="none" strike="noStrike" dirty="0">
                          <a:solidFill>
                            <a:srgbClr val="000000"/>
                          </a:solidFill>
                          <a:effectLst/>
                          <a:latin typeface="Cambria Math" panose="02040503050406030204" pitchFamily="18" charset="0"/>
                        </a:rPr>
                        <m:t>))+(−1+</m:t>
                      </m:r>
                      <m:sSub>
                        <m:sSubPr>
                          <m:ctrlPr>
                            <a:rPr lang="en-GB" sz="2500" i="1" dirty="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r>
                        <a:rPr lang="en-PH" sz="2500" i="1" dirty="0">
                          <a:solidFill>
                            <a:srgbClr val="000000"/>
                          </a:solidFill>
                          <a:latin typeface="Cambria Math" panose="02040503050406030204" pitchFamily="18" charset="0"/>
                        </a:rPr>
                        <m:t>(</m:t>
                      </m:r>
                      <m:r>
                        <a:rPr lang="en-GB" sz="2500" b="0" i="1" dirty="0" smtClean="0">
                          <a:solidFill>
                            <a:srgbClr val="000000"/>
                          </a:solidFill>
                          <a:latin typeface="Cambria Math" panose="02040503050406030204" pitchFamily="18" charset="0"/>
                        </a:rPr>
                        <m:t>𝐵</m:t>
                      </m:r>
                      <m:r>
                        <a:rPr lang="en-PH" sz="2500" i="1" dirty="0">
                          <a:solidFill>
                            <a:srgbClr val="000000"/>
                          </a:solidFill>
                          <a:latin typeface="Cambria Math" panose="02040503050406030204" pitchFamily="18" charset="0"/>
                        </a:rPr>
                        <m:t>))</m:t>
                      </m:r>
                    </m:oMath>
                  </m:oMathPara>
                </a14:m>
                <a:endParaRPr lang="en-US" sz="2500" dirty="0"/>
              </a:p>
            </p:txBody>
          </p:sp>
        </mc:Choice>
        <mc:Fallback xmlns="">
          <p:sp>
            <p:nvSpPr>
              <p:cNvPr id="4" name="TextBox 3">
                <a:extLst>
                  <a:ext uri="{FF2B5EF4-FFF2-40B4-BE49-F238E27FC236}">
                    <a16:creationId xmlns:a16="http://schemas.microsoft.com/office/drawing/2014/main" id="{B1F1B37A-866E-1353-9636-B3ADA0FC3B4F}"/>
                  </a:ext>
                </a:extLst>
              </p:cNvPr>
              <p:cNvSpPr txBox="1">
                <a:spLocks noRot="1" noChangeAspect="1" noMove="1" noResize="1" noEditPoints="1" noAdjustHandles="1" noChangeArrowheads="1" noChangeShapeType="1" noTextEdit="1"/>
              </p:cNvSpPr>
              <p:nvPr/>
            </p:nvSpPr>
            <p:spPr>
              <a:xfrm>
                <a:off x="0" y="4166624"/>
                <a:ext cx="11988800" cy="812595"/>
              </a:xfrm>
              <a:prstGeom prst="rect">
                <a:avLst/>
              </a:prstGeom>
              <a:blipFill>
                <a:blip r:embed="rId4"/>
                <a:stretch>
                  <a:fillRect b="-46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0949C0E-E08E-248E-2122-DA382C788F7B}"/>
                  </a:ext>
                </a:extLst>
              </p:cNvPr>
              <p:cNvSpPr txBox="1"/>
              <p:nvPr/>
            </p:nvSpPr>
            <p:spPr>
              <a:xfrm>
                <a:off x="12699" y="4979219"/>
                <a:ext cx="8257110" cy="81259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i="1" dirty="0" smtClean="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+2</m:t>
                          </m:r>
                        </m:sub>
                      </m:sSub>
                      <m:r>
                        <a:rPr lang="en-GB" sz="2500" i="1" dirty="0">
                          <a:solidFill>
                            <a:srgbClr val="000000"/>
                          </a:solidFill>
                          <a:latin typeface="Cambria Math" panose="02040503050406030204" pitchFamily="18" charset="0"/>
                        </a:rPr>
                        <m:t> </m:t>
                      </m:r>
                      <m:d>
                        <m:dPr>
                          <m:ctrlPr>
                            <a:rPr lang="en-GB" sz="2500" i="1" dirty="0">
                              <a:solidFill>
                                <a:srgbClr val="000000"/>
                              </a:solidFill>
                              <a:latin typeface="Cambria Math" panose="02040503050406030204" pitchFamily="18" charset="0"/>
                            </a:rPr>
                          </m:ctrlPr>
                        </m:dPr>
                        <m:e>
                          <m:r>
                            <a:rPr lang="en-GB" sz="2500" b="0" i="1" dirty="0" smtClean="0">
                              <a:solidFill>
                                <a:srgbClr val="000000"/>
                              </a:solidFill>
                              <a:latin typeface="Cambria Math" panose="02040503050406030204" pitchFamily="18" charset="0"/>
                            </a:rPr>
                            <m:t>𝐵</m:t>
                          </m:r>
                        </m:e>
                      </m:d>
                      <m:r>
                        <a:rPr lang="en-PH" sz="2500" b="0" i="1" u="none" strike="noStrike" dirty="0">
                          <a:solidFill>
                            <a:srgbClr val="000000"/>
                          </a:solidFill>
                          <a:effectLst/>
                          <a:latin typeface="Cambria Math" panose="02040503050406030204" pitchFamily="18" charset="0"/>
                        </a:rPr>
                        <m:t>=</m:t>
                      </m:r>
                      <m:f>
                        <m:fPr>
                          <m:ctrlPr>
                            <a:rPr lang="en-PH" sz="2500" b="0" i="1" u="none" strike="noStrike" dirty="0" smtClean="0">
                              <a:solidFill>
                                <a:srgbClr val="000000"/>
                              </a:solidFill>
                              <a:effectLst/>
                              <a:latin typeface="Cambria Math" panose="02040503050406030204" pitchFamily="18" charset="0"/>
                            </a:rPr>
                          </m:ctrlPr>
                        </m:fPr>
                        <m:num>
                          <m:r>
                            <a:rPr lang="en-GB" sz="2500" b="0" i="1" u="none" strike="noStrike" dirty="0" smtClean="0">
                              <a:solidFill>
                                <a:srgbClr val="000000"/>
                              </a:solidFill>
                              <a:effectLst/>
                              <a:latin typeface="Cambria Math" panose="02040503050406030204" pitchFamily="18" charset="0"/>
                            </a:rPr>
                            <m:t>1</m:t>
                          </m:r>
                        </m:num>
                        <m:den>
                          <m:r>
                            <a:rPr lang="en-GB" sz="2500" b="0" i="1" u="none" strike="noStrike" dirty="0" smtClean="0">
                              <a:solidFill>
                                <a:srgbClr val="000000"/>
                              </a:solidFill>
                              <a:effectLst/>
                              <a:latin typeface="Cambria Math" panose="02040503050406030204" pitchFamily="18" charset="0"/>
                            </a:rPr>
                            <m:t>4</m:t>
                          </m:r>
                        </m:den>
                      </m:f>
                      <m:r>
                        <a:rPr lang="en-PH" sz="2500" b="0" i="1" u="none" strike="noStrike" dirty="0" smtClean="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1+0</m:t>
                      </m:r>
                      <m:r>
                        <a:rPr lang="en-PH" sz="2500" b="0" i="1" u="none" strike="noStrike" dirty="0">
                          <a:solidFill>
                            <a:srgbClr val="000000"/>
                          </a:solidFill>
                          <a:effectLst/>
                          <a:latin typeface="Cambria Math" panose="02040503050406030204" pitchFamily="18" charset="0"/>
                        </a:rPr>
                        <m:t>)+</m:t>
                      </m:r>
                      <m:r>
                        <a:rPr lang="en-PH" sz="2500" i="1" dirty="0">
                          <a:solidFill>
                            <a:srgbClr val="000000"/>
                          </a:solidFill>
                          <a:latin typeface="Cambria Math" panose="02040503050406030204" pitchFamily="18" charset="0"/>
                        </a:rPr>
                        <m:t>(−1</m:t>
                      </m:r>
                      <m:r>
                        <a:rPr lang="en-GB" sz="2500" b="0" i="1" dirty="0" smtClean="0">
                          <a:solidFill>
                            <a:srgbClr val="000000"/>
                          </a:solidFill>
                          <a:latin typeface="Cambria Math" panose="02040503050406030204" pitchFamily="18" charset="0"/>
                        </a:rPr>
                        <m:t>−1</m:t>
                      </m:r>
                      <m:r>
                        <a:rPr lang="en-PH" sz="2500" i="1" dirty="0">
                          <a:solidFill>
                            <a:srgbClr val="000000"/>
                          </a:solidFill>
                          <a:latin typeface="Cambria Math" panose="02040503050406030204" pitchFamily="18" charset="0"/>
                        </a:rPr>
                        <m:t>)</m:t>
                      </m:r>
                    </m:oMath>
                  </m:oMathPara>
                </a14:m>
                <a:endParaRPr lang="en-US" sz="2500" dirty="0"/>
              </a:p>
            </p:txBody>
          </p:sp>
        </mc:Choice>
        <mc:Fallback xmlns="">
          <p:sp>
            <p:nvSpPr>
              <p:cNvPr id="5" name="TextBox 4">
                <a:extLst>
                  <a:ext uri="{FF2B5EF4-FFF2-40B4-BE49-F238E27FC236}">
                    <a16:creationId xmlns:a16="http://schemas.microsoft.com/office/drawing/2014/main" id="{E0949C0E-E08E-248E-2122-DA382C788F7B}"/>
                  </a:ext>
                </a:extLst>
              </p:cNvPr>
              <p:cNvSpPr txBox="1">
                <a:spLocks noRot="1" noChangeAspect="1" noMove="1" noResize="1" noEditPoints="1" noAdjustHandles="1" noChangeArrowheads="1" noChangeShapeType="1" noTextEdit="1"/>
              </p:cNvSpPr>
              <p:nvPr/>
            </p:nvSpPr>
            <p:spPr>
              <a:xfrm>
                <a:off x="12699" y="4979219"/>
                <a:ext cx="8257110" cy="812595"/>
              </a:xfrm>
              <a:prstGeom prst="rect">
                <a:avLst/>
              </a:prstGeom>
              <a:blipFill>
                <a:blip r:embed="rId5"/>
                <a:stretch>
                  <a:fillRect r="-153" b="-46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4BF29CE-23E0-2EBC-D2D1-B6DBD121A036}"/>
                  </a:ext>
                </a:extLst>
              </p:cNvPr>
              <p:cNvSpPr txBox="1"/>
              <p:nvPr/>
            </p:nvSpPr>
            <p:spPr>
              <a:xfrm>
                <a:off x="12699" y="5894054"/>
                <a:ext cx="2681401" cy="477054"/>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i="1" dirty="0" smtClean="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+2</m:t>
                          </m:r>
                        </m:sub>
                      </m:sSub>
                      <m:d>
                        <m:dPr>
                          <m:ctrlPr>
                            <a:rPr lang="en-GB" sz="2500" i="1" dirty="0">
                              <a:solidFill>
                                <a:srgbClr val="000000"/>
                              </a:solidFill>
                              <a:latin typeface="Cambria Math" panose="02040503050406030204" pitchFamily="18" charset="0"/>
                            </a:rPr>
                          </m:ctrlPr>
                        </m:dPr>
                        <m:e>
                          <m:r>
                            <a:rPr lang="en-GB" sz="2500" b="0" i="1" dirty="0" smtClean="0">
                              <a:solidFill>
                                <a:srgbClr val="000000"/>
                              </a:solidFill>
                              <a:latin typeface="Cambria Math" panose="02040503050406030204" pitchFamily="18" charset="0"/>
                            </a:rPr>
                            <m:t>𝐵</m:t>
                          </m:r>
                        </m:e>
                      </m:d>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−1.75</m:t>
                      </m:r>
                    </m:oMath>
                  </m:oMathPara>
                </a14:m>
                <a:endParaRPr lang="en-US" sz="2500" dirty="0"/>
              </a:p>
            </p:txBody>
          </p:sp>
        </mc:Choice>
        <mc:Fallback xmlns="">
          <p:sp>
            <p:nvSpPr>
              <p:cNvPr id="6" name="TextBox 5">
                <a:extLst>
                  <a:ext uri="{FF2B5EF4-FFF2-40B4-BE49-F238E27FC236}">
                    <a16:creationId xmlns:a16="http://schemas.microsoft.com/office/drawing/2014/main" id="{34BF29CE-23E0-2EBC-D2D1-B6DBD121A036}"/>
                  </a:ext>
                </a:extLst>
              </p:cNvPr>
              <p:cNvSpPr txBox="1">
                <a:spLocks noRot="1" noChangeAspect="1" noMove="1" noResize="1" noEditPoints="1" noAdjustHandles="1" noChangeArrowheads="1" noChangeShapeType="1" noTextEdit="1"/>
              </p:cNvSpPr>
              <p:nvPr/>
            </p:nvSpPr>
            <p:spPr>
              <a:xfrm>
                <a:off x="12699" y="5894054"/>
                <a:ext cx="2681401" cy="477054"/>
              </a:xfrm>
              <a:prstGeom prst="rect">
                <a:avLst/>
              </a:prstGeom>
              <a:blipFill>
                <a:blip r:embed="rId6"/>
                <a:stretch>
                  <a:fillRect/>
                </a:stretch>
              </a:blipFill>
              <a:ln w="38100">
                <a:solidFill>
                  <a:srgbClr val="00B05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8118DB7D-5EE3-A038-398C-D07706A6CA41}"/>
                  </a:ext>
                </a:extLst>
              </p:cNvPr>
              <p:cNvGraphicFramePr>
                <a:graphicFrameLocks noGrp="1"/>
              </p:cNvGraphicFramePr>
              <p:nvPr>
                <p:extLst>
                  <p:ext uri="{D42A27DB-BD31-4B8C-83A1-F6EECF244321}">
                    <p14:modId xmlns:p14="http://schemas.microsoft.com/office/powerpoint/2010/main" val="1683344395"/>
                  </p:ext>
                </p:extLst>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3708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𝟏</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𝟐</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53390574"/>
                      </a:ext>
                    </a:extLst>
                  </a:tr>
                  <a:tr h="3708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3708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-1.75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3708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Choice>
        <mc:Fallback xmlns="">
          <p:graphicFrame>
            <p:nvGraphicFramePr>
              <p:cNvPr id="2" name="Table 1">
                <a:extLst>
                  <a:ext uri="{FF2B5EF4-FFF2-40B4-BE49-F238E27FC236}">
                    <a16:creationId xmlns:a16="http://schemas.microsoft.com/office/drawing/2014/main" id="{8118DB7D-5EE3-A038-398C-D07706A6CA41}"/>
                  </a:ext>
                </a:extLst>
              </p:cNvPr>
              <p:cNvGraphicFramePr>
                <a:graphicFrameLocks noGrp="1"/>
              </p:cNvGraphicFramePr>
              <p:nvPr>
                <p:extLst>
                  <p:ext uri="{D42A27DB-BD31-4B8C-83A1-F6EECF244321}">
                    <p14:modId xmlns:p14="http://schemas.microsoft.com/office/powerpoint/2010/main" val="1683344395"/>
                  </p:ext>
                </p:extLst>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5486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7"/>
                          <a:stretch>
                            <a:fillRect l="-100820" t="-2326" r="-2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7"/>
                          <a:stretch>
                            <a:fillRect l="-200820" t="-2326" r="-1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7"/>
                          <a:stretch>
                            <a:fillRect l="-300820" t="-2326" r="-820" b="-337209"/>
                          </a:stretch>
                        </a:blipFill>
                      </a:tcPr>
                    </a:tc>
                    <a:extLst>
                      <a:ext uri="{0D108BD9-81ED-4DB2-BD59-A6C34878D82A}">
                        <a16:rowId xmlns:a16="http://schemas.microsoft.com/office/drawing/2014/main" val="153390574"/>
                      </a:ext>
                    </a:extLst>
                  </a:tr>
                  <a:tr h="5486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5486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-1.75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5486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Fallback>
      </mc:AlternateContent>
      <p:graphicFrame>
        <p:nvGraphicFramePr>
          <p:cNvPr id="9" name="Table 8">
            <a:extLst>
              <a:ext uri="{FF2B5EF4-FFF2-40B4-BE49-F238E27FC236}">
                <a16:creationId xmlns:a16="http://schemas.microsoft.com/office/drawing/2014/main" id="{6383A03D-290E-BF14-4221-EECEEA250A8F}"/>
              </a:ext>
            </a:extLst>
          </p:cNvPr>
          <p:cNvGraphicFramePr>
            <a:graphicFrameLocks noGrp="1"/>
          </p:cNvGraphicFramePr>
          <p:nvPr>
            <p:extLst>
              <p:ext uri="{D42A27DB-BD31-4B8C-83A1-F6EECF244321}">
                <p14:modId xmlns:p14="http://schemas.microsoft.com/office/powerpoint/2010/main" val="206954989"/>
              </p:ext>
            </p:extLst>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-2</a:t>
                      </a:r>
                    </a:p>
                  </a:txBody>
                  <a:tcPr anchor="ctr"/>
                </a:tc>
                <a:tc>
                  <a:txBody>
                    <a:bodyPr/>
                    <a:lstStyle/>
                    <a:p>
                      <a:pPr algn="ctr"/>
                      <a:r>
                        <a:rPr lang="en-US" b="1" dirty="0"/>
                        <a:t>-1.75</a:t>
                      </a:r>
                    </a:p>
                  </a:txBody>
                  <a:tcPr anchor="ctr"/>
                </a:tc>
                <a:extLst>
                  <a:ext uri="{0D108BD9-81ED-4DB2-BD59-A6C34878D82A}">
                    <a16:rowId xmlns:a16="http://schemas.microsoft.com/office/drawing/2014/main" val="3795677844"/>
                  </a:ext>
                </a:extLst>
              </a:tr>
              <a:tr h="1080000">
                <a:tc>
                  <a:txBody>
                    <a:bodyPr/>
                    <a:lstStyle/>
                    <a:p>
                      <a:pPr algn="ctr"/>
                      <a:r>
                        <a:rPr lang="en-US" b="1" dirty="0"/>
                        <a:t>-1</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D8F2F33-BFEC-1988-753F-90B5AD95F7FE}"/>
                  </a:ext>
                </a:extLst>
              </p:cNvPr>
              <p:cNvSpPr txBox="1"/>
              <p:nvPr/>
            </p:nvSpPr>
            <p:spPr>
              <a:xfrm>
                <a:off x="10232906" y="2293353"/>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10" name="TextBox 9">
                <a:extLst>
                  <a:ext uri="{FF2B5EF4-FFF2-40B4-BE49-F238E27FC236}">
                    <a16:creationId xmlns:a16="http://schemas.microsoft.com/office/drawing/2014/main" id="{DD8F2F33-BFEC-1988-753F-90B5AD95F7FE}"/>
                  </a:ext>
                </a:extLst>
              </p:cNvPr>
              <p:cNvSpPr txBox="1">
                <a:spLocks noRot="1" noChangeAspect="1" noMove="1" noResize="1" noEditPoints="1" noAdjustHandles="1" noChangeArrowheads="1" noChangeShapeType="1" noTextEdit="1"/>
              </p:cNvSpPr>
              <p:nvPr/>
            </p:nvSpPr>
            <p:spPr>
              <a:xfrm>
                <a:off x="10232906" y="2293353"/>
                <a:ext cx="1030988" cy="477054"/>
              </a:xfrm>
              <a:prstGeom prst="rect">
                <a:avLst/>
              </a:prstGeom>
              <a:blipFill>
                <a:blip r:embed="rId8"/>
                <a:stretch>
                  <a:fillRect/>
                </a:stretch>
              </a:blipFill>
              <a:ln w="38100">
                <a:solidFill>
                  <a:schemeClr val="tx1"/>
                </a:solidFill>
              </a:ln>
            </p:spPr>
            <p:txBody>
              <a:bodyPr/>
              <a:lstStyle/>
              <a:p>
                <a:r>
                  <a:rPr lang="en-US">
                    <a:noFill/>
                  </a:rPr>
                  <a:t> </a:t>
                </a:r>
              </a:p>
            </p:txBody>
          </p:sp>
        </mc:Fallback>
      </mc:AlternateContent>
      <p:sp>
        <p:nvSpPr>
          <p:cNvPr id="7" name="Down Arrow 6">
            <a:extLst>
              <a:ext uri="{FF2B5EF4-FFF2-40B4-BE49-F238E27FC236}">
                <a16:creationId xmlns:a16="http://schemas.microsoft.com/office/drawing/2014/main" id="{DE1AE8DB-BF7C-4F64-43AA-F54FD2223E46}"/>
              </a:ext>
            </a:extLst>
          </p:cNvPr>
          <p:cNvSpPr/>
          <p:nvPr/>
        </p:nvSpPr>
        <p:spPr>
          <a:xfrm rot="16200000" flipV="1">
            <a:off x="2901784" y="3746206"/>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Down Arrow 7">
            <a:extLst>
              <a:ext uri="{FF2B5EF4-FFF2-40B4-BE49-F238E27FC236}">
                <a16:creationId xmlns:a16="http://schemas.microsoft.com/office/drawing/2014/main" id="{F6DF3784-D630-7DBA-9FA0-065F574F64A9}"/>
              </a:ext>
            </a:extLst>
          </p:cNvPr>
          <p:cNvSpPr/>
          <p:nvPr/>
        </p:nvSpPr>
        <p:spPr>
          <a:xfrm rot="16200000" flipH="1">
            <a:off x="5403684" y="3746206"/>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Down Arrow 10">
            <a:extLst>
              <a:ext uri="{FF2B5EF4-FFF2-40B4-BE49-F238E27FC236}">
                <a16:creationId xmlns:a16="http://schemas.microsoft.com/office/drawing/2014/main" id="{D9AA8782-2C4A-B729-D743-9753E0195D79}"/>
              </a:ext>
            </a:extLst>
          </p:cNvPr>
          <p:cNvSpPr/>
          <p:nvPr/>
        </p:nvSpPr>
        <p:spPr>
          <a:xfrm rot="10800000" flipV="1">
            <a:off x="7930988" y="3538522"/>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Down Arrow 11">
            <a:extLst>
              <a:ext uri="{FF2B5EF4-FFF2-40B4-BE49-F238E27FC236}">
                <a16:creationId xmlns:a16="http://schemas.microsoft.com/office/drawing/2014/main" id="{27516FEE-7AC1-3947-EDF8-02CE0AEC7BD5}"/>
              </a:ext>
            </a:extLst>
          </p:cNvPr>
          <p:cNvSpPr/>
          <p:nvPr/>
        </p:nvSpPr>
        <p:spPr>
          <a:xfrm flipV="1">
            <a:off x="10479704" y="3538522"/>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845787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Lst>
  </p:timing>
</p:sld>
</file>

<file path=ppt/slides/slide10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EF20BB8-28E0-2290-BC1A-6F436AE4D1E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D700B30-E309-8D00-246B-EB6A72EB7328}"/>
                  </a:ext>
                </a:extLst>
              </p:cNvPr>
              <p:cNvSpPr txBox="1"/>
              <p:nvPr/>
            </p:nvSpPr>
            <p:spPr>
              <a:xfrm>
                <a:off x="12700" y="2459954"/>
                <a:ext cx="7162800" cy="1212576"/>
              </a:xfrm>
              <a:prstGeom prst="rect">
                <a:avLst/>
              </a:prstGeom>
              <a:noFill/>
              <a:ln w="28575">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PH" sz="3000" b="0" i="1" u="none" strike="noStrike" dirty="0" smtClean="0">
                              <a:solidFill>
                                <a:srgbClr val="000000"/>
                              </a:solidFill>
                              <a:effectLst/>
                              <a:latin typeface="Cambria Math" panose="02040503050406030204" pitchFamily="18" charset="0"/>
                            </a:rPr>
                          </m:ctrlPr>
                        </m:sSubPr>
                        <m:e>
                          <m:r>
                            <a:rPr lang="en-GB" sz="3000" b="0" i="1" u="none" strike="noStrike" dirty="0" smtClean="0">
                              <a:solidFill>
                                <a:srgbClr val="000000"/>
                              </a:solidFill>
                              <a:effectLst/>
                              <a:latin typeface="Cambria Math" panose="02040503050406030204" pitchFamily="18" charset="0"/>
                            </a:rPr>
                            <m:t>𝑣</m:t>
                          </m:r>
                        </m:e>
                        <m:sub>
                          <m:r>
                            <a:rPr lang="en-GB" sz="3000" b="0" i="1" u="none" strike="noStrike" dirty="0" smtClean="0">
                              <a:solidFill>
                                <a:srgbClr val="000000"/>
                              </a:solidFill>
                              <a:effectLst/>
                              <a:latin typeface="Cambria Math" panose="02040503050406030204" pitchFamily="18" charset="0"/>
                            </a:rPr>
                            <m:t>𝑘</m:t>
                          </m:r>
                          <m:r>
                            <a:rPr lang="en-GB" sz="3000" b="0" i="1" u="none" strike="noStrike" dirty="0" smtClean="0">
                              <a:solidFill>
                                <a:srgbClr val="000000"/>
                              </a:solidFill>
                              <a:effectLst/>
                              <a:latin typeface="Cambria Math" panose="02040503050406030204" pitchFamily="18" charset="0"/>
                            </a:rPr>
                            <m:t>+2</m:t>
                          </m:r>
                        </m:sub>
                      </m:sSub>
                      <m:d>
                        <m:dPr>
                          <m:ctrlPr>
                            <a:rPr lang="en-GB" sz="3000" b="0" i="1" u="none" strike="noStrike" dirty="0" smtClean="0">
                              <a:solidFill>
                                <a:srgbClr val="000000"/>
                              </a:solidFill>
                              <a:effectLst/>
                              <a:latin typeface="Cambria Math" panose="02040503050406030204" pitchFamily="18" charset="0"/>
                            </a:rPr>
                          </m:ctrlPr>
                        </m:dPr>
                        <m:e>
                          <m:r>
                            <a:rPr lang="en-GB" sz="3000" b="0" i="1" u="none" strike="noStrike" dirty="0" smtClean="0">
                              <a:solidFill>
                                <a:srgbClr val="000000"/>
                              </a:solidFill>
                              <a:effectLst/>
                              <a:latin typeface="Cambria Math" panose="02040503050406030204" pitchFamily="18" charset="0"/>
                            </a:rPr>
                            <m:t>𝑠</m:t>
                          </m:r>
                        </m:e>
                      </m:d>
                      <m:r>
                        <a:rPr lang="en-PH" sz="3000" b="0" i="1" u="none" strike="noStrike" dirty="0">
                          <a:solidFill>
                            <a:srgbClr val="000000"/>
                          </a:solidFill>
                          <a:effectLst/>
                          <a:latin typeface="Cambria Math" panose="02040503050406030204" pitchFamily="18" charset="0"/>
                        </a:rPr>
                        <m:t>=</m:t>
                      </m:r>
                      <m:nary>
                        <m:naryPr>
                          <m:chr m:val="∑"/>
                          <m:supHide m:val="on"/>
                          <m:ctrlPr>
                            <a:rPr lang="en-PH" sz="3000" b="0" i="1" u="none" strike="noStrike" dirty="0" smtClean="0">
                              <a:solidFill>
                                <a:srgbClr val="000000"/>
                              </a:solidFill>
                              <a:effectLst/>
                              <a:latin typeface="Cambria Math" panose="02040503050406030204" pitchFamily="18" charset="0"/>
                            </a:rPr>
                          </m:ctrlPr>
                        </m:naryPr>
                        <m:sub>
                          <m:r>
                            <m:rPr>
                              <m:brk m:alnAt="7"/>
                            </m:rPr>
                            <a:rPr lang="en-GB" sz="3000" b="0" i="1" u="none" strike="noStrike" dirty="0" smtClean="0">
                              <a:solidFill>
                                <a:srgbClr val="000000"/>
                              </a:solidFill>
                              <a:effectLst/>
                              <a:latin typeface="Cambria Math" panose="02040503050406030204" pitchFamily="18" charset="0"/>
                            </a:rPr>
                            <m:t>𝑎</m:t>
                          </m:r>
                        </m:sub>
                        <m:sup/>
                        <m:e>
                          <m:r>
                            <a:rPr lang="el-GR" sz="3000" i="1" dirty="0">
                              <a:solidFill>
                                <a:srgbClr val="000000"/>
                              </a:solidFill>
                              <a:latin typeface="Cambria Math" panose="02040503050406030204" pitchFamily="18" charset="0"/>
                            </a:rPr>
                            <m:t>𝜋</m:t>
                          </m:r>
                          <m:r>
                            <a:rPr lang="el-GR" sz="3000" i="1" dirty="0">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𝑎</m:t>
                          </m:r>
                          <m:r>
                            <a:rPr lang="en-PH" sz="3000" i="1" dirty="0" err="1">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𝑠</m:t>
                          </m:r>
                          <m:r>
                            <a:rPr lang="en-PH" sz="3000" i="1" dirty="0">
                              <a:solidFill>
                                <a:srgbClr val="000000"/>
                              </a:solidFill>
                              <a:latin typeface="Cambria Math" panose="02040503050406030204" pitchFamily="18" charset="0"/>
                            </a:rPr>
                            <m:t>)[</m:t>
                          </m:r>
                          <m:r>
                            <a:rPr lang="en-PH" sz="3000" i="1" dirty="0" smtClean="0">
                              <a:solidFill>
                                <a:srgbClr val="000000"/>
                              </a:solidFill>
                              <a:latin typeface="Cambria Math" panose="02040503050406030204" pitchFamily="18" charset="0"/>
                            </a:rPr>
                            <m:t>𝑟</m:t>
                          </m:r>
                          <m:r>
                            <a:rPr lang="en-PH" sz="3000" i="1" dirty="0">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𝑠</m:t>
                          </m:r>
                          <m:r>
                            <a:rPr lang="en-PH" sz="3000" i="1" dirty="0" err="1">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𝑎</m:t>
                          </m:r>
                          <m:r>
                            <a:rPr lang="en-PH" sz="3000" i="1" dirty="0">
                              <a:solidFill>
                                <a:srgbClr val="000000"/>
                              </a:solidFill>
                              <a:latin typeface="Cambria Math" panose="02040503050406030204" pitchFamily="18" charset="0"/>
                            </a:rPr>
                            <m:t>)+</m:t>
                          </m:r>
                          <m:r>
                            <a:rPr lang="el-GR" sz="3000" i="1" dirty="0">
                              <a:solidFill>
                                <a:srgbClr val="000000"/>
                              </a:solidFill>
                              <a:latin typeface="Cambria Math" panose="02040503050406030204" pitchFamily="18" charset="0"/>
                            </a:rPr>
                            <m:t>𝛾</m:t>
                          </m:r>
                          <m:sSub>
                            <m:sSubPr>
                              <m:ctrlPr>
                                <a:rPr lang="en-PH" sz="3000" i="1" dirty="0">
                                  <a:solidFill>
                                    <a:srgbClr val="000000"/>
                                  </a:solidFill>
                                  <a:latin typeface="Cambria Math" panose="02040503050406030204" pitchFamily="18" charset="0"/>
                                </a:rPr>
                              </m:ctrlPr>
                            </m:sSubPr>
                            <m:e>
                              <m:r>
                                <a:rPr lang="en-GB" sz="3000" i="1" dirty="0">
                                  <a:solidFill>
                                    <a:srgbClr val="000000"/>
                                  </a:solidFill>
                                  <a:latin typeface="Cambria Math" panose="02040503050406030204" pitchFamily="18" charset="0"/>
                                </a:rPr>
                                <m:t>𝑣</m:t>
                              </m:r>
                            </m:e>
                            <m:sub>
                              <m:r>
                                <a:rPr lang="en-GB" sz="3000" i="1" dirty="0">
                                  <a:solidFill>
                                    <a:srgbClr val="000000"/>
                                  </a:solidFill>
                                  <a:latin typeface="Cambria Math" panose="02040503050406030204" pitchFamily="18" charset="0"/>
                                </a:rPr>
                                <m:t>𝑘</m:t>
                              </m:r>
                              <m:r>
                                <a:rPr lang="en-GB" sz="3000" i="1" dirty="0">
                                  <a:solidFill>
                                    <a:srgbClr val="000000"/>
                                  </a:solidFill>
                                  <a:latin typeface="Cambria Math" panose="02040503050406030204" pitchFamily="18" charset="0"/>
                                </a:rPr>
                                <m:t>+1</m:t>
                              </m:r>
                            </m:sub>
                          </m:sSub>
                          <m:r>
                            <a:rPr lang="en-PH" sz="3000" i="1" dirty="0">
                              <a:solidFill>
                                <a:srgbClr val="000000"/>
                              </a:solidFill>
                              <a:latin typeface="Cambria Math" panose="02040503050406030204" pitchFamily="18" charset="0"/>
                            </a:rPr>
                            <m:t>(</m:t>
                          </m:r>
                          <m:r>
                            <a:rPr lang="en-PH" sz="3000" i="1" dirty="0">
                              <a:solidFill>
                                <a:srgbClr val="000000"/>
                              </a:solidFill>
                              <a:latin typeface="Cambria Math" panose="02040503050406030204" pitchFamily="18" charset="0"/>
                            </a:rPr>
                            <m:t>𝑠</m:t>
                          </m:r>
                          <m:r>
                            <a:rPr lang="en-PH" sz="3000" i="1" dirty="0">
                              <a:solidFill>
                                <a:srgbClr val="000000"/>
                              </a:solidFill>
                              <a:latin typeface="Cambria Math" panose="02040503050406030204" pitchFamily="18" charset="0"/>
                            </a:rPr>
                            <m:t>′)]</m:t>
                          </m:r>
                        </m:e>
                      </m:nary>
                    </m:oMath>
                  </m:oMathPara>
                </a14:m>
                <a:endParaRPr lang="en-US" sz="3000" dirty="0"/>
              </a:p>
            </p:txBody>
          </p:sp>
        </mc:Choice>
        <mc:Fallback xmlns="">
          <p:sp>
            <p:nvSpPr>
              <p:cNvPr id="3" name="TextBox 2">
                <a:extLst>
                  <a:ext uri="{FF2B5EF4-FFF2-40B4-BE49-F238E27FC236}">
                    <a16:creationId xmlns:a16="http://schemas.microsoft.com/office/drawing/2014/main" id="{2D700B30-E309-8D00-246B-EB6A72EB7328}"/>
                  </a:ext>
                </a:extLst>
              </p:cNvPr>
              <p:cNvSpPr txBox="1">
                <a:spLocks noRot="1" noChangeAspect="1" noMove="1" noResize="1" noEditPoints="1" noAdjustHandles="1" noChangeArrowheads="1" noChangeShapeType="1" noTextEdit="1"/>
              </p:cNvSpPr>
              <p:nvPr/>
            </p:nvSpPr>
            <p:spPr>
              <a:xfrm>
                <a:off x="12700" y="2459954"/>
                <a:ext cx="7162800" cy="1212576"/>
              </a:xfrm>
              <a:prstGeom prst="rect">
                <a:avLst/>
              </a:prstGeom>
              <a:blipFill>
                <a:blip r:embed="rId3"/>
                <a:stretch>
                  <a:fillRect t="-126263" r="-705" b="-177778"/>
                </a:stretch>
              </a:blipFill>
              <a:ln w="28575">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7513859-7E2F-F745-DA6F-8086DFFF9BC0}"/>
                  </a:ext>
                </a:extLst>
              </p:cNvPr>
              <p:cNvSpPr txBox="1"/>
              <p:nvPr/>
            </p:nvSpPr>
            <p:spPr>
              <a:xfrm>
                <a:off x="0" y="4166624"/>
                <a:ext cx="11988800" cy="81259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b="0" i="1" dirty="0" smtClean="0">
                              <a:solidFill>
                                <a:srgbClr val="000000"/>
                              </a:solidFill>
                              <a:latin typeface="Cambria Math" panose="02040503050406030204" pitchFamily="18" charset="0"/>
                            </a:rPr>
                          </m:ctrlPr>
                        </m:sSubPr>
                        <m:e>
                          <m:r>
                            <a:rPr lang="en-GB" sz="2500" b="0" i="1" dirty="0" smtClean="0">
                              <a:solidFill>
                                <a:srgbClr val="000000"/>
                              </a:solidFill>
                              <a:latin typeface="Cambria Math" panose="02040503050406030204" pitchFamily="18" charset="0"/>
                            </a:rPr>
                            <m:t>𝑣</m:t>
                          </m:r>
                        </m:e>
                        <m:sub>
                          <m:r>
                            <a:rPr lang="en-GB" sz="2500" b="0" i="1" dirty="0" smtClean="0">
                              <a:solidFill>
                                <a:srgbClr val="000000"/>
                              </a:solidFill>
                              <a:latin typeface="Cambria Math" panose="02040503050406030204" pitchFamily="18" charset="0"/>
                            </a:rPr>
                            <m:t>𝑘</m:t>
                          </m:r>
                          <m:r>
                            <a:rPr lang="en-GB" sz="2500" b="0" i="1" dirty="0" smtClean="0">
                              <a:solidFill>
                                <a:srgbClr val="000000"/>
                              </a:solidFill>
                              <a:latin typeface="Cambria Math" panose="02040503050406030204" pitchFamily="18" charset="0"/>
                            </a:rPr>
                            <m:t>+2</m:t>
                          </m:r>
                        </m:sub>
                      </m:sSub>
                      <m:d>
                        <m:dPr>
                          <m:ctrlPr>
                            <a:rPr lang="en-GB" sz="2500" i="1" dirty="0">
                              <a:solidFill>
                                <a:srgbClr val="000000"/>
                              </a:solidFill>
                              <a:latin typeface="Cambria Math" panose="02040503050406030204" pitchFamily="18" charset="0"/>
                            </a:rPr>
                          </m:ctrlPr>
                        </m:dPr>
                        <m:e>
                          <m:r>
                            <a:rPr lang="en-GB" sz="2500" b="0" i="1" dirty="0" smtClean="0">
                              <a:solidFill>
                                <a:srgbClr val="000000"/>
                              </a:solidFill>
                              <a:latin typeface="Cambria Math" panose="02040503050406030204" pitchFamily="18" charset="0"/>
                            </a:rPr>
                            <m:t>𝐶</m:t>
                          </m:r>
                        </m:e>
                      </m:d>
                      <m:r>
                        <a:rPr lang="en-PH" sz="2500" b="0" i="1" u="none" strike="noStrike" dirty="0">
                          <a:solidFill>
                            <a:srgbClr val="000000"/>
                          </a:solidFill>
                          <a:effectLst/>
                          <a:latin typeface="Cambria Math" panose="02040503050406030204" pitchFamily="18" charset="0"/>
                        </a:rPr>
                        <m:t>=</m:t>
                      </m:r>
                      <m:f>
                        <m:fPr>
                          <m:ctrlPr>
                            <a:rPr lang="en-PH" sz="2500" b="0" i="1" u="none" strike="noStrike" dirty="0" smtClean="0">
                              <a:solidFill>
                                <a:srgbClr val="000000"/>
                              </a:solidFill>
                              <a:effectLst/>
                              <a:latin typeface="Cambria Math" panose="02040503050406030204" pitchFamily="18" charset="0"/>
                            </a:rPr>
                          </m:ctrlPr>
                        </m:fPr>
                        <m:num>
                          <m:r>
                            <a:rPr lang="en-GB" sz="2500" b="0" i="1" u="none" strike="noStrike" dirty="0" smtClean="0">
                              <a:solidFill>
                                <a:srgbClr val="000000"/>
                              </a:solidFill>
                              <a:effectLst/>
                              <a:latin typeface="Cambria Math" panose="02040503050406030204" pitchFamily="18" charset="0"/>
                            </a:rPr>
                            <m:t>1</m:t>
                          </m:r>
                        </m:num>
                        <m:den>
                          <m:r>
                            <a:rPr lang="en-GB" sz="2500" b="0" i="1" u="none" strike="noStrike" dirty="0" smtClean="0">
                              <a:solidFill>
                                <a:srgbClr val="000000"/>
                              </a:solidFill>
                              <a:effectLst/>
                              <a:latin typeface="Cambria Math" panose="02040503050406030204" pitchFamily="18" charset="0"/>
                            </a:rPr>
                            <m:t>4</m:t>
                          </m:r>
                        </m:den>
                      </m:f>
                      <m:r>
                        <a:rPr lang="en-PH" sz="2500" b="0" i="1" u="none" strike="noStrike" dirty="0" smtClean="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[(−1+</m:t>
                      </m:r>
                      <m:sSub>
                        <m:sSubPr>
                          <m:ctrlPr>
                            <a:rPr lang="en-GB" sz="2500" i="1" dirty="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𝐶</m:t>
                      </m:r>
                      <m:r>
                        <a:rPr lang="en-PH" sz="2500" b="0" i="1" u="none" strike="noStrike" dirty="0">
                          <a:solidFill>
                            <a:srgbClr val="000000"/>
                          </a:solidFill>
                          <a:effectLst/>
                          <a:latin typeface="Cambria Math" panose="02040503050406030204" pitchFamily="18" charset="0"/>
                        </a:rPr>
                        <m:t>))+(−1+</m:t>
                      </m:r>
                      <m:sSub>
                        <m:sSubPr>
                          <m:ctrlPr>
                            <a:rPr lang="en-GB" sz="2500" i="1" dirty="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𝐷</m:t>
                      </m:r>
                      <m:r>
                        <a:rPr lang="en-PH" sz="2500" b="0" i="1" u="none" strike="noStrike" dirty="0">
                          <a:solidFill>
                            <a:srgbClr val="000000"/>
                          </a:solidFill>
                          <a:effectLst/>
                          <a:latin typeface="Cambria Math" panose="02040503050406030204" pitchFamily="18" charset="0"/>
                        </a:rPr>
                        <m:t>))+(−1+</m:t>
                      </m:r>
                      <m:sSub>
                        <m:sSubPr>
                          <m:ctrlPr>
                            <a:rPr lang="en-GB" sz="2500" i="1" dirty="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𝐶</m:t>
                      </m:r>
                      <m:r>
                        <a:rPr lang="en-PH" sz="2500" b="0" i="1" u="none" strike="noStrike" dirty="0">
                          <a:solidFill>
                            <a:srgbClr val="000000"/>
                          </a:solidFill>
                          <a:effectLst/>
                          <a:latin typeface="Cambria Math" panose="02040503050406030204" pitchFamily="18" charset="0"/>
                        </a:rPr>
                        <m:t>))+(−1+</m:t>
                      </m:r>
                      <m:sSub>
                        <m:sSubPr>
                          <m:ctrlPr>
                            <a:rPr lang="en-GB" sz="2500" i="1" dirty="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r>
                        <a:rPr lang="en-PH" sz="2500" i="1" dirty="0">
                          <a:solidFill>
                            <a:srgbClr val="000000"/>
                          </a:solidFill>
                          <a:latin typeface="Cambria Math" panose="02040503050406030204" pitchFamily="18" charset="0"/>
                        </a:rPr>
                        <m:t>(</m:t>
                      </m:r>
                      <m:r>
                        <a:rPr lang="en-GB" sz="2500" b="0" i="1" dirty="0" smtClean="0">
                          <a:solidFill>
                            <a:srgbClr val="000000"/>
                          </a:solidFill>
                          <a:latin typeface="Cambria Math" panose="02040503050406030204" pitchFamily="18" charset="0"/>
                        </a:rPr>
                        <m:t>𝐴</m:t>
                      </m:r>
                      <m:r>
                        <a:rPr lang="en-PH" sz="2500" i="1" dirty="0">
                          <a:solidFill>
                            <a:srgbClr val="000000"/>
                          </a:solidFill>
                          <a:latin typeface="Cambria Math" panose="02040503050406030204" pitchFamily="18" charset="0"/>
                        </a:rPr>
                        <m:t>))</m:t>
                      </m:r>
                    </m:oMath>
                  </m:oMathPara>
                </a14:m>
                <a:endParaRPr lang="en-US" sz="2500" dirty="0"/>
              </a:p>
            </p:txBody>
          </p:sp>
        </mc:Choice>
        <mc:Fallback xmlns="">
          <p:sp>
            <p:nvSpPr>
              <p:cNvPr id="4" name="TextBox 3">
                <a:extLst>
                  <a:ext uri="{FF2B5EF4-FFF2-40B4-BE49-F238E27FC236}">
                    <a16:creationId xmlns:a16="http://schemas.microsoft.com/office/drawing/2014/main" id="{47513859-7E2F-F745-DA6F-8086DFFF9BC0}"/>
                  </a:ext>
                </a:extLst>
              </p:cNvPr>
              <p:cNvSpPr txBox="1">
                <a:spLocks noRot="1" noChangeAspect="1" noMove="1" noResize="1" noEditPoints="1" noAdjustHandles="1" noChangeArrowheads="1" noChangeShapeType="1" noTextEdit="1"/>
              </p:cNvSpPr>
              <p:nvPr/>
            </p:nvSpPr>
            <p:spPr>
              <a:xfrm>
                <a:off x="0" y="4166624"/>
                <a:ext cx="11988800" cy="812595"/>
              </a:xfrm>
              <a:prstGeom prst="rect">
                <a:avLst/>
              </a:prstGeom>
              <a:blipFill>
                <a:blip r:embed="rId4"/>
                <a:stretch>
                  <a:fillRect b="-46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C467AE54-3AE7-51D5-55EB-6651BAFD310A}"/>
                  </a:ext>
                </a:extLst>
              </p:cNvPr>
              <p:cNvSpPr txBox="1"/>
              <p:nvPr/>
            </p:nvSpPr>
            <p:spPr>
              <a:xfrm>
                <a:off x="-200660" y="4979219"/>
                <a:ext cx="8257110" cy="81259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i="1" dirty="0" smtClean="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+2</m:t>
                          </m:r>
                        </m:sub>
                      </m:sSub>
                      <m:r>
                        <a:rPr lang="en-GB" sz="2500" i="1" dirty="0">
                          <a:solidFill>
                            <a:srgbClr val="000000"/>
                          </a:solidFill>
                          <a:latin typeface="Cambria Math" panose="02040503050406030204" pitchFamily="18" charset="0"/>
                        </a:rPr>
                        <m:t> </m:t>
                      </m:r>
                      <m:d>
                        <m:dPr>
                          <m:ctrlPr>
                            <a:rPr lang="en-GB" sz="2500" i="1" dirty="0">
                              <a:solidFill>
                                <a:srgbClr val="000000"/>
                              </a:solidFill>
                              <a:latin typeface="Cambria Math" panose="02040503050406030204" pitchFamily="18" charset="0"/>
                            </a:rPr>
                          </m:ctrlPr>
                        </m:dPr>
                        <m:e>
                          <m:r>
                            <a:rPr lang="en-GB" sz="2500" b="0" i="1" dirty="0" smtClean="0">
                              <a:solidFill>
                                <a:srgbClr val="000000"/>
                              </a:solidFill>
                              <a:latin typeface="Cambria Math" panose="02040503050406030204" pitchFamily="18" charset="0"/>
                            </a:rPr>
                            <m:t>𝐶</m:t>
                          </m:r>
                        </m:e>
                      </m:d>
                      <m:r>
                        <a:rPr lang="en-PH" sz="2500" b="0" i="1" u="none" strike="noStrike" dirty="0">
                          <a:solidFill>
                            <a:srgbClr val="000000"/>
                          </a:solidFill>
                          <a:effectLst/>
                          <a:latin typeface="Cambria Math" panose="02040503050406030204" pitchFamily="18" charset="0"/>
                        </a:rPr>
                        <m:t>=</m:t>
                      </m:r>
                      <m:f>
                        <m:fPr>
                          <m:ctrlPr>
                            <a:rPr lang="en-PH" sz="2500" b="0" i="1" u="none" strike="noStrike" dirty="0" smtClean="0">
                              <a:solidFill>
                                <a:srgbClr val="000000"/>
                              </a:solidFill>
                              <a:effectLst/>
                              <a:latin typeface="Cambria Math" panose="02040503050406030204" pitchFamily="18" charset="0"/>
                            </a:rPr>
                          </m:ctrlPr>
                        </m:fPr>
                        <m:num>
                          <m:r>
                            <a:rPr lang="en-GB" sz="2500" b="0" i="1" u="none" strike="noStrike" dirty="0" smtClean="0">
                              <a:solidFill>
                                <a:srgbClr val="000000"/>
                              </a:solidFill>
                              <a:effectLst/>
                              <a:latin typeface="Cambria Math" panose="02040503050406030204" pitchFamily="18" charset="0"/>
                            </a:rPr>
                            <m:t>1</m:t>
                          </m:r>
                        </m:num>
                        <m:den>
                          <m:r>
                            <a:rPr lang="en-GB" sz="2500" b="0" i="1" u="none" strike="noStrike" dirty="0" smtClean="0">
                              <a:solidFill>
                                <a:srgbClr val="000000"/>
                              </a:solidFill>
                              <a:effectLst/>
                              <a:latin typeface="Cambria Math" panose="02040503050406030204" pitchFamily="18" charset="0"/>
                            </a:rPr>
                            <m:t>4</m:t>
                          </m:r>
                        </m:den>
                      </m:f>
                      <m:r>
                        <a:rPr lang="en-PH" sz="2500" b="0" i="1" u="none" strike="noStrike" dirty="0" smtClean="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+0</m:t>
                      </m:r>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m:t>
                      </m:r>
                      <m:r>
                        <a:rPr lang="en-PH" sz="2500" i="1" dirty="0">
                          <a:solidFill>
                            <a:srgbClr val="000000"/>
                          </a:solidFill>
                          <a:latin typeface="Cambria Math" panose="02040503050406030204" pitchFamily="18" charset="0"/>
                        </a:rPr>
                        <m:t>(−1</m:t>
                      </m:r>
                      <m:r>
                        <a:rPr lang="en-GB" sz="2500" b="0" i="1" dirty="0" smtClean="0">
                          <a:solidFill>
                            <a:srgbClr val="000000"/>
                          </a:solidFill>
                          <a:latin typeface="Cambria Math" panose="02040503050406030204" pitchFamily="18" charset="0"/>
                        </a:rPr>
                        <m:t>−1</m:t>
                      </m:r>
                      <m:r>
                        <a:rPr lang="en-PH" sz="2500" i="1" dirty="0">
                          <a:solidFill>
                            <a:srgbClr val="000000"/>
                          </a:solidFill>
                          <a:latin typeface="Cambria Math" panose="02040503050406030204" pitchFamily="18" charset="0"/>
                        </a:rPr>
                        <m:t>)</m:t>
                      </m:r>
                    </m:oMath>
                  </m:oMathPara>
                </a14:m>
                <a:endParaRPr lang="en-US" sz="2500" dirty="0"/>
              </a:p>
            </p:txBody>
          </p:sp>
        </mc:Choice>
        <mc:Fallback xmlns="">
          <p:sp>
            <p:nvSpPr>
              <p:cNvPr id="5" name="TextBox 4">
                <a:extLst>
                  <a:ext uri="{FF2B5EF4-FFF2-40B4-BE49-F238E27FC236}">
                    <a16:creationId xmlns:a16="http://schemas.microsoft.com/office/drawing/2014/main" id="{C467AE54-3AE7-51D5-55EB-6651BAFD310A}"/>
                  </a:ext>
                </a:extLst>
              </p:cNvPr>
              <p:cNvSpPr txBox="1">
                <a:spLocks noRot="1" noChangeAspect="1" noMove="1" noResize="1" noEditPoints="1" noAdjustHandles="1" noChangeArrowheads="1" noChangeShapeType="1" noTextEdit="1"/>
              </p:cNvSpPr>
              <p:nvPr/>
            </p:nvSpPr>
            <p:spPr>
              <a:xfrm>
                <a:off x="-200660" y="4979219"/>
                <a:ext cx="8257110" cy="812595"/>
              </a:xfrm>
              <a:prstGeom prst="rect">
                <a:avLst/>
              </a:prstGeom>
              <a:blipFill>
                <a:blip r:embed="rId5"/>
                <a:stretch>
                  <a:fillRect b="-46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8894A65-794F-4811-B2A5-5FE1A26A9759}"/>
                  </a:ext>
                </a:extLst>
              </p:cNvPr>
              <p:cNvSpPr txBox="1"/>
              <p:nvPr/>
            </p:nvSpPr>
            <p:spPr>
              <a:xfrm>
                <a:off x="105839" y="5898382"/>
                <a:ext cx="2588261" cy="477054"/>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i="1" dirty="0" smtClean="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+2</m:t>
                          </m:r>
                        </m:sub>
                      </m:sSub>
                      <m:d>
                        <m:dPr>
                          <m:ctrlPr>
                            <a:rPr lang="en-GB" sz="2500" i="1" dirty="0">
                              <a:solidFill>
                                <a:srgbClr val="000000"/>
                              </a:solidFill>
                              <a:latin typeface="Cambria Math" panose="02040503050406030204" pitchFamily="18" charset="0"/>
                            </a:rPr>
                          </m:ctrlPr>
                        </m:dPr>
                        <m:e>
                          <m:r>
                            <a:rPr lang="en-GB" sz="2500" b="0" i="1" dirty="0" smtClean="0">
                              <a:solidFill>
                                <a:srgbClr val="000000"/>
                              </a:solidFill>
                              <a:latin typeface="Cambria Math" panose="02040503050406030204" pitchFamily="18" charset="0"/>
                            </a:rPr>
                            <m:t>𝐶</m:t>
                          </m:r>
                        </m:e>
                      </m:d>
                      <m:r>
                        <a:rPr lang="en-GB" sz="2500" b="0" i="1" dirty="0" smtClean="0">
                          <a:solidFill>
                            <a:srgbClr val="000000"/>
                          </a:solidFill>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−1.75</m:t>
                      </m:r>
                    </m:oMath>
                  </m:oMathPara>
                </a14:m>
                <a:endParaRPr lang="en-US" sz="2500" dirty="0"/>
              </a:p>
            </p:txBody>
          </p:sp>
        </mc:Choice>
        <mc:Fallback xmlns="">
          <p:sp>
            <p:nvSpPr>
              <p:cNvPr id="6" name="TextBox 5">
                <a:extLst>
                  <a:ext uri="{FF2B5EF4-FFF2-40B4-BE49-F238E27FC236}">
                    <a16:creationId xmlns:a16="http://schemas.microsoft.com/office/drawing/2014/main" id="{68894A65-794F-4811-B2A5-5FE1A26A9759}"/>
                  </a:ext>
                </a:extLst>
              </p:cNvPr>
              <p:cNvSpPr txBox="1">
                <a:spLocks noRot="1" noChangeAspect="1" noMove="1" noResize="1" noEditPoints="1" noAdjustHandles="1" noChangeArrowheads="1" noChangeShapeType="1" noTextEdit="1"/>
              </p:cNvSpPr>
              <p:nvPr/>
            </p:nvSpPr>
            <p:spPr>
              <a:xfrm>
                <a:off x="105839" y="5898382"/>
                <a:ext cx="2588261" cy="477054"/>
              </a:xfrm>
              <a:prstGeom prst="rect">
                <a:avLst/>
              </a:prstGeom>
              <a:blipFill>
                <a:blip r:embed="rId6"/>
                <a:stretch>
                  <a:fillRect/>
                </a:stretch>
              </a:blipFill>
              <a:ln w="38100">
                <a:solidFill>
                  <a:srgbClr val="00B05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1815F44D-3E7F-E768-602C-7470C9FA95D0}"/>
                  </a:ext>
                </a:extLst>
              </p:cNvPr>
              <p:cNvGraphicFramePr>
                <a:graphicFrameLocks noGrp="1"/>
              </p:cNvGraphicFramePr>
              <p:nvPr>
                <p:extLst>
                  <p:ext uri="{D42A27DB-BD31-4B8C-83A1-F6EECF244321}">
                    <p14:modId xmlns:p14="http://schemas.microsoft.com/office/powerpoint/2010/main" val="1958645133"/>
                  </p:ext>
                </p:extLst>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3708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𝟏</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𝟐</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53390574"/>
                      </a:ext>
                    </a:extLst>
                  </a:tr>
                  <a:tr h="3708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3708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-1.75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3708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-1.75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Choice>
        <mc:Fallback xmlns="">
          <p:graphicFrame>
            <p:nvGraphicFramePr>
              <p:cNvPr id="2" name="Table 1">
                <a:extLst>
                  <a:ext uri="{FF2B5EF4-FFF2-40B4-BE49-F238E27FC236}">
                    <a16:creationId xmlns:a16="http://schemas.microsoft.com/office/drawing/2014/main" id="{1815F44D-3E7F-E768-602C-7470C9FA95D0}"/>
                  </a:ext>
                </a:extLst>
              </p:cNvPr>
              <p:cNvGraphicFramePr>
                <a:graphicFrameLocks noGrp="1"/>
              </p:cNvGraphicFramePr>
              <p:nvPr>
                <p:extLst>
                  <p:ext uri="{D42A27DB-BD31-4B8C-83A1-F6EECF244321}">
                    <p14:modId xmlns:p14="http://schemas.microsoft.com/office/powerpoint/2010/main" val="1958645133"/>
                  </p:ext>
                </p:extLst>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5486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7"/>
                          <a:stretch>
                            <a:fillRect l="-100820" t="-2326" r="-2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7"/>
                          <a:stretch>
                            <a:fillRect l="-200820" t="-2326" r="-1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7"/>
                          <a:stretch>
                            <a:fillRect l="-300820" t="-2326" r="-820" b="-337209"/>
                          </a:stretch>
                        </a:blipFill>
                      </a:tcPr>
                    </a:tc>
                    <a:extLst>
                      <a:ext uri="{0D108BD9-81ED-4DB2-BD59-A6C34878D82A}">
                        <a16:rowId xmlns:a16="http://schemas.microsoft.com/office/drawing/2014/main" val="153390574"/>
                      </a:ext>
                    </a:extLst>
                  </a:tr>
                  <a:tr h="5486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5486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-1.75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5486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-1.75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Fallback>
      </mc:AlternateContent>
      <p:graphicFrame>
        <p:nvGraphicFramePr>
          <p:cNvPr id="9" name="Table 8">
            <a:extLst>
              <a:ext uri="{FF2B5EF4-FFF2-40B4-BE49-F238E27FC236}">
                <a16:creationId xmlns:a16="http://schemas.microsoft.com/office/drawing/2014/main" id="{D1517188-0400-65A6-A359-42B3EB2D1261}"/>
              </a:ext>
            </a:extLst>
          </p:cNvPr>
          <p:cNvGraphicFramePr>
            <a:graphicFrameLocks noGrp="1"/>
          </p:cNvGraphicFramePr>
          <p:nvPr>
            <p:extLst>
              <p:ext uri="{D42A27DB-BD31-4B8C-83A1-F6EECF244321}">
                <p14:modId xmlns:p14="http://schemas.microsoft.com/office/powerpoint/2010/main" val="1618690264"/>
              </p:ext>
            </p:extLst>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-2</a:t>
                      </a:r>
                    </a:p>
                  </a:txBody>
                  <a:tcPr anchor="ctr"/>
                </a:tc>
                <a:tc>
                  <a:txBody>
                    <a:bodyPr/>
                    <a:lstStyle/>
                    <a:p>
                      <a:pPr algn="ctr"/>
                      <a:r>
                        <a:rPr lang="en-US" b="1" dirty="0"/>
                        <a:t>-1.75</a:t>
                      </a:r>
                    </a:p>
                  </a:txBody>
                  <a:tcPr anchor="ctr"/>
                </a:tc>
                <a:extLst>
                  <a:ext uri="{0D108BD9-81ED-4DB2-BD59-A6C34878D82A}">
                    <a16:rowId xmlns:a16="http://schemas.microsoft.com/office/drawing/2014/main" val="3795677844"/>
                  </a:ext>
                </a:extLst>
              </a:tr>
              <a:tr h="1080000">
                <a:tc>
                  <a:txBody>
                    <a:bodyPr/>
                    <a:lstStyle/>
                    <a:p>
                      <a:pPr algn="ctr"/>
                      <a:r>
                        <a:rPr lang="en-US" b="1" dirty="0"/>
                        <a:t>-1.75</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D7C02D0-D521-63F5-7AA5-F02E96FBC72F}"/>
                  </a:ext>
                </a:extLst>
              </p:cNvPr>
              <p:cNvSpPr txBox="1"/>
              <p:nvPr/>
            </p:nvSpPr>
            <p:spPr>
              <a:xfrm>
                <a:off x="10232906" y="2293353"/>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10" name="TextBox 9">
                <a:extLst>
                  <a:ext uri="{FF2B5EF4-FFF2-40B4-BE49-F238E27FC236}">
                    <a16:creationId xmlns:a16="http://schemas.microsoft.com/office/drawing/2014/main" id="{BD7C02D0-D521-63F5-7AA5-F02E96FBC72F}"/>
                  </a:ext>
                </a:extLst>
              </p:cNvPr>
              <p:cNvSpPr txBox="1">
                <a:spLocks noRot="1" noChangeAspect="1" noMove="1" noResize="1" noEditPoints="1" noAdjustHandles="1" noChangeArrowheads="1" noChangeShapeType="1" noTextEdit="1"/>
              </p:cNvSpPr>
              <p:nvPr/>
            </p:nvSpPr>
            <p:spPr>
              <a:xfrm>
                <a:off x="10232906" y="2293353"/>
                <a:ext cx="1030988" cy="477054"/>
              </a:xfrm>
              <a:prstGeom prst="rect">
                <a:avLst/>
              </a:prstGeom>
              <a:blipFill>
                <a:blip r:embed="rId8"/>
                <a:stretch>
                  <a:fillRect/>
                </a:stretch>
              </a:blipFill>
              <a:ln w="38100">
                <a:solidFill>
                  <a:schemeClr val="tx1"/>
                </a:solidFill>
              </a:ln>
            </p:spPr>
            <p:txBody>
              <a:bodyPr/>
              <a:lstStyle/>
              <a:p>
                <a:r>
                  <a:rPr lang="en-US">
                    <a:noFill/>
                  </a:rPr>
                  <a:t> </a:t>
                </a:r>
              </a:p>
            </p:txBody>
          </p:sp>
        </mc:Fallback>
      </mc:AlternateContent>
      <p:sp>
        <p:nvSpPr>
          <p:cNvPr id="7" name="Down Arrow 6">
            <a:extLst>
              <a:ext uri="{FF2B5EF4-FFF2-40B4-BE49-F238E27FC236}">
                <a16:creationId xmlns:a16="http://schemas.microsoft.com/office/drawing/2014/main" id="{D4461CA0-88F1-A474-DF4B-A22E93E27152}"/>
              </a:ext>
            </a:extLst>
          </p:cNvPr>
          <p:cNvSpPr/>
          <p:nvPr/>
        </p:nvSpPr>
        <p:spPr>
          <a:xfrm rot="16200000" flipV="1">
            <a:off x="2901784" y="3746206"/>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Down Arrow 7">
            <a:extLst>
              <a:ext uri="{FF2B5EF4-FFF2-40B4-BE49-F238E27FC236}">
                <a16:creationId xmlns:a16="http://schemas.microsoft.com/office/drawing/2014/main" id="{F1264518-9BA4-A36D-69CD-EE73FB603BF0}"/>
              </a:ext>
            </a:extLst>
          </p:cNvPr>
          <p:cNvSpPr/>
          <p:nvPr/>
        </p:nvSpPr>
        <p:spPr>
          <a:xfrm rot="16200000" flipH="1">
            <a:off x="5403684" y="3746206"/>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Down Arrow 10">
            <a:extLst>
              <a:ext uri="{FF2B5EF4-FFF2-40B4-BE49-F238E27FC236}">
                <a16:creationId xmlns:a16="http://schemas.microsoft.com/office/drawing/2014/main" id="{B11FE617-F8CF-F9BB-472E-26CD6334C498}"/>
              </a:ext>
            </a:extLst>
          </p:cNvPr>
          <p:cNvSpPr/>
          <p:nvPr/>
        </p:nvSpPr>
        <p:spPr>
          <a:xfrm rot="10800000" flipV="1">
            <a:off x="7930988" y="3538522"/>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Down Arrow 11">
            <a:extLst>
              <a:ext uri="{FF2B5EF4-FFF2-40B4-BE49-F238E27FC236}">
                <a16:creationId xmlns:a16="http://schemas.microsoft.com/office/drawing/2014/main" id="{3A4CEA9B-DD78-562B-D3E3-2E910F8B1879}"/>
              </a:ext>
            </a:extLst>
          </p:cNvPr>
          <p:cNvSpPr/>
          <p:nvPr/>
        </p:nvSpPr>
        <p:spPr>
          <a:xfrm flipV="1">
            <a:off x="10479704" y="3538522"/>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362572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Lst>
  </p:timing>
</p:sld>
</file>

<file path=ppt/slides/slide10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5A3A1F7B-0104-BDC7-4D5E-770C2DDE3A4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B859E521-444A-EE99-2A5F-5D4F8CB5B180}"/>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PH" sz="3200" i="1" dirty="0" err="1">
                              <a:latin typeface="Cambria Math" panose="02040503050406030204" pitchFamily="18" charset="0"/>
                            </a:rPr>
                            <m:t>𝐴</m:t>
                          </m:r>
                          <m:r>
                            <a:rPr lang="en-PH" sz="3200" i="1" dirty="0" err="1">
                              <a:latin typeface="Cambria Math" panose="02040503050406030204" pitchFamily="18" charset="0"/>
                            </a:rPr>
                            <m:t>,</m:t>
                          </m:r>
                          <m:r>
                            <a:rPr lang="en-GB" sz="3200" b="0" i="1" dirty="0" smtClean="0">
                              <a:latin typeface="Cambria Math" panose="02040503050406030204" pitchFamily="18" charset="0"/>
                            </a:rPr>
                            <m:t>𝐿𝐸𝐹𝑇</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𝐴</m:t>
                          </m:r>
                        </m:e>
                      </m:d>
                    </m:oMath>
                  </m:oMathPara>
                </a14:m>
                <a:endParaRPr lang="en-GB" sz="3200" i="1" dirty="0">
                  <a:latin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B859E521-444A-EE99-2A5F-5D4F8CB5B180}"/>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2"/>
                <a:stretch>
                  <a:fillRect b="-127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2EA1E22-9324-D695-3619-50E300D25631}"/>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xmlns="">
          <p:sp>
            <p:nvSpPr>
              <p:cNvPr id="8" name="TextBox 7">
                <a:extLst>
                  <a:ext uri="{FF2B5EF4-FFF2-40B4-BE49-F238E27FC236}">
                    <a16:creationId xmlns:a16="http://schemas.microsoft.com/office/drawing/2014/main" id="{12EA1E22-9324-D695-3619-50E300D25631}"/>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3"/>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9EA9B368-7E94-9A8F-7C94-84BDB7AA3965}"/>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BC1B0E9A-9FCB-DFDC-9300-A0E61115BEC2}"/>
                  </a:ext>
                </a:extLst>
              </p:cNvPr>
              <p:cNvSpPr txBox="1"/>
              <p:nvPr/>
            </p:nvSpPr>
            <p:spPr>
              <a:xfrm>
                <a:off x="2936916" y="5421403"/>
                <a:ext cx="4932680"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PH" sz="3000" i="1" dirty="0">
                          <a:latin typeface="Cambria Math" panose="02040503050406030204" pitchFamily="18" charset="0"/>
                        </a:rPr>
                        <m:t>= =−1+</m:t>
                      </m:r>
                      <m:d>
                        <m:dPr>
                          <m:ctrlPr>
                            <a:rPr lang="en-PH" sz="3000" i="1" dirty="0">
                              <a:latin typeface="Cambria Math" panose="02040503050406030204" pitchFamily="18" charset="0"/>
                            </a:rPr>
                          </m:ctrlPr>
                        </m:dPr>
                        <m:e>
                          <m:r>
                            <a:rPr lang="en-PH" sz="3000" i="1" dirty="0">
                              <a:latin typeface="Cambria Math" panose="02040503050406030204" pitchFamily="18" charset="0"/>
                            </a:rPr>
                            <m:t>−</m:t>
                          </m:r>
                          <m:r>
                            <a:rPr lang="en-GB" sz="3000" b="0" i="1" dirty="0" smtClean="0">
                              <a:latin typeface="Cambria Math" panose="02040503050406030204" pitchFamily="18" charset="0"/>
                            </a:rPr>
                            <m:t>2</m:t>
                          </m:r>
                        </m:e>
                      </m:d>
                    </m:oMath>
                  </m:oMathPara>
                </a14:m>
                <a:endParaRPr lang="en-GB" sz="3000" i="1" dirty="0">
                  <a:latin typeface="Cambria Math" panose="02040503050406030204" pitchFamily="18" charset="0"/>
                </a:endParaRPr>
              </a:p>
            </p:txBody>
          </p:sp>
        </mc:Choice>
        <mc:Fallback xmlns="">
          <p:sp>
            <p:nvSpPr>
              <p:cNvPr id="4" name="TextBox 3">
                <a:extLst>
                  <a:ext uri="{FF2B5EF4-FFF2-40B4-BE49-F238E27FC236}">
                    <a16:creationId xmlns:a16="http://schemas.microsoft.com/office/drawing/2014/main" id="{BC1B0E9A-9FCB-DFDC-9300-A0E61115BEC2}"/>
                  </a:ext>
                </a:extLst>
              </p:cNvPr>
              <p:cNvSpPr txBox="1">
                <a:spLocks noRot="1" noChangeAspect="1" noMove="1" noResize="1" noEditPoints="1" noAdjustHandles="1" noChangeArrowheads="1" noChangeShapeType="1" noTextEdit="1"/>
              </p:cNvSpPr>
              <p:nvPr/>
            </p:nvSpPr>
            <p:spPr>
              <a:xfrm>
                <a:off x="2936916" y="5421403"/>
                <a:ext cx="4932680" cy="553998"/>
              </a:xfrm>
              <a:prstGeom prst="rect">
                <a:avLst/>
              </a:prstGeom>
              <a:blipFill>
                <a:blip r:embed="rId4"/>
                <a:stretch>
                  <a:fillRect b="-222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480CEA96-65F0-509E-CDAA-7A24E2D5789F}"/>
                  </a:ext>
                </a:extLst>
              </p:cNvPr>
              <p:cNvSpPr txBox="1"/>
              <p:nvPr/>
            </p:nvSpPr>
            <p:spPr>
              <a:xfrm>
                <a:off x="2936916" y="602163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PH" sz="3000" i="1" dirty="0">
                          <a:latin typeface="Cambria Math" panose="02040503050406030204" pitchFamily="18" charset="0"/>
                        </a:rPr>
                        <m:t>=−</m:t>
                      </m:r>
                      <m:r>
                        <a:rPr lang="en-GB" sz="3000" b="0" i="1" dirty="0" smtClean="0">
                          <a:latin typeface="Cambria Math" panose="02040503050406030204" pitchFamily="18" charset="0"/>
                        </a:rPr>
                        <m:t>3</m:t>
                      </m:r>
                    </m:oMath>
                  </m:oMathPara>
                </a14:m>
                <a:endParaRPr lang="en-PH" sz="3000" dirty="0"/>
              </a:p>
            </p:txBody>
          </p:sp>
        </mc:Choice>
        <mc:Fallback xmlns="">
          <p:sp>
            <p:nvSpPr>
              <p:cNvPr id="10" name="TextBox 9">
                <a:extLst>
                  <a:ext uri="{FF2B5EF4-FFF2-40B4-BE49-F238E27FC236}">
                    <a16:creationId xmlns:a16="http://schemas.microsoft.com/office/drawing/2014/main" id="{480CEA96-65F0-509E-CDAA-7A24E2D5789F}"/>
                  </a:ext>
                </a:extLst>
              </p:cNvPr>
              <p:cNvSpPr txBox="1">
                <a:spLocks noRot="1" noChangeAspect="1" noMove="1" noResize="1" noEditPoints="1" noAdjustHandles="1" noChangeArrowheads="1" noChangeShapeType="1" noTextEdit="1"/>
              </p:cNvSpPr>
              <p:nvPr/>
            </p:nvSpPr>
            <p:spPr>
              <a:xfrm>
                <a:off x="2936916" y="6021630"/>
                <a:ext cx="3281680" cy="553998"/>
              </a:xfrm>
              <a:prstGeom prst="rect">
                <a:avLst/>
              </a:prstGeom>
              <a:blipFill>
                <a:blip r:embed="rId5"/>
                <a:stretch>
                  <a:fillRect b="-4167"/>
                </a:stretch>
              </a:blipFill>
              <a:ln w="38100">
                <a:solidFill>
                  <a:srgbClr val="00B050"/>
                </a:solidFill>
              </a:ln>
            </p:spPr>
            <p:txBody>
              <a:bodyPr/>
              <a:lstStyle/>
              <a:p>
                <a:r>
                  <a:rPr lang="en-US">
                    <a:noFill/>
                  </a:rPr>
                  <a:t> </a:t>
                </a:r>
              </a:p>
            </p:txBody>
          </p:sp>
        </mc:Fallback>
      </mc:AlternateContent>
      <p:graphicFrame>
        <p:nvGraphicFramePr>
          <p:cNvPr id="7" name="Table 6">
            <a:extLst>
              <a:ext uri="{FF2B5EF4-FFF2-40B4-BE49-F238E27FC236}">
                <a16:creationId xmlns:a16="http://schemas.microsoft.com/office/drawing/2014/main" id="{204FE265-3A16-9972-5AFE-1310D4F80F1A}"/>
              </a:ext>
            </a:extLst>
          </p:cNvPr>
          <p:cNvGraphicFramePr>
            <a:graphicFrameLocks noGrp="1"/>
          </p:cNvGraphicFramePr>
          <p:nvPr>
            <p:extLst>
              <p:ext uri="{D42A27DB-BD31-4B8C-83A1-F6EECF244321}">
                <p14:modId xmlns:p14="http://schemas.microsoft.com/office/powerpoint/2010/main" val="3692480322"/>
              </p:ext>
            </p:extLst>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-2</a:t>
                      </a:r>
                    </a:p>
                  </a:txBody>
                  <a:tcPr anchor="ctr"/>
                </a:tc>
                <a:tc>
                  <a:txBody>
                    <a:bodyPr/>
                    <a:lstStyle/>
                    <a:p>
                      <a:pPr algn="ctr"/>
                      <a:r>
                        <a:rPr lang="en-US" sz="3000" b="1" dirty="0"/>
                        <a:t>-1.75</a:t>
                      </a:r>
                    </a:p>
                  </a:txBody>
                  <a:tcPr anchor="ctr"/>
                </a:tc>
                <a:extLst>
                  <a:ext uri="{0D108BD9-81ED-4DB2-BD59-A6C34878D82A}">
                    <a16:rowId xmlns:a16="http://schemas.microsoft.com/office/drawing/2014/main" val="3795677844"/>
                  </a:ext>
                </a:extLst>
              </a:tr>
              <a:tr h="1080000">
                <a:tc>
                  <a:txBody>
                    <a:bodyPr/>
                    <a:lstStyle/>
                    <a:p>
                      <a:pPr algn="ctr"/>
                      <a:r>
                        <a:rPr lang="en-US" sz="3000" b="1" dirty="0"/>
                        <a:t>-1.75</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B4ECC648-1179-2369-B170-745B2A41F06D}"/>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=2</m:t>
                      </m:r>
                    </m:oMath>
                  </m:oMathPara>
                </a14:m>
                <a:endParaRPr lang="en-US" sz="2500" dirty="0"/>
              </a:p>
            </p:txBody>
          </p:sp>
        </mc:Choice>
        <mc:Fallback xmlns="">
          <p:sp>
            <p:nvSpPr>
              <p:cNvPr id="11" name="TextBox 10">
                <a:extLst>
                  <a:ext uri="{FF2B5EF4-FFF2-40B4-BE49-F238E27FC236}">
                    <a16:creationId xmlns:a16="http://schemas.microsoft.com/office/drawing/2014/main" id="{B4ECC648-1179-2369-B170-745B2A41F06D}"/>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43713287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53EB555-7FA5-CFD3-B4CF-20B383E9436E}"/>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E7436C76-F92F-FCC7-92CA-7C887495B376}"/>
              </a:ext>
            </a:extLst>
          </p:cNvPr>
          <p:cNvGraphicFramePr>
            <a:graphicFrameLocks noGrp="1"/>
          </p:cNvGraphicFramePr>
          <p:nvPr>
            <p:extLst>
              <p:ext uri="{D42A27DB-BD31-4B8C-83A1-F6EECF244321}">
                <p14:modId xmlns:p14="http://schemas.microsoft.com/office/powerpoint/2010/main" val="1354566767"/>
              </p:ext>
            </p:extLst>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-2</a:t>
                      </a:r>
                    </a:p>
                  </a:txBody>
                  <a:tcPr anchor="ctr"/>
                </a:tc>
                <a:tc>
                  <a:txBody>
                    <a:bodyPr/>
                    <a:lstStyle/>
                    <a:p>
                      <a:pPr algn="ctr"/>
                      <a:r>
                        <a:rPr lang="en-US" sz="3000" b="1" dirty="0"/>
                        <a:t>-1.75</a:t>
                      </a:r>
                    </a:p>
                  </a:txBody>
                  <a:tcPr anchor="ctr"/>
                </a:tc>
                <a:extLst>
                  <a:ext uri="{0D108BD9-81ED-4DB2-BD59-A6C34878D82A}">
                    <a16:rowId xmlns:a16="http://schemas.microsoft.com/office/drawing/2014/main" val="3795677844"/>
                  </a:ext>
                </a:extLst>
              </a:tr>
              <a:tr h="1080000">
                <a:tc>
                  <a:txBody>
                    <a:bodyPr/>
                    <a:lstStyle/>
                    <a:p>
                      <a:pPr algn="ctr"/>
                      <a:r>
                        <a:rPr lang="en-US" sz="3000" b="1" dirty="0"/>
                        <a:t>-1.75</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BCF527B-6643-2F1C-D2C0-1D2AEF0D0161}"/>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=2</m:t>
                      </m:r>
                    </m:oMath>
                  </m:oMathPara>
                </a14:m>
                <a:endParaRPr lang="en-US" sz="2500" dirty="0"/>
              </a:p>
            </p:txBody>
          </p:sp>
        </mc:Choice>
        <mc:Fallback xmlns="">
          <p:sp>
            <p:nvSpPr>
              <p:cNvPr id="5" name="TextBox 4">
                <a:extLst>
                  <a:ext uri="{FF2B5EF4-FFF2-40B4-BE49-F238E27FC236}">
                    <a16:creationId xmlns:a16="http://schemas.microsoft.com/office/drawing/2014/main" id="{4BCF527B-6643-2F1C-D2C0-1D2AEF0D0161}"/>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C1A01DE-D16D-D6CF-CC70-BA9C003467C4}"/>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PH" sz="3200" i="1" dirty="0" err="1">
                              <a:latin typeface="Cambria Math" panose="02040503050406030204" pitchFamily="18" charset="0"/>
                            </a:rPr>
                            <m:t>𝐴</m:t>
                          </m:r>
                          <m:r>
                            <a:rPr lang="en-PH" sz="3200" i="1" dirty="0" err="1">
                              <a:latin typeface="Cambria Math" panose="02040503050406030204" pitchFamily="18" charset="0"/>
                            </a:rPr>
                            <m:t>,</m:t>
                          </m:r>
                          <m:r>
                            <a:rPr lang="en-GB" sz="3200" i="1" dirty="0">
                              <a:latin typeface="Cambria Math" panose="02040503050406030204" pitchFamily="18" charset="0"/>
                            </a:rPr>
                            <m:t>𝑅𝐼𝐺𝐻𝑇</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PH" sz="3200" i="1" dirty="0">
                              <a:latin typeface="Cambria Math" panose="02040503050406030204" pitchFamily="18" charset="0"/>
                            </a:rPr>
                            <m:t>𝐵</m:t>
                          </m:r>
                        </m:e>
                      </m:d>
                    </m:oMath>
                  </m:oMathPara>
                </a14:m>
                <a:endParaRPr lang="en-GB" sz="3200" i="1" dirty="0">
                  <a:latin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CC1A01DE-D16D-D6CF-CC70-BA9C003467C4}"/>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3"/>
                <a:stretch>
                  <a:fillRect l="-262" b="-127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24E4B5CB-1A79-6D33-9CC2-08F71D83D0FD}"/>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xmlns="">
          <p:sp>
            <p:nvSpPr>
              <p:cNvPr id="8" name="TextBox 7">
                <a:extLst>
                  <a:ext uri="{FF2B5EF4-FFF2-40B4-BE49-F238E27FC236}">
                    <a16:creationId xmlns:a16="http://schemas.microsoft.com/office/drawing/2014/main" id="{24E4B5CB-1A79-6D33-9CC2-08F71D83D0FD}"/>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4"/>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F25ABA25-5351-5699-10D7-7BF7C3A2372E}"/>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A4D688C9-1091-F831-277B-6309007CC9C6}"/>
                  </a:ext>
                </a:extLst>
              </p:cNvPr>
              <p:cNvSpPr txBox="1"/>
              <p:nvPr/>
            </p:nvSpPr>
            <p:spPr>
              <a:xfrm>
                <a:off x="2936916" y="5421403"/>
                <a:ext cx="5384124"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 =−1+</m:t>
                      </m:r>
                      <m:d>
                        <m:dPr>
                          <m:ctrlPr>
                            <a:rPr lang="en-PH" sz="3000" i="1" dirty="0">
                              <a:latin typeface="Cambria Math" panose="02040503050406030204" pitchFamily="18" charset="0"/>
                            </a:rPr>
                          </m:ctrlPr>
                        </m:dPr>
                        <m:e>
                          <m:r>
                            <a:rPr lang="en-PH" sz="3000" i="1" dirty="0">
                              <a:latin typeface="Cambria Math" panose="02040503050406030204" pitchFamily="18" charset="0"/>
                            </a:rPr>
                            <m:t>−</m:t>
                          </m:r>
                          <m:r>
                            <a:rPr lang="en-GB" sz="3000" b="0" i="1" dirty="0" smtClean="0">
                              <a:latin typeface="Cambria Math" panose="02040503050406030204" pitchFamily="18" charset="0"/>
                            </a:rPr>
                            <m:t>1.75</m:t>
                          </m:r>
                        </m:e>
                      </m:d>
                    </m:oMath>
                  </m:oMathPara>
                </a14:m>
                <a:endParaRPr lang="en-GB" sz="3000" i="1" dirty="0">
                  <a:latin typeface="Cambria Math" panose="02040503050406030204" pitchFamily="18" charset="0"/>
                </a:endParaRPr>
              </a:p>
            </p:txBody>
          </p:sp>
        </mc:Choice>
        <mc:Fallback xmlns="">
          <p:sp>
            <p:nvSpPr>
              <p:cNvPr id="4" name="TextBox 3">
                <a:extLst>
                  <a:ext uri="{FF2B5EF4-FFF2-40B4-BE49-F238E27FC236}">
                    <a16:creationId xmlns:a16="http://schemas.microsoft.com/office/drawing/2014/main" id="{A4D688C9-1091-F831-277B-6309007CC9C6}"/>
                  </a:ext>
                </a:extLst>
              </p:cNvPr>
              <p:cNvSpPr txBox="1">
                <a:spLocks noRot="1" noChangeAspect="1" noMove="1" noResize="1" noEditPoints="1" noAdjustHandles="1" noChangeArrowheads="1" noChangeShapeType="1" noTextEdit="1"/>
              </p:cNvSpPr>
              <p:nvPr/>
            </p:nvSpPr>
            <p:spPr>
              <a:xfrm>
                <a:off x="2936916" y="5421403"/>
                <a:ext cx="5384124" cy="553998"/>
              </a:xfrm>
              <a:prstGeom prst="rect">
                <a:avLst/>
              </a:prstGeom>
              <a:blipFill>
                <a:blip r:embed="rId5"/>
                <a:stretch>
                  <a:fillRect l="-706" b="-222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C732342-2A80-EDF6-3265-8621061C85F8}"/>
                  </a:ext>
                </a:extLst>
              </p:cNvPr>
              <p:cNvSpPr txBox="1"/>
              <p:nvPr/>
            </p:nvSpPr>
            <p:spPr>
              <a:xfrm>
                <a:off x="2936916" y="6021630"/>
                <a:ext cx="3768684"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=−2</m:t>
                      </m:r>
                      <m:r>
                        <a:rPr lang="en-GB" sz="3000" b="0" i="1" dirty="0" smtClean="0">
                          <a:latin typeface="Cambria Math" panose="02040503050406030204" pitchFamily="18" charset="0"/>
                        </a:rPr>
                        <m:t>.75</m:t>
                      </m:r>
                    </m:oMath>
                  </m:oMathPara>
                </a14:m>
                <a:endParaRPr lang="en-PH" sz="3000" dirty="0"/>
              </a:p>
            </p:txBody>
          </p:sp>
        </mc:Choice>
        <mc:Fallback xmlns="">
          <p:sp>
            <p:nvSpPr>
              <p:cNvPr id="10" name="TextBox 9">
                <a:extLst>
                  <a:ext uri="{FF2B5EF4-FFF2-40B4-BE49-F238E27FC236}">
                    <a16:creationId xmlns:a16="http://schemas.microsoft.com/office/drawing/2014/main" id="{BC732342-2A80-EDF6-3265-8621061C85F8}"/>
                  </a:ext>
                </a:extLst>
              </p:cNvPr>
              <p:cNvSpPr txBox="1">
                <a:spLocks noRot="1" noChangeAspect="1" noMove="1" noResize="1" noEditPoints="1" noAdjustHandles="1" noChangeArrowheads="1" noChangeShapeType="1" noTextEdit="1"/>
              </p:cNvSpPr>
              <p:nvPr/>
            </p:nvSpPr>
            <p:spPr>
              <a:xfrm>
                <a:off x="2936916" y="6021630"/>
                <a:ext cx="3768684" cy="553998"/>
              </a:xfrm>
              <a:prstGeom prst="rect">
                <a:avLst/>
              </a:prstGeom>
              <a:blipFill>
                <a:blip r:embed="rId6"/>
                <a:stretch>
                  <a:fillRect b="-4167"/>
                </a:stretch>
              </a:blipFill>
              <a:ln w="38100">
                <a:solidFill>
                  <a:srgbClr val="00B050"/>
                </a:solidFill>
              </a:ln>
            </p:spPr>
            <p:txBody>
              <a:bodyPr/>
              <a:lstStyle/>
              <a:p>
                <a:r>
                  <a:rPr lang="en-US">
                    <a:noFill/>
                  </a:rPr>
                  <a:t> </a:t>
                </a:r>
              </a:p>
            </p:txBody>
          </p:sp>
        </mc:Fallback>
      </mc:AlternateContent>
    </p:spTree>
    <p:extLst>
      <p:ext uri="{BB962C8B-B14F-4D97-AF65-F5344CB8AC3E}">
        <p14:creationId xmlns:p14="http://schemas.microsoft.com/office/powerpoint/2010/main" val="1196596566"/>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72BCA5A-234F-CC74-6044-5A2AD45C15A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20BC247E-6EF2-2EA9-3C27-202D2D0A9936}"/>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PH" sz="3200" i="1" dirty="0" err="1">
                              <a:latin typeface="Cambria Math" panose="02040503050406030204" pitchFamily="18" charset="0"/>
                            </a:rPr>
                            <m:t>𝐴</m:t>
                          </m:r>
                          <m:r>
                            <a:rPr lang="en-PH" sz="3200" i="1" dirty="0" err="1">
                              <a:latin typeface="Cambria Math" panose="02040503050406030204" pitchFamily="18" charset="0"/>
                            </a:rPr>
                            <m:t>,</m:t>
                          </m:r>
                          <m:r>
                            <a:rPr lang="en-GB" sz="3200" b="0" i="1" dirty="0" smtClean="0">
                              <a:latin typeface="Cambria Math" panose="02040503050406030204" pitchFamily="18" charset="0"/>
                            </a:rPr>
                            <m:t>𝐷𝑂𝑊𝑁</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𝐶</m:t>
                          </m:r>
                        </m:e>
                      </m:d>
                    </m:oMath>
                  </m:oMathPara>
                </a14:m>
                <a:endParaRPr lang="en-GB" sz="3200" i="1" dirty="0">
                  <a:latin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20BC247E-6EF2-2EA9-3C27-202D2D0A9936}"/>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2"/>
                <a:stretch>
                  <a:fillRect l="-524" b="-127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C810F219-C3B7-6064-598C-0564F797C310}"/>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xmlns="">
          <p:sp>
            <p:nvSpPr>
              <p:cNvPr id="8" name="TextBox 7">
                <a:extLst>
                  <a:ext uri="{FF2B5EF4-FFF2-40B4-BE49-F238E27FC236}">
                    <a16:creationId xmlns:a16="http://schemas.microsoft.com/office/drawing/2014/main" id="{C810F219-C3B7-6064-598C-0564F797C310}"/>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3"/>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071BCC19-8316-2951-43AD-72F12A54C37A}"/>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C6BFAACF-4A83-4DE8-00EF-CAB56ECA7481}"/>
                  </a:ext>
                </a:extLst>
              </p:cNvPr>
              <p:cNvSpPr txBox="1"/>
              <p:nvPr/>
            </p:nvSpPr>
            <p:spPr>
              <a:xfrm>
                <a:off x="2936916" y="5421403"/>
                <a:ext cx="5445084"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 =−1+</m:t>
                      </m:r>
                      <m:d>
                        <m:dPr>
                          <m:ctrlPr>
                            <a:rPr lang="en-PH" sz="3000" i="1" dirty="0">
                              <a:latin typeface="Cambria Math" panose="02040503050406030204" pitchFamily="18" charset="0"/>
                            </a:rPr>
                          </m:ctrlPr>
                        </m:dPr>
                        <m:e>
                          <m:r>
                            <a:rPr lang="en-PH" sz="3000" i="1" dirty="0">
                              <a:latin typeface="Cambria Math" panose="02040503050406030204" pitchFamily="18" charset="0"/>
                            </a:rPr>
                            <m:t>−1</m:t>
                          </m:r>
                          <m:r>
                            <a:rPr lang="en-GB" sz="3000" b="0" i="1" dirty="0" smtClean="0">
                              <a:latin typeface="Cambria Math" panose="02040503050406030204" pitchFamily="18" charset="0"/>
                            </a:rPr>
                            <m:t>.75</m:t>
                          </m:r>
                        </m:e>
                      </m:d>
                    </m:oMath>
                  </m:oMathPara>
                </a14:m>
                <a:endParaRPr lang="en-GB" sz="3000" i="1" dirty="0">
                  <a:latin typeface="Cambria Math" panose="02040503050406030204" pitchFamily="18" charset="0"/>
                </a:endParaRPr>
              </a:p>
            </p:txBody>
          </p:sp>
        </mc:Choice>
        <mc:Fallback xmlns="">
          <p:sp>
            <p:nvSpPr>
              <p:cNvPr id="4" name="TextBox 3">
                <a:extLst>
                  <a:ext uri="{FF2B5EF4-FFF2-40B4-BE49-F238E27FC236}">
                    <a16:creationId xmlns:a16="http://schemas.microsoft.com/office/drawing/2014/main" id="{C6BFAACF-4A83-4DE8-00EF-CAB56ECA7481}"/>
                  </a:ext>
                </a:extLst>
              </p:cNvPr>
              <p:cNvSpPr txBox="1">
                <a:spLocks noRot="1" noChangeAspect="1" noMove="1" noResize="1" noEditPoints="1" noAdjustHandles="1" noChangeArrowheads="1" noChangeShapeType="1" noTextEdit="1"/>
              </p:cNvSpPr>
              <p:nvPr/>
            </p:nvSpPr>
            <p:spPr>
              <a:xfrm>
                <a:off x="2936916" y="5421403"/>
                <a:ext cx="5445084" cy="553998"/>
              </a:xfrm>
              <a:prstGeom prst="rect">
                <a:avLst/>
              </a:prstGeom>
              <a:blipFill>
                <a:blip r:embed="rId4"/>
                <a:stretch>
                  <a:fillRect l="-466" b="-222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A6431CE-8817-61B7-091E-260D0F532051}"/>
                  </a:ext>
                </a:extLst>
              </p:cNvPr>
              <p:cNvSpPr txBox="1"/>
              <p:nvPr/>
            </p:nvSpPr>
            <p:spPr>
              <a:xfrm>
                <a:off x="2936916" y="6021630"/>
                <a:ext cx="3799164"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=−2</m:t>
                      </m:r>
                      <m:r>
                        <a:rPr lang="en-GB" sz="3000" b="0" i="1" dirty="0" smtClean="0">
                          <a:latin typeface="Cambria Math" panose="02040503050406030204" pitchFamily="18" charset="0"/>
                        </a:rPr>
                        <m:t>.75</m:t>
                      </m:r>
                    </m:oMath>
                  </m:oMathPara>
                </a14:m>
                <a:endParaRPr lang="en-PH" sz="3000" dirty="0"/>
              </a:p>
            </p:txBody>
          </p:sp>
        </mc:Choice>
        <mc:Fallback xmlns="">
          <p:sp>
            <p:nvSpPr>
              <p:cNvPr id="10" name="TextBox 9">
                <a:extLst>
                  <a:ext uri="{FF2B5EF4-FFF2-40B4-BE49-F238E27FC236}">
                    <a16:creationId xmlns:a16="http://schemas.microsoft.com/office/drawing/2014/main" id="{5A6431CE-8817-61B7-091E-260D0F532051}"/>
                  </a:ext>
                </a:extLst>
              </p:cNvPr>
              <p:cNvSpPr txBox="1">
                <a:spLocks noRot="1" noChangeAspect="1" noMove="1" noResize="1" noEditPoints="1" noAdjustHandles="1" noChangeArrowheads="1" noChangeShapeType="1" noTextEdit="1"/>
              </p:cNvSpPr>
              <p:nvPr/>
            </p:nvSpPr>
            <p:spPr>
              <a:xfrm>
                <a:off x="2936916" y="6021630"/>
                <a:ext cx="3799164" cy="553998"/>
              </a:xfrm>
              <a:prstGeom prst="rect">
                <a:avLst/>
              </a:prstGeom>
              <a:blipFill>
                <a:blip r:embed="rId5"/>
                <a:stretch>
                  <a:fillRect r="-330" b="-4167"/>
                </a:stretch>
              </a:blipFill>
              <a:ln w="38100">
                <a:solidFill>
                  <a:srgbClr val="00B050"/>
                </a:solidFill>
              </a:ln>
            </p:spPr>
            <p:txBody>
              <a:bodyPr/>
              <a:lstStyle/>
              <a:p>
                <a:r>
                  <a:rPr lang="en-US">
                    <a:noFill/>
                  </a:rPr>
                  <a:t> </a:t>
                </a:r>
              </a:p>
            </p:txBody>
          </p:sp>
        </mc:Fallback>
      </mc:AlternateContent>
      <p:graphicFrame>
        <p:nvGraphicFramePr>
          <p:cNvPr id="2" name="Table 1">
            <a:extLst>
              <a:ext uri="{FF2B5EF4-FFF2-40B4-BE49-F238E27FC236}">
                <a16:creationId xmlns:a16="http://schemas.microsoft.com/office/drawing/2014/main" id="{0EBE4465-4DEF-21CD-A86E-2E4657C3AC60}"/>
              </a:ext>
            </a:extLst>
          </p:cNvPr>
          <p:cNvGraphicFramePr>
            <a:graphicFrameLocks noGrp="1"/>
          </p:cNvGraphicFramePr>
          <p:nvPr>
            <p:extLst>
              <p:ext uri="{D42A27DB-BD31-4B8C-83A1-F6EECF244321}">
                <p14:modId xmlns:p14="http://schemas.microsoft.com/office/powerpoint/2010/main" val="3692480322"/>
              </p:ext>
            </p:extLst>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-2</a:t>
                      </a:r>
                    </a:p>
                  </a:txBody>
                  <a:tcPr anchor="ctr"/>
                </a:tc>
                <a:tc>
                  <a:txBody>
                    <a:bodyPr/>
                    <a:lstStyle/>
                    <a:p>
                      <a:pPr algn="ctr"/>
                      <a:r>
                        <a:rPr lang="en-US" sz="3000" b="1" dirty="0"/>
                        <a:t>-1.75</a:t>
                      </a:r>
                    </a:p>
                  </a:txBody>
                  <a:tcPr anchor="ctr"/>
                </a:tc>
                <a:extLst>
                  <a:ext uri="{0D108BD9-81ED-4DB2-BD59-A6C34878D82A}">
                    <a16:rowId xmlns:a16="http://schemas.microsoft.com/office/drawing/2014/main" val="3795677844"/>
                  </a:ext>
                </a:extLst>
              </a:tr>
              <a:tr h="1080000">
                <a:tc>
                  <a:txBody>
                    <a:bodyPr/>
                    <a:lstStyle/>
                    <a:p>
                      <a:pPr algn="ctr"/>
                      <a:r>
                        <a:rPr lang="en-US" sz="3000" b="1" dirty="0"/>
                        <a:t>-1.75</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9FC82826-11FF-1419-EA08-F30EC8294333}"/>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=2</m:t>
                      </m:r>
                    </m:oMath>
                  </m:oMathPara>
                </a14:m>
                <a:endParaRPr lang="en-US" sz="2500" dirty="0"/>
              </a:p>
            </p:txBody>
          </p:sp>
        </mc:Choice>
        <mc:Fallback xmlns="">
          <p:sp>
            <p:nvSpPr>
              <p:cNvPr id="7" name="TextBox 6">
                <a:extLst>
                  <a:ext uri="{FF2B5EF4-FFF2-40B4-BE49-F238E27FC236}">
                    <a16:creationId xmlns:a16="http://schemas.microsoft.com/office/drawing/2014/main" id="{9FC82826-11FF-1419-EA08-F30EC8294333}"/>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180231497"/>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1524B391-3058-619D-322E-A56E6371A2D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7D4CF20-0832-C74E-BC75-377C3BE16B8D}"/>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PH" sz="3200" i="1" dirty="0" err="1">
                              <a:latin typeface="Cambria Math" panose="02040503050406030204" pitchFamily="18" charset="0"/>
                            </a:rPr>
                            <m:t>𝐴</m:t>
                          </m:r>
                          <m:r>
                            <a:rPr lang="en-PH" sz="3200" i="1" dirty="0" err="1">
                              <a:latin typeface="Cambria Math" panose="02040503050406030204" pitchFamily="18" charset="0"/>
                            </a:rPr>
                            <m:t>,</m:t>
                          </m:r>
                          <m:r>
                            <a:rPr lang="en-GB" sz="3200" b="0" i="1" dirty="0" smtClean="0">
                              <a:latin typeface="Cambria Math" panose="02040503050406030204" pitchFamily="18" charset="0"/>
                            </a:rPr>
                            <m:t>𝑈𝑃</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𝐴</m:t>
                          </m:r>
                        </m:e>
                      </m:d>
                    </m:oMath>
                  </m:oMathPara>
                </a14:m>
                <a:endParaRPr lang="en-GB" sz="3200" i="1" dirty="0">
                  <a:latin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77D4CF20-0832-C74E-BC75-377C3BE16B8D}"/>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2"/>
                <a:stretch>
                  <a:fillRect b="-127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2928967-69F8-CF27-DC6D-50AF6ACEA81D}"/>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xmlns="">
          <p:sp>
            <p:nvSpPr>
              <p:cNvPr id="8" name="TextBox 7">
                <a:extLst>
                  <a:ext uri="{FF2B5EF4-FFF2-40B4-BE49-F238E27FC236}">
                    <a16:creationId xmlns:a16="http://schemas.microsoft.com/office/drawing/2014/main" id="{32928967-69F8-CF27-DC6D-50AF6ACEA81D}"/>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3"/>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9EDF35DB-A680-7E6E-96BA-49E202FE2BA9}"/>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D1B0D06-C4AF-6E04-C9E1-952C5D64128D}"/>
                  </a:ext>
                </a:extLst>
              </p:cNvPr>
              <p:cNvSpPr txBox="1"/>
              <p:nvPr/>
            </p:nvSpPr>
            <p:spPr>
              <a:xfrm>
                <a:off x="2936916" y="5421403"/>
                <a:ext cx="4932680"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 =−1+</m:t>
                      </m:r>
                      <m:d>
                        <m:dPr>
                          <m:ctrlPr>
                            <a:rPr lang="en-PH" sz="3000" i="1" dirty="0">
                              <a:latin typeface="Cambria Math" panose="02040503050406030204" pitchFamily="18" charset="0"/>
                            </a:rPr>
                          </m:ctrlPr>
                        </m:dPr>
                        <m:e>
                          <m:r>
                            <a:rPr lang="en-PH" sz="3000" i="1" dirty="0">
                              <a:latin typeface="Cambria Math" panose="02040503050406030204" pitchFamily="18" charset="0"/>
                            </a:rPr>
                            <m:t>−</m:t>
                          </m:r>
                          <m:r>
                            <a:rPr lang="en-GB" sz="3000" b="0" i="1" dirty="0" smtClean="0">
                              <a:latin typeface="Cambria Math" panose="02040503050406030204" pitchFamily="18" charset="0"/>
                            </a:rPr>
                            <m:t>2</m:t>
                          </m:r>
                        </m:e>
                      </m:d>
                    </m:oMath>
                  </m:oMathPara>
                </a14:m>
                <a:endParaRPr lang="en-GB" sz="3000" i="1" dirty="0">
                  <a:latin typeface="Cambria Math" panose="02040503050406030204" pitchFamily="18" charset="0"/>
                </a:endParaRPr>
              </a:p>
            </p:txBody>
          </p:sp>
        </mc:Choice>
        <mc:Fallback xmlns="">
          <p:sp>
            <p:nvSpPr>
              <p:cNvPr id="4" name="TextBox 3">
                <a:extLst>
                  <a:ext uri="{FF2B5EF4-FFF2-40B4-BE49-F238E27FC236}">
                    <a16:creationId xmlns:a16="http://schemas.microsoft.com/office/drawing/2014/main" id="{8D1B0D06-C4AF-6E04-C9E1-952C5D64128D}"/>
                  </a:ext>
                </a:extLst>
              </p:cNvPr>
              <p:cNvSpPr txBox="1">
                <a:spLocks noRot="1" noChangeAspect="1" noMove="1" noResize="1" noEditPoints="1" noAdjustHandles="1" noChangeArrowheads="1" noChangeShapeType="1" noTextEdit="1"/>
              </p:cNvSpPr>
              <p:nvPr/>
            </p:nvSpPr>
            <p:spPr>
              <a:xfrm>
                <a:off x="2936916" y="5421403"/>
                <a:ext cx="4932680" cy="553998"/>
              </a:xfrm>
              <a:prstGeom prst="rect">
                <a:avLst/>
              </a:prstGeom>
              <a:blipFill>
                <a:blip r:embed="rId4"/>
                <a:stretch>
                  <a:fillRect b="-222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323A74C2-1FB5-4599-8804-1678A42C353F}"/>
                  </a:ext>
                </a:extLst>
              </p:cNvPr>
              <p:cNvSpPr txBox="1"/>
              <p:nvPr/>
            </p:nvSpPr>
            <p:spPr>
              <a:xfrm>
                <a:off x="2936916" y="602163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m:t>
                      </m:r>
                      <m:r>
                        <a:rPr lang="en-GB" sz="3000" b="0" i="1" dirty="0" smtClean="0">
                          <a:latin typeface="Cambria Math" panose="02040503050406030204" pitchFamily="18" charset="0"/>
                        </a:rPr>
                        <m:t>3</m:t>
                      </m:r>
                    </m:oMath>
                  </m:oMathPara>
                </a14:m>
                <a:endParaRPr lang="en-PH" sz="3000" dirty="0"/>
              </a:p>
            </p:txBody>
          </p:sp>
        </mc:Choice>
        <mc:Fallback xmlns="">
          <p:sp>
            <p:nvSpPr>
              <p:cNvPr id="10" name="TextBox 9">
                <a:extLst>
                  <a:ext uri="{FF2B5EF4-FFF2-40B4-BE49-F238E27FC236}">
                    <a16:creationId xmlns:a16="http://schemas.microsoft.com/office/drawing/2014/main" id="{323A74C2-1FB5-4599-8804-1678A42C353F}"/>
                  </a:ext>
                </a:extLst>
              </p:cNvPr>
              <p:cNvSpPr txBox="1">
                <a:spLocks noRot="1" noChangeAspect="1" noMove="1" noResize="1" noEditPoints="1" noAdjustHandles="1" noChangeArrowheads="1" noChangeShapeType="1" noTextEdit="1"/>
              </p:cNvSpPr>
              <p:nvPr/>
            </p:nvSpPr>
            <p:spPr>
              <a:xfrm>
                <a:off x="2936916" y="6021630"/>
                <a:ext cx="3281680" cy="553998"/>
              </a:xfrm>
              <a:prstGeom prst="rect">
                <a:avLst/>
              </a:prstGeom>
              <a:blipFill>
                <a:blip r:embed="rId5"/>
                <a:stretch>
                  <a:fillRect b="-4167"/>
                </a:stretch>
              </a:blipFill>
              <a:ln w="38100">
                <a:solidFill>
                  <a:srgbClr val="00B050"/>
                </a:solidFill>
              </a:ln>
            </p:spPr>
            <p:txBody>
              <a:bodyPr/>
              <a:lstStyle/>
              <a:p>
                <a:r>
                  <a:rPr lang="en-US">
                    <a:noFill/>
                  </a:rPr>
                  <a:t> </a:t>
                </a:r>
              </a:p>
            </p:txBody>
          </p:sp>
        </mc:Fallback>
      </mc:AlternateContent>
      <p:graphicFrame>
        <p:nvGraphicFramePr>
          <p:cNvPr id="2" name="Table 1">
            <a:extLst>
              <a:ext uri="{FF2B5EF4-FFF2-40B4-BE49-F238E27FC236}">
                <a16:creationId xmlns:a16="http://schemas.microsoft.com/office/drawing/2014/main" id="{F3A07522-B0D6-D490-485D-9EEA1DD117D3}"/>
              </a:ext>
            </a:extLst>
          </p:cNvPr>
          <p:cNvGraphicFramePr>
            <a:graphicFrameLocks noGrp="1"/>
          </p:cNvGraphicFramePr>
          <p:nvPr>
            <p:extLst>
              <p:ext uri="{D42A27DB-BD31-4B8C-83A1-F6EECF244321}">
                <p14:modId xmlns:p14="http://schemas.microsoft.com/office/powerpoint/2010/main" val="3692480322"/>
              </p:ext>
            </p:extLst>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-2</a:t>
                      </a:r>
                    </a:p>
                  </a:txBody>
                  <a:tcPr anchor="ctr"/>
                </a:tc>
                <a:tc>
                  <a:txBody>
                    <a:bodyPr/>
                    <a:lstStyle/>
                    <a:p>
                      <a:pPr algn="ctr"/>
                      <a:r>
                        <a:rPr lang="en-US" sz="3000" b="1" dirty="0"/>
                        <a:t>-1.75</a:t>
                      </a:r>
                    </a:p>
                  </a:txBody>
                  <a:tcPr anchor="ctr"/>
                </a:tc>
                <a:extLst>
                  <a:ext uri="{0D108BD9-81ED-4DB2-BD59-A6C34878D82A}">
                    <a16:rowId xmlns:a16="http://schemas.microsoft.com/office/drawing/2014/main" val="3795677844"/>
                  </a:ext>
                </a:extLst>
              </a:tr>
              <a:tr h="1080000">
                <a:tc>
                  <a:txBody>
                    <a:bodyPr/>
                    <a:lstStyle/>
                    <a:p>
                      <a:pPr algn="ctr"/>
                      <a:r>
                        <a:rPr lang="en-US" sz="3000" b="1" dirty="0"/>
                        <a:t>-1.75</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8426C5-8492-7C9B-8F8E-958FA43A57F1}"/>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=2</m:t>
                      </m:r>
                    </m:oMath>
                  </m:oMathPara>
                </a14:m>
                <a:endParaRPr lang="en-US" sz="2500" dirty="0"/>
              </a:p>
            </p:txBody>
          </p:sp>
        </mc:Choice>
        <mc:Fallback xmlns="">
          <p:sp>
            <p:nvSpPr>
              <p:cNvPr id="7" name="TextBox 6">
                <a:extLst>
                  <a:ext uri="{FF2B5EF4-FFF2-40B4-BE49-F238E27FC236}">
                    <a16:creationId xmlns:a16="http://schemas.microsoft.com/office/drawing/2014/main" id="{758426C5-8492-7C9B-8F8E-958FA43A57F1}"/>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990996087"/>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071C020D-7CC6-8ED7-1F09-AB796A2836EC}"/>
            </a:ext>
          </a:extLst>
        </p:cNvPr>
        <p:cNvGrpSpPr/>
        <p:nvPr/>
      </p:nvGrpSpPr>
      <p:grpSpPr>
        <a:xfrm>
          <a:off x="0" y="0"/>
          <a:ext cx="0" cy="0"/>
          <a:chOff x="0" y="0"/>
          <a:chExt cx="0" cy="0"/>
        </a:xfrm>
      </p:grpSpPr>
      <p:graphicFrame>
        <p:nvGraphicFramePr>
          <p:cNvPr id="9" name="Table 8">
            <a:extLst>
              <a:ext uri="{FF2B5EF4-FFF2-40B4-BE49-F238E27FC236}">
                <a16:creationId xmlns:a16="http://schemas.microsoft.com/office/drawing/2014/main" id="{7EFCC40E-F023-5AC0-37EE-D7A0A6337274}"/>
              </a:ext>
            </a:extLst>
          </p:cNvPr>
          <p:cNvGraphicFramePr>
            <a:graphicFrameLocks noGrp="1"/>
          </p:cNvGraphicFramePr>
          <p:nvPr/>
        </p:nvGraphicFramePr>
        <p:xfrm>
          <a:off x="4671840" y="226468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4ED255E-D323-0662-2D02-A2DC8E654CC7}"/>
                  </a:ext>
                </a:extLst>
              </p:cNvPr>
              <p:cNvSpPr txBox="1"/>
              <p:nvPr/>
            </p:nvSpPr>
            <p:spPr>
              <a:xfrm>
                <a:off x="589280" y="3152001"/>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PH" sz="3000" i="1" dirty="0">
                          <a:latin typeface="Cambria Math" panose="02040503050406030204" pitchFamily="18" charset="0"/>
                        </a:rPr>
                        <m:t>=−</m:t>
                      </m:r>
                      <m:r>
                        <a:rPr lang="en-GB" sz="3000" b="0" i="1" dirty="0" smtClean="0">
                          <a:latin typeface="Cambria Math" panose="02040503050406030204" pitchFamily="18" charset="0"/>
                        </a:rPr>
                        <m:t>3</m:t>
                      </m:r>
                    </m:oMath>
                  </m:oMathPara>
                </a14:m>
                <a:endParaRPr lang="en-PH" sz="3000" dirty="0"/>
              </a:p>
            </p:txBody>
          </p:sp>
        </mc:Choice>
        <mc:Fallback xmlns="">
          <p:sp>
            <p:nvSpPr>
              <p:cNvPr id="2" name="TextBox 1">
                <a:extLst>
                  <a:ext uri="{FF2B5EF4-FFF2-40B4-BE49-F238E27FC236}">
                    <a16:creationId xmlns:a16="http://schemas.microsoft.com/office/drawing/2014/main" id="{44ED255E-D323-0662-2D02-A2DC8E654CC7}"/>
                  </a:ext>
                </a:extLst>
              </p:cNvPr>
              <p:cNvSpPr txBox="1">
                <a:spLocks noRot="1" noChangeAspect="1" noMove="1" noResize="1" noEditPoints="1" noAdjustHandles="1" noChangeArrowheads="1" noChangeShapeType="1" noTextEdit="1"/>
              </p:cNvSpPr>
              <p:nvPr/>
            </p:nvSpPr>
            <p:spPr>
              <a:xfrm>
                <a:off x="589280" y="3152001"/>
                <a:ext cx="3281680" cy="553998"/>
              </a:xfrm>
              <a:prstGeom prst="rect">
                <a:avLst/>
              </a:prstGeom>
              <a:blipFill>
                <a:blip r:embed="rId2"/>
                <a:stretch>
                  <a:fillRect b="-6250"/>
                </a:stretch>
              </a:blipFill>
              <a:ln w="38100">
                <a:solidFill>
                  <a:srgbClr val="00B05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1FA2D65-79E0-02B6-D54B-C44A1B9A287E}"/>
                  </a:ext>
                </a:extLst>
              </p:cNvPr>
              <p:cNvSpPr txBox="1"/>
              <p:nvPr/>
            </p:nvSpPr>
            <p:spPr>
              <a:xfrm>
                <a:off x="8088036" y="3152001"/>
                <a:ext cx="377444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=−2</m:t>
                      </m:r>
                      <m:r>
                        <a:rPr lang="en-GB" sz="3000" b="0" i="1" dirty="0" smtClean="0">
                          <a:latin typeface="Cambria Math" panose="02040503050406030204" pitchFamily="18" charset="0"/>
                        </a:rPr>
                        <m:t>.75</m:t>
                      </m:r>
                    </m:oMath>
                  </m:oMathPara>
                </a14:m>
                <a:endParaRPr lang="en-PH" sz="3000" dirty="0"/>
              </a:p>
            </p:txBody>
          </p:sp>
        </mc:Choice>
        <mc:Fallback xmlns="">
          <p:sp>
            <p:nvSpPr>
              <p:cNvPr id="4" name="TextBox 3">
                <a:extLst>
                  <a:ext uri="{FF2B5EF4-FFF2-40B4-BE49-F238E27FC236}">
                    <a16:creationId xmlns:a16="http://schemas.microsoft.com/office/drawing/2014/main" id="{D1FA2D65-79E0-02B6-D54B-C44A1B9A287E}"/>
                  </a:ext>
                </a:extLst>
              </p:cNvPr>
              <p:cNvSpPr txBox="1">
                <a:spLocks noRot="1" noChangeAspect="1" noMove="1" noResize="1" noEditPoints="1" noAdjustHandles="1" noChangeArrowheads="1" noChangeShapeType="1" noTextEdit="1"/>
              </p:cNvSpPr>
              <p:nvPr/>
            </p:nvSpPr>
            <p:spPr>
              <a:xfrm>
                <a:off x="8088036" y="3152001"/>
                <a:ext cx="3774440" cy="553998"/>
              </a:xfrm>
              <a:prstGeom prst="rect">
                <a:avLst/>
              </a:prstGeom>
              <a:blipFill>
                <a:blip r:embed="rId3"/>
                <a:stretch>
                  <a:fillRect r="-332" b="-6250"/>
                </a:stretch>
              </a:blipFill>
              <a:ln w="38100">
                <a:solidFill>
                  <a:srgbClr val="00B05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715F0FA-1776-EDF5-26E6-19A1133147B6}"/>
                  </a:ext>
                </a:extLst>
              </p:cNvPr>
              <p:cNvSpPr txBox="1"/>
              <p:nvPr/>
            </p:nvSpPr>
            <p:spPr>
              <a:xfrm>
                <a:off x="4455160" y="116724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m:t>
                      </m:r>
                      <m:r>
                        <a:rPr lang="en-GB" sz="3000" b="0" i="1" dirty="0" smtClean="0">
                          <a:latin typeface="Cambria Math" panose="02040503050406030204" pitchFamily="18" charset="0"/>
                        </a:rPr>
                        <m:t>3</m:t>
                      </m:r>
                    </m:oMath>
                  </m:oMathPara>
                </a14:m>
                <a:endParaRPr lang="en-PH" sz="3000" dirty="0"/>
              </a:p>
            </p:txBody>
          </p:sp>
        </mc:Choice>
        <mc:Fallback xmlns="">
          <p:sp>
            <p:nvSpPr>
              <p:cNvPr id="7" name="TextBox 6">
                <a:extLst>
                  <a:ext uri="{FF2B5EF4-FFF2-40B4-BE49-F238E27FC236}">
                    <a16:creationId xmlns:a16="http://schemas.microsoft.com/office/drawing/2014/main" id="{1715F0FA-1776-EDF5-26E6-19A1133147B6}"/>
                  </a:ext>
                </a:extLst>
              </p:cNvPr>
              <p:cNvSpPr txBox="1">
                <a:spLocks noRot="1" noChangeAspect="1" noMove="1" noResize="1" noEditPoints="1" noAdjustHandles="1" noChangeArrowheads="1" noChangeShapeType="1" noTextEdit="1"/>
              </p:cNvSpPr>
              <p:nvPr/>
            </p:nvSpPr>
            <p:spPr>
              <a:xfrm>
                <a:off x="4455160" y="1167240"/>
                <a:ext cx="3281680" cy="553998"/>
              </a:xfrm>
              <a:prstGeom prst="rect">
                <a:avLst/>
              </a:prstGeom>
              <a:blipFill>
                <a:blip r:embed="rId4"/>
                <a:stretch>
                  <a:fillRect b="-6383"/>
                </a:stretch>
              </a:blipFill>
              <a:ln w="38100">
                <a:solidFill>
                  <a:srgbClr val="00B05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B2835B3C-18AF-0056-B9E7-7188709C7237}"/>
                  </a:ext>
                </a:extLst>
              </p:cNvPr>
              <p:cNvSpPr txBox="1"/>
              <p:nvPr/>
            </p:nvSpPr>
            <p:spPr>
              <a:xfrm>
                <a:off x="4455160" y="4691123"/>
                <a:ext cx="377444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=−2</m:t>
                      </m:r>
                      <m:r>
                        <a:rPr lang="en-GB" sz="3000" b="0" i="1" dirty="0" smtClean="0">
                          <a:latin typeface="Cambria Math" panose="02040503050406030204" pitchFamily="18" charset="0"/>
                        </a:rPr>
                        <m:t>.75</m:t>
                      </m:r>
                    </m:oMath>
                  </m:oMathPara>
                </a14:m>
                <a:endParaRPr lang="en-PH" sz="3000" dirty="0"/>
              </a:p>
            </p:txBody>
          </p:sp>
        </mc:Choice>
        <mc:Fallback xmlns="">
          <p:sp>
            <p:nvSpPr>
              <p:cNvPr id="11" name="TextBox 10">
                <a:extLst>
                  <a:ext uri="{FF2B5EF4-FFF2-40B4-BE49-F238E27FC236}">
                    <a16:creationId xmlns:a16="http://schemas.microsoft.com/office/drawing/2014/main" id="{B2835B3C-18AF-0056-B9E7-7188709C7237}"/>
                  </a:ext>
                </a:extLst>
              </p:cNvPr>
              <p:cNvSpPr txBox="1">
                <a:spLocks noRot="1" noChangeAspect="1" noMove="1" noResize="1" noEditPoints="1" noAdjustHandles="1" noChangeArrowheads="1" noChangeShapeType="1" noTextEdit="1"/>
              </p:cNvSpPr>
              <p:nvPr/>
            </p:nvSpPr>
            <p:spPr>
              <a:xfrm>
                <a:off x="4455160" y="4691123"/>
                <a:ext cx="3774440" cy="553998"/>
              </a:xfrm>
              <a:prstGeom prst="rect">
                <a:avLst/>
              </a:prstGeom>
              <a:blipFill>
                <a:blip r:embed="rId5"/>
                <a:stretch>
                  <a:fillRect l="-332" r="-332" b="-6383"/>
                </a:stretch>
              </a:blipFill>
              <a:ln w="38100">
                <a:solidFill>
                  <a:srgbClr val="00B050"/>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959B377F-CDD1-7212-A4CE-0AC7647514EF}"/>
              </a:ext>
            </a:extLst>
          </p:cNvPr>
          <p:cNvSpPr txBox="1"/>
          <p:nvPr/>
        </p:nvSpPr>
        <p:spPr>
          <a:xfrm>
            <a:off x="2204019" y="5511564"/>
            <a:ext cx="7783962" cy="477054"/>
          </a:xfrm>
          <a:prstGeom prst="rect">
            <a:avLst/>
          </a:prstGeom>
          <a:noFill/>
        </p:spPr>
        <p:txBody>
          <a:bodyPr wrap="square">
            <a:spAutoFit/>
          </a:bodyPr>
          <a:lstStyle/>
          <a:p>
            <a:pPr>
              <a:buNone/>
            </a:pPr>
            <a:r>
              <a:rPr lang="en-GB" sz="2500" dirty="0"/>
              <a:t>We can now map the value for each </a:t>
            </a:r>
            <a:r>
              <a:rPr lang="en-GB" sz="2500" b="1" dirty="0">
                <a:solidFill>
                  <a:srgbClr val="FF0000"/>
                </a:solidFill>
              </a:rPr>
              <a:t>action</a:t>
            </a:r>
            <a:r>
              <a:rPr lang="en-GB" sz="2500" dirty="0"/>
              <a:t> from </a:t>
            </a:r>
            <a:r>
              <a:rPr lang="en-GB" sz="2500" b="1" dirty="0">
                <a:solidFill>
                  <a:srgbClr val="7030A0"/>
                </a:solidFill>
              </a:rPr>
              <a:t>state A</a:t>
            </a:r>
            <a:endParaRPr lang="en-PH" sz="2500" b="1" dirty="0">
              <a:solidFill>
                <a:srgbClr val="7030A0"/>
              </a:solidFill>
            </a:endParaRPr>
          </a:p>
        </p:txBody>
      </p:sp>
      <p:sp>
        <p:nvSpPr>
          <p:cNvPr id="3" name="Left-Up Arrow 2">
            <a:extLst>
              <a:ext uri="{FF2B5EF4-FFF2-40B4-BE49-F238E27FC236}">
                <a16:creationId xmlns:a16="http://schemas.microsoft.com/office/drawing/2014/main" id="{130282C6-EE4A-A71D-8996-2969759244F8}"/>
              </a:ext>
            </a:extLst>
          </p:cNvPr>
          <p:cNvSpPr/>
          <p:nvPr/>
        </p:nvSpPr>
        <p:spPr>
          <a:xfrm flipH="1" flipV="1">
            <a:off x="5031124" y="2370764"/>
            <a:ext cx="850392" cy="850392"/>
          </a:xfrm>
          <a:prstGeom prst="leftUpArrow">
            <a:avLst>
              <a:gd name="adj1" fmla="val 27389"/>
              <a:gd name="adj2" fmla="val 25000"/>
              <a:gd name="adj3" fmla="val 25000"/>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38948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fade">
                                      <p:cBhvr>
                                        <p:cTn id="15" dur="500"/>
                                        <p:tgtEl>
                                          <p:spTgt spid="2"/>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5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3"/>
                                        </p:tgtEl>
                                        <p:attrNameLst>
                                          <p:attrName>style.visibility</p:attrName>
                                        </p:attrNameLst>
                                      </p:cBhvr>
                                      <p:to>
                                        <p:strVal val="visible"/>
                                      </p:to>
                                    </p:set>
                                    <p:animEffect transition="in" filter="fade">
                                      <p:cBhvr>
                                        <p:cTn id="26"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7" grpId="0" animBg="1"/>
      <p:bldP spid="11" grpId="0" animBg="1"/>
      <p:bldP spid="12" grpId="0"/>
      <p:bldP spid="3" grpId="0" animBg="1"/>
    </p:bldLst>
  </p:timing>
</p:sld>
</file>

<file path=ppt/slides/slide10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B4A0638-BC70-9906-7D84-1C772EC58D9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922E7F92-27C0-584A-009B-091CA903671E}"/>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xmlns="">
          <p:sp>
            <p:nvSpPr>
              <p:cNvPr id="8" name="TextBox 7">
                <a:extLst>
                  <a:ext uri="{FF2B5EF4-FFF2-40B4-BE49-F238E27FC236}">
                    <a16:creationId xmlns:a16="http://schemas.microsoft.com/office/drawing/2014/main" id="{922E7F92-27C0-584A-009B-091CA903671E}"/>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3"/>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7BD6B46C-30F6-8804-A0F2-642C0CC0566B}"/>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AEC0F7C9-3A41-A869-354E-8A9A8C55512B}"/>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𝐵</m:t>
                          </m:r>
                          <m:r>
                            <a:rPr lang="en-PH" sz="3200" i="1" dirty="0" err="1">
                              <a:latin typeface="Cambria Math" panose="02040503050406030204" pitchFamily="18" charset="0"/>
                            </a:rPr>
                            <m:t>,</m:t>
                          </m:r>
                          <m:r>
                            <a:rPr lang="en-GB" sz="3200" b="0" i="1" dirty="0" smtClean="0">
                              <a:latin typeface="Cambria Math" panose="02040503050406030204" pitchFamily="18" charset="0"/>
                            </a:rPr>
                            <m:t>𝐿𝐸𝐹𝑇</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𝐴</m:t>
                          </m:r>
                        </m:e>
                      </m:d>
                    </m:oMath>
                  </m:oMathPara>
                </a14:m>
                <a:endParaRPr lang="en-GB" sz="3200" i="1" dirty="0">
                  <a:latin typeface="Cambria Math" panose="02040503050406030204" pitchFamily="18" charset="0"/>
                </a:endParaRPr>
              </a:p>
            </p:txBody>
          </p:sp>
        </mc:Choice>
        <mc:Fallback xmlns="">
          <p:sp>
            <p:nvSpPr>
              <p:cNvPr id="4" name="TextBox 3">
                <a:extLst>
                  <a:ext uri="{FF2B5EF4-FFF2-40B4-BE49-F238E27FC236}">
                    <a16:creationId xmlns:a16="http://schemas.microsoft.com/office/drawing/2014/main" id="{AEC0F7C9-3A41-A869-354E-8A9A8C55512B}"/>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4"/>
                <a:stretch>
                  <a:fillRect b="-127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A70128E-020E-93A1-10F8-F67CB9FEE425}"/>
                  </a:ext>
                </a:extLst>
              </p:cNvPr>
              <p:cNvSpPr txBox="1"/>
              <p:nvPr/>
            </p:nvSpPr>
            <p:spPr>
              <a:xfrm>
                <a:off x="2936916" y="5421403"/>
                <a:ext cx="4581484"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𝐵</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GB" sz="3000" b="0" i="1" dirty="0" smtClean="0">
                          <a:latin typeface="Cambria Math" panose="02040503050406030204" pitchFamily="18" charset="0"/>
                        </a:rPr>
                        <m:t>=</m:t>
                      </m:r>
                      <m:r>
                        <a:rPr lang="en-PH" sz="3000" i="1" dirty="0">
                          <a:latin typeface="Cambria Math" panose="02040503050406030204" pitchFamily="18" charset="0"/>
                        </a:rPr>
                        <m:t>−1+</m:t>
                      </m:r>
                      <m:d>
                        <m:dPr>
                          <m:ctrlPr>
                            <a:rPr lang="en-PH" sz="3000" i="1" dirty="0">
                              <a:latin typeface="Cambria Math" panose="02040503050406030204" pitchFamily="18" charset="0"/>
                            </a:rPr>
                          </m:ctrlPr>
                        </m:dPr>
                        <m:e>
                          <m:r>
                            <a:rPr lang="en-PH" sz="3000" i="1" dirty="0">
                              <a:latin typeface="Cambria Math" panose="02040503050406030204" pitchFamily="18" charset="0"/>
                            </a:rPr>
                            <m:t>−</m:t>
                          </m:r>
                          <m:r>
                            <a:rPr lang="en-GB" sz="3000" b="0" i="1" dirty="0" smtClean="0">
                              <a:latin typeface="Cambria Math" panose="02040503050406030204" pitchFamily="18" charset="0"/>
                            </a:rPr>
                            <m:t>2</m:t>
                          </m:r>
                        </m:e>
                      </m:d>
                    </m:oMath>
                  </m:oMathPara>
                </a14:m>
                <a:endParaRPr lang="en-GB" sz="3000" i="1" dirty="0">
                  <a:latin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6A70128E-020E-93A1-10F8-F67CB9FEE425}"/>
                  </a:ext>
                </a:extLst>
              </p:cNvPr>
              <p:cNvSpPr txBox="1">
                <a:spLocks noRot="1" noChangeAspect="1" noMove="1" noResize="1" noEditPoints="1" noAdjustHandles="1" noChangeArrowheads="1" noChangeShapeType="1" noTextEdit="1"/>
              </p:cNvSpPr>
              <p:nvPr/>
            </p:nvSpPr>
            <p:spPr>
              <a:xfrm>
                <a:off x="2936916" y="5421403"/>
                <a:ext cx="4581484" cy="553998"/>
              </a:xfrm>
              <a:prstGeom prst="rect">
                <a:avLst/>
              </a:prstGeom>
              <a:blipFill>
                <a:blip r:embed="rId5"/>
                <a:stretch>
                  <a:fillRect b="-88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C6D5A9FE-0A43-63B1-C013-B8C55AF5264D}"/>
                  </a:ext>
                </a:extLst>
              </p:cNvPr>
              <p:cNvSpPr txBox="1"/>
              <p:nvPr/>
            </p:nvSpPr>
            <p:spPr>
              <a:xfrm>
                <a:off x="3018196" y="6021630"/>
                <a:ext cx="3443564"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𝐵</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PH" sz="3000" i="1" dirty="0">
                          <a:latin typeface="Cambria Math" panose="02040503050406030204" pitchFamily="18" charset="0"/>
                        </a:rPr>
                        <m:t>=−</m:t>
                      </m:r>
                      <m:r>
                        <a:rPr lang="en-GB" sz="3000" b="0" i="1" dirty="0" smtClean="0">
                          <a:latin typeface="Cambria Math" panose="02040503050406030204" pitchFamily="18" charset="0"/>
                        </a:rPr>
                        <m:t>−3</m:t>
                      </m:r>
                    </m:oMath>
                  </m:oMathPara>
                </a14:m>
                <a:endParaRPr lang="en-PH" sz="3000" dirty="0"/>
              </a:p>
            </p:txBody>
          </p:sp>
        </mc:Choice>
        <mc:Fallback xmlns="">
          <p:sp>
            <p:nvSpPr>
              <p:cNvPr id="7" name="TextBox 6">
                <a:extLst>
                  <a:ext uri="{FF2B5EF4-FFF2-40B4-BE49-F238E27FC236}">
                    <a16:creationId xmlns:a16="http://schemas.microsoft.com/office/drawing/2014/main" id="{C6D5A9FE-0A43-63B1-C013-B8C55AF5264D}"/>
                  </a:ext>
                </a:extLst>
              </p:cNvPr>
              <p:cNvSpPr txBox="1">
                <a:spLocks noRot="1" noChangeAspect="1" noMove="1" noResize="1" noEditPoints="1" noAdjustHandles="1" noChangeArrowheads="1" noChangeShapeType="1" noTextEdit="1"/>
              </p:cNvSpPr>
              <p:nvPr/>
            </p:nvSpPr>
            <p:spPr>
              <a:xfrm>
                <a:off x="3018196" y="6021630"/>
                <a:ext cx="3443564" cy="553998"/>
              </a:xfrm>
              <a:prstGeom prst="rect">
                <a:avLst/>
              </a:prstGeom>
              <a:blipFill>
                <a:blip r:embed="rId6"/>
                <a:stretch>
                  <a:fillRect b="-4167"/>
                </a:stretch>
              </a:blipFill>
              <a:ln w="38100">
                <a:solidFill>
                  <a:srgbClr val="00B050"/>
                </a:solidFill>
              </a:ln>
            </p:spPr>
            <p:txBody>
              <a:bodyPr/>
              <a:lstStyle/>
              <a:p>
                <a:r>
                  <a:rPr lang="en-US">
                    <a:noFill/>
                  </a:rPr>
                  <a:t> </a:t>
                </a:r>
              </a:p>
            </p:txBody>
          </p:sp>
        </mc:Fallback>
      </mc:AlternateContent>
      <p:sp>
        <p:nvSpPr>
          <p:cNvPr id="10" name="Left-Up Arrow 9">
            <a:extLst>
              <a:ext uri="{FF2B5EF4-FFF2-40B4-BE49-F238E27FC236}">
                <a16:creationId xmlns:a16="http://schemas.microsoft.com/office/drawing/2014/main" id="{5FE169BA-5050-C02C-3963-F63B348687C5}"/>
              </a:ext>
            </a:extLst>
          </p:cNvPr>
          <p:cNvSpPr/>
          <p:nvPr/>
        </p:nvSpPr>
        <p:spPr>
          <a:xfrm flipH="1" flipV="1">
            <a:off x="8373764" y="644160"/>
            <a:ext cx="850392" cy="850392"/>
          </a:xfrm>
          <a:prstGeom prst="leftUpArrow">
            <a:avLst>
              <a:gd name="adj1" fmla="val 27389"/>
              <a:gd name="adj2" fmla="val 25000"/>
              <a:gd name="adj3" fmla="val 25000"/>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1" name="Table 10">
            <a:extLst>
              <a:ext uri="{FF2B5EF4-FFF2-40B4-BE49-F238E27FC236}">
                <a16:creationId xmlns:a16="http://schemas.microsoft.com/office/drawing/2014/main" id="{9FA68ED7-FB97-6AAC-5B46-950B364CF65F}"/>
              </a:ext>
            </a:extLst>
          </p:cNvPr>
          <p:cNvGraphicFramePr>
            <a:graphicFrameLocks noGrp="1"/>
          </p:cNvGraphicFramePr>
          <p:nvPr>
            <p:extLst>
              <p:ext uri="{D42A27DB-BD31-4B8C-83A1-F6EECF244321}">
                <p14:modId xmlns:p14="http://schemas.microsoft.com/office/powerpoint/2010/main" val="2711030105"/>
              </p:ext>
            </p:extLst>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-2</a:t>
                      </a:r>
                    </a:p>
                  </a:txBody>
                  <a:tcPr anchor="ctr"/>
                </a:tc>
                <a:tc>
                  <a:txBody>
                    <a:bodyPr/>
                    <a:lstStyle/>
                    <a:p>
                      <a:pPr algn="ctr"/>
                      <a:r>
                        <a:rPr lang="en-US" sz="3000" b="1" dirty="0"/>
                        <a:t>-1.75</a:t>
                      </a:r>
                    </a:p>
                  </a:txBody>
                  <a:tcPr anchor="ctr"/>
                </a:tc>
                <a:extLst>
                  <a:ext uri="{0D108BD9-81ED-4DB2-BD59-A6C34878D82A}">
                    <a16:rowId xmlns:a16="http://schemas.microsoft.com/office/drawing/2014/main" val="3795677844"/>
                  </a:ext>
                </a:extLst>
              </a:tr>
              <a:tr h="1080000">
                <a:tc>
                  <a:txBody>
                    <a:bodyPr/>
                    <a:lstStyle/>
                    <a:p>
                      <a:pPr algn="ctr"/>
                      <a:r>
                        <a:rPr lang="en-US" sz="3000" b="1" dirty="0"/>
                        <a:t>-1.75</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A4BFBB2B-ED50-E1F4-007C-C5000A363E1D}"/>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=2</m:t>
                      </m:r>
                    </m:oMath>
                  </m:oMathPara>
                </a14:m>
                <a:endParaRPr lang="en-US" sz="2500" dirty="0"/>
              </a:p>
            </p:txBody>
          </p:sp>
        </mc:Choice>
        <mc:Fallback xmlns="">
          <p:sp>
            <p:nvSpPr>
              <p:cNvPr id="12" name="TextBox 11">
                <a:extLst>
                  <a:ext uri="{FF2B5EF4-FFF2-40B4-BE49-F238E27FC236}">
                    <a16:creationId xmlns:a16="http://schemas.microsoft.com/office/drawing/2014/main" id="{A4BFBB2B-ED50-E1F4-007C-C5000A363E1D}"/>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7"/>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215801134"/>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C7D4F7C-666E-7D18-A036-AE07FB43076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CDBFA94C-5472-748E-E9AF-C3C9393154C6}"/>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xmlns="">
          <p:sp>
            <p:nvSpPr>
              <p:cNvPr id="8" name="TextBox 7">
                <a:extLst>
                  <a:ext uri="{FF2B5EF4-FFF2-40B4-BE49-F238E27FC236}">
                    <a16:creationId xmlns:a16="http://schemas.microsoft.com/office/drawing/2014/main" id="{CDBFA94C-5472-748E-E9AF-C3C9393154C6}"/>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3"/>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E589A440-74E9-379D-4FEB-3DAF84B05841}"/>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6B3BCF30-DB77-AC91-83E6-74A3080A4AA2}"/>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𝐵</m:t>
                          </m:r>
                          <m:r>
                            <a:rPr lang="en-PH" sz="3200" i="1" dirty="0" err="1">
                              <a:latin typeface="Cambria Math" panose="02040503050406030204" pitchFamily="18" charset="0"/>
                            </a:rPr>
                            <m:t>,</m:t>
                          </m:r>
                          <m:r>
                            <a:rPr lang="en-GB" sz="3200" i="1" dirty="0">
                              <a:latin typeface="Cambria Math" panose="02040503050406030204" pitchFamily="18" charset="0"/>
                            </a:rPr>
                            <m:t>𝑅𝐼𝐺𝐻𝑇</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PH" sz="3200" i="1" dirty="0">
                              <a:latin typeface="Cambria Math" panose="02040503050406030204" pitchFamily="18" charset="0"/>
                            </a:rPr>
                            <m:t>𝐵</m:t>
                          </m:r>
                        </m:e>
                      </m:d>
                    </m:oMath>
                  </m:oMathPara>
                </a14:m>
                <a:endParaRPr lang="en-GB" sz="3200" i="1" dirty="0">
                  <a:latin typeface="Cambria Math" panose="02040503050406030204" pitchFamily="18" charset="0"/>
                </a:endParaRPr>
              </a:p>
            </p:txBody>
          </p:sp>
        </mc:Choice>
        <mc:Fallback xmlns="">
          <p:sp>
            <p:nvSpPr>
              <p:cNvPr id="4" name="TextBox 3">
                <a:extLst>
                  <a:ext uri="{FF2B5EF4-FFF2-40B4-BE49-F238E27FC236}">
                    <a16:creationId xmlns:a16="http://schemas.microsoft.com/office/drawing/2014/main" id="{6B3BCF30-DB77-AC91-83E6-74A3080A4AA2}"/>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4"/>
                <a:stretch>
                  <a:fillRect l="-524" b="-127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FD87B322-3F6C-6C0A-9C8B-6028B23B8757}"/>
                  </a:ext>
                </a:extLst>
              </p:cNvPr>
              <p:cNvSpPr txBox="1"/>
              <p:nvPr/>
            </p:nvSpPr>
            <p:spPr>
              <a:xfrm>
                <a:off x="2936916" y="5421403"/>
                <a:ext cx="5105400"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𝐵</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=−1+</m:t>
                      </m:r>
                      <m:d>
                        <m:dPr>
                          <m:ctrlPr>
                            <a:rPr lang="en-PH" sz="3000" i="1" dirty="0">
                              <a:latin typeface="Cambria Math" panose="02040503050406030204" pitchFamily="18" charset="0"/>
                            </a:rPr>
                          </m:ctrlPr>
                        </m:dPr>
                        <m:e>
                          <m:r>
                            <a:rPr lang="en-PH" sz="3000" i="1" dirty="0">
                              <a:latin typeface="Cambria Math" panose="02040503050406030204" pitchFamily="18" charset="0"/>
                            </a:rPr>
                            <m:t>−1</m:t>
                          </m:r>
                          <m:r>
                            <a:rPr lang="en-GB" sz="3000" b="0" i="1" dirty="0" smtClean="0">
                              <a:latin typeface="Cambria Math" panose="02040503050406030204" pitchFamily="18" charset="0"/>
                            </a:rPr>
                            <m:t>.75</m:t>
                          </m:r>
                        </m:e>
                      </m:d>
                    </m:oMath>
                  </m:oMathPara>
                </a14:m>
                <a:endParaRPr lang="en-GB" sz="3000" i="1" dirty="0">
                  <a:latin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FD87B322-3F6C-6C0A-9C8B-6028B23B8757}"/>
                  </a:ext>
                </a:extLst>
              </p:cNvPr>
              <p:cNvSpPr txBox="1">
                <a:spLocks noRot="1" noChangeAspect="1" noMove="1" noResize="1" noEditPoints="1" noAdjustHandles="1" noChangeArrowheads="1" noChangeShapeType="1" noTextEdit="1"/>
              </p:cNvSpPr>
              <p:nvPr/>
            </p:nvSpPr>
            <p:spPr>
              <a:xfrm>
                <a:off x="2936916" y="5421403"/>
                <a:ext cx="5105400" cy="553998"/>
              </a:xfrm>
              <a:prstGeom prst="rect">
                <a:avLst/>
              </a:prstGeom>
              <a:blipFill>
                <a:blip r:embed="rId5"/>
                <a:stretch>
                  <a:fillRect b="-88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C3439D5-3BBA-EA4E-A9AB-511BCBC086D9}"/>
                  </a:ext>
                </a:extLst>
              </p:cNvPr>
              <p:cNvSpPr txBox="1"/>
              <p:nvPr/>
            </p:nvSpPr>
            <p:spPr>
              <a:xfrm>
                <a:off x="2936916" y="6021630"/>
                <a:ext cx="3789004"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𝐵</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=−2</m:t>
                      </m:r>
                      <m:r>
                        <a:rPr lang="en-GB" sz="3000" b="0" i="1" dirty="0" smtClean="0">
                          <a:latin typeface="Cambria Math" panose="02040503050406030204" pitchFamily="18" charset="0"/>
                        </a:rPr>
                        <m:t>.75</m:t>
                      </m:r>
                    </m:oMath>
                  </m:oMathPara>
                </a14:m>
                <a:endParaRPr lang="en-PH" sz="3000" dirty="0"/>
              </a:p>
            </p:txBody>
          </p:sp>
        </mc:Choice>
        <mc:Fallback xmlns="">
          <p:sp>
            <p:nvSpPr>
              <p:cNvPr id="7" name="TextBox 6">
                <a:extLst>
                  <a:ext uri="{FF2B5EF4-FFF2-40B4-BE49-F238E27FC236}">
                    <a16:creationId xmlns:a16="http://schemas.microsoft.com/office/drawing/2014/main" id="{6C3439D5-3BBA-EA4E-A9AB-511BCBC086D9}"/>
                  </a:ext>
                </a:extLst>
              </p:cNvPr>
              <p:cNvSpPr txBox="1">
                <a:spLocks noRot="1" noChangeAspect="1" noMove="1" noResize="1" noEditPoints="1" noAdjustHandles="1" noChangeArrowheads="1" noChangeShapeType="1" noTextEdit="1"/>
              </p:cNvSpPr>
              <p:nvPr/>
            </p:nvSpPr>
            <p:spPr>
              <a:xfrm>
                <a:off x="2936916" y="6021630"/>
                <a:ext cx="3789004" cy="553998"/>
              </a:xfrm>
              <a:prstGeom prst="rect">
                <a:avLst/>
              </a:prstGeom>
              <a:blipFill>
                <a:blip r:embed="rId6"/>
                <a:stretch>
                  <a:fillRect r="-331" b="-4167"/>
                </a:stretch>
              </a:blipFill>
              <a:ln w="38100">
                <a:solidFill>
                  <a:srgbClr val="00B050"/>
                </a:solidFill>
              </a:ln>
            </p:spPr>
            <p:txBody>
              <a:bodyPr/>
              <a:lstStyle/>
              <a:p>
                <a:r>
                  <a:rPr lang="en-US">
                    <a:noFill/>
                  </a:rPr>
                  <a:t> </a:t>
                </a:r>
              </a:p>
            </p:txBody>
          </p:sp>
        </mc:Fallback>
      </mc:AlternateContent>
      <p:sp>
        <p:nvSpPr>
          <p:cNvPr id="10" name="Left-Up Arrow 9">
            <a:extLst>
              <a:ext uri="{FF2B5EF4-FFF2-40B4-BE49-F238E27FC236}">
                <a16:creationId xmlns:a16="http://schemas.microsoft.com/office/drawing/2014/main" id="{8E01A53E-1FB0-7802-DAAF-EE5EF5349063}"/>
              </a:ext>
            </a:extLst>
          </p:cNvPr>
          <p:cNvSpPr/>
          <p:nvPr/>
        </p:nvSpPr>
        <p:spPr>
          <a:xfrm flipH="1" flipV="1">
            <a:off x="8373764" y="644160"/>
            <a:ext cx="850392" cy="850392"/>
          </a:xfrm>
          <a:prstGeom prst="leftUpArrow">
            <a:avLst>
              <a:gd name="adj1" fmla="val 27389"/>
              <a:gd name="adj2" fmla="val 25000"/>
              <a:gd name="adj3" fmla="val 25000"/>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1" name="Table 10">
            <a:extLst>
              <a:ext uri="{FF2B5EF4-FFF2-40B4-BE49-F238E27FC236}">
                <a16:creationId xmlns:a16="http://schemas.microsoft.com/office/drawing/2014/main" id="{03A8EEC3-5A2E-014E-5FCA-7C566595C0CA}"/>
              </a:ext>
            </a:extLst>
          </p:cNvPr>
          <p:cNvGraphicFramePr>
            <a:graphicFrameLocks noGrp="1"/>
          </p:cNvGraphicFramePr>
          <p:nvPr>
            <p:extLst>
              <p:ext uri="{D42A27DB-BD31-4B8C-83A1-F6EECF244321}">
                <p14:modId xmlns:p14="http://schemas.microsoft.com/office/powerpoint/2010/main" val="1701289724"/>
              </p:ext>
            </p:extLst>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-2</a:t>
                      </a:r>
                    </a:p>
                  </a:txBody>
                  <a:tcPr anchor="ctr"/>
                </a:tc>
                <a:tc>
                  <a:txBody>
                    <a:bodyPr/>
                    <a:lstStyle/>
                    <a:p>
                      <a:pPr algn="ctr"/>
                      <a:r>
                        <a:rPr lang="en-US" sz="3000" b="1" dirty="0"/>
                        <a:t>-1.75</a:t>
                      </a:r>
                    </a:p>
                  </a:txBody>
                  <a:tcPr anchor="ctr"/>
                </a:tc>
                <a:extLst>
                  <a:ext uri="{0D108BD9-81ED-4DB2-BD59-A6C34878D82A}">
                    <a16:rowId xmlns:a16="http://schemas.microsoft.com/office/drawing/2014/main" val="3795677844"/>
                  </a:ext>
                </a:extLst>
              </a:tr>
              <a:tr h="1080000">
                <a:tc>
                  <a:txBody>
                    <a:bodyPr/>
                    <a:lstStyle/>
                    <a:p>
                      <a:pPr algn="ctr"/>
                      <a:r>
                        <a:rPr lang="en-US" sz="3000" b="1" dirty="0"/>
                        <a:t>-1.75</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348A1459-DBAC-74EF-5AFC-1649C4402470}"/>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=2</m:t>
                      </m:r>
                    </m:oMath>
                  </m:oMathPara>
                </a14:m>
                <a:endParaRPr lang="en-US" sz="2500" dirty="0"/>
              </a:p>
            </p:txBody>
          </p:sp>
        </mc:Choice>
        <mc:Fallback xmlns="">
          <p:sp>
            <p:nvSpPr>
              <p:cNvPr id="12" name="TextBox 11">
                <a:extLst>
                  <a:ext uri="{FF2B5EF4-FFF2-40B4-BE49-F238E27FC236}">
                    <a16:creationId xmlns:a16="http://schemas.microsoft.com/office/drawing/2014/main" id="{348A1459-DBAC-74EF-5AFC-1649C4402470}"/>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7"/>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655563882"/>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1746B66-6543-DC0B-B337-CADB5842E6B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4EC4375-7114-17DE-1FEA-7BAA2C3A7470}"/>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xmlns="">
          <p:sp>
            <p:nvSpPr>
              <p:cNvPr id="8" name="TextBox 7">
                <a:extLst>
                  <a:ext uri="{FF2B5EF4-FFF2-40B4-BE49-F238E27FC236}">
                    <a16:creationId xmlns:a16="http://schemas.microsoft.com/office/drawing/2014/main" id="{E4EC4375-7114-17DE-1FEA-7BAA2C3A7470}"/>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3"/>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BCF4175C-B219-3EEB-E2E5-EF79E90C33F2}"/>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B6FCE8D4-5794-C968-3EE7-4CDAA0833BAC}"/>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𝐵</m:t>
                          </m:r>
                          <m:r>
                            <a:rPr lang="en-PH" sz="3200" i="1" dirty="0" err="1">
                              <a:latin typeface="Cambria Math" panose="02040503050406030204" pitchFamily="18" charset="0"/>
                            </a:rPr>
                            <m:t>,</m:t>
                          </m:r>
                          <m:r>
                            <a:rPr lang="en-GB" sz="3200" b="0" i="1" dirty="0" smtClean="0">
                              <a:latin typeface="Cambria Math" panose="02040503050406030204" pitchFamily="18" charset="0"/>
                            </a:rPr>
                            <m:t>𝐷𝑂𝑊𝑁</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𝐷</m:t>
                          </m:r>
                        </m:e>
                      </m:d>
                    </m:oMath>
                  </m:oMathPara>
                </a14:m>
                <a:endParaRPr lang="en-GB" sz="3200" i="1" dirty="0">
                  <a:latin typeface="Cambria Math" panose="02040503050406030204" pitchFamily="18" charset="0"/>
                </a:endParaRPr>
              </a:p>
            </p:txBody>
          </p:sp>
        </mc:Choice>
        <mc:Fallback xmlns="">
          <p:sp>
            <p:nvSpPr>
              <p:cNvPr id="4" name="TextBox 3">
                <a:extLst>
                  <a:ext uri="{FF2B5EF4-FFF2-40B4-BE49-F238E27FC236}">
                    <a16:creationId xmlns:a16="http://schemas.microsoft.com/office/drawing/2014/main" id="{B6FCE8D4-5794-C968-3EE7-4CDAA0833BAC}"/>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4"/>
                <a:stretch>
                  <a:fillRect l="-1047" b="-127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AA3DE95-4F65-C228-9381-FE88244BBC1F}"/>
                  </a:ext>
                </a:extLst>
              </p:cNvPr>
              <p:cNvSpPr txBox="1"/>
              <p:nvPr/>
            </p:nvSpPr>
            <p:spPr>
              <a:xfrm>
                <a:off x="2936916" y="5421403"/>
                <a:ext cx="4276684"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𝐵</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=−1+</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0</m:t>
                          </m:r>
                        </m:e>
                      </m:d>
                    </m:oMath>
                  </m:oMathPara>
                </a14:m>
                <a:endParaRPr lang="en-GB" sz="3000" i="1" dirty="0">
                  <a:latin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AAA3DE95-4F65-C228-9381-FE88244BBC1F}"/>
                  </a:ext>
                </a:extLst>
              </p:cNvPr>
              <p:cNvSpPr txBox="1">
                <a:spLocks noRot="1" noChangeAspect="1" noMove="1" noResize="1" noEditPoints="1" noAdjustHandles="1" noChangeArrowheads="1" noChangeShapeType="1" noTextEdit="1"/>
              </p:cNvSpPr>
              <p:nvPr/>
            </p:nvSpPr>
            <p:spPr>
              <a:xfrm>
                <a:off x="2936916" y="5421403"/>
                <a:ext cx="4276684" cy="553998"/>
              </a:xfrm>
              <a:prstGeom prst="rect">
                <a:avLst/>
              </a:prstGeom>
              <a:blipFill>
                <a:blip r:embed="rId5"/>
                <a:stretch>
                  <a:fillRect l="-890" b="-88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00C145B-39E2-9CDE-9E3B-968115E4F776}"/>
                  </a:ext>
                </a:extLst>
              </p:cNvPr>
              <p:cNvSpPr txBox="1"/>
              <p:nvPr/>
            </p:nvSpPr>
            <p:spPr>
              <a:xfrm>
                <a:off x="2936916" y="602163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𝐵</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m:t>
                      </m:r>
                      <m:r>
                        <a:rPr lang="en-GB" sz="3000" b="0" i="1" dirty="0" smtClean="0">
                          <a:latin typeface="Cambria Math" panose="02040503050406030204" pitchFamily="18" charset="0"/>
                        </a:rPr>
                        <m:t>−1</m:t>
                      </m:r>
                    </m:oMath>
                  </m:oMathPara>
                </a14:m>
                <a:endParaRPr lang="en-PH" sz="3000" dirty="0"/>
              </a:p>
            </p:txBody>
          </p:sp>
        </mc:Choice>
        <mc:Fallback xmlns="">
          <p:sp>
            <p:nvSpPr>
              <p:cNvPr id="7" name="TextBox 6">
                <a:extLst>
                  <a:ext uri="{FF2B5EF4-FFF2-40B4-BE49-F238E27FC236}">
                    <a16:creationId xmlns:a16="http://schemas.microsoft.com/office/drawing/2014/main" id="{700C145B-39E2-9CDE-9E3B-968115E4F776}"/>
                  </a:ext>
                </a:extLst>
              </p:cNvPr>
              <p:cNvSpPr txBox="1">
                <a:spLocks noRot="1" noChangeAspect="1" noMove="1" noResize="1" noEditPoints="1" noAdjustHandles="1" noChangeArrowheads="1" noChangeShapeType="1" noTextEdit="1"/>
              </p:cNvSpPr>
              <p:nvPr/>
            </p:nvSpPr>
            <p:spPr>
              <a:xfrm>
                <a:off x="2936916" y="6021630"/>
                <a:ext cx="3281680" cy="553998"/>
              </a:xfrm>
              <a:prstGeom prst="rect">
                <a:avLst/>
              </a:prstGeom>
              <a:blipFill>
                <a:blip r:embed="rId6"/>
                <a:stretch>
                  <a:fillRect l="-380" r="-380" b="-4167"/>
                </a:stretch>
              </a:blipFill>
              <a:ln w="38100">
                <a:solidFill>
                  <a:srgbClr val="00B050"/>
                </a:solidFill>
              </a:ln>
            </p:spPr>
            <p:txBody>
              <a:bodyPr/>
              <a:lstStyle/>
              <a:p>
                <a:r>
                  <a:rPr lang="en-US">
                    <a:noFill/>
                  </a:rPr>
                  <a:t> </a:t>
                </a:r>
              </a:p>
            </p:txBody>
          </p:sp>
        </mc:Fallback>
      </mc:AlternateContent>
      <p:sp>
        <p:nvSpPr>
          <p:cNvPr id="10" name="Left-Up Arrow 9">
            <a:extLst>
              <a:ext uri="{FF2B5EF4-FFF2-40B4-BE49-F238E27FC236}">
                <a16:creationId xmlns:a16="http://schemas.microsoft.com/office/drawing/2014/main" id="{937D453B-57DC-B61A-B04C-B5258A6D9069}"/>
              </a:ext>
            </a:extLst>
          </p:cNvPr>
          <p:cNvSpPr/>
          <p:nvPr/>
        </p:nvSpPr>
        <p:spPr>
          <a:xfrm flipH="1" flipV="1">
            <a:off x="8373764" y="644160"/>
            <a:ext cx="850392" cy="850392"/>
          </a:xfrm>
          <a:prstGeom prst="leftUpArrow">
            <a:avLst>
              <a:gd name="adj1" fmla="val 27389"/>
              <a:gd name="adj2" fmla="val 25000"/>
              <a:gd name="adj3" fmla="val 25000"/>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1" name="Table 10">
            <a:extLst>
              <a:ext uri="{FF2B5EF4-FFF2-40B4-BE49-F238E27FC236}">
                <a16:creationId xmlns:a16="http://schemas.microsoft.com/office/drawing/2014/main" id="{A075EAB4-1654-2600-79C7-04F4E972B2C5}"/>
              </a:ext>
            </a:extLst>
          </p:cNvPr>
          <p:cNvGraphicFramePr>
            <a:graphicFrameLocks noGrp="1"/>
          </p:cNvGraphicFramePr>
          <p:nvPr>
            <p:extLst>
              <p:ext uri="{D42A27DB-BD31-4B8C-83A1-F6EECF244321}">
                <p14:modId xmlns:p14="http://schemas.microsoft.com/office/powerpoint/2010/main" val="1701289724"/>
              </p:ext>
            </p:extLst>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-2</a:t>
                      </a:r>
                    </a:p>
                  </a:txBody>
                  <a:tcPr anchor="ctr"/>
                </a:tc>
                <a:tc>
                  <a:txBody>
                    <a:bodyPr/>
                    <a:lstStyle/>
                    <a:p>
                      <a:pPr algn="ctr"/>
                      <a:r>
                        <a:rPr lang="en-US" sz="3000" b="1" dirty="0"/>
                        <a:t>-1.75</a:t>
                      </a:r>
                    </a:p>
                  </a:txBody>
                  <a:tcPr anchor="ctr"/>
                </a:tc>
                <a:extLst>
                  <a:ext uri="{0D108BD9-81ED-4DB2-BD59-A6C34878D82A}">
                    <a16:rowId xmlns:a16="http://schemas.microsoft.com/office/drawing/2014/main" val="3795677844"/>
                  </a:ext>
                </a:extLst>
              </a:tr>
              <a:tr h="1080000">
                <a:tc>
                  <a:txBody>
                    <a:bodyPr/>
                    <a:lstStyle/>
                    <a:p>
                      <a:pPr algn="ctr"/>
                      <a:r>
                        <a:rPr lang="en-US" sz="3000" b="1" dirty="0"/>
                        <a:t>-1.75</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B88D72C-7A34-7C0A-879F-D17540A3C383}"/>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=2</m:t>
                      </m:r>
                    </m:oMath>
                  </m:oMathPara>
                </a14:m>
                <a:endParaRPr lang="en-US" sz="2500" dirty="0"/>
              </a:p>
            </p:txBody>
          </p:sp>
        </mc:Choice>
        <mc:Fallback xmlns="">
          <p:sp>
            <p:nvSpPr>
              <p:cNvPr id="12" name="TextBox 11">
                <a:extLst>
                  <a:ext uri="{FF2B5EF4-FFF2-40B4-BE49-F238E27FC236}">
                    <a16:creationId xmlns:a16="http://schemas.microsoft.com/office/drawing/2014/main" id="{1B88D72C-7A34-7C0A-879F-D17540A3C383}"/>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7"/>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147597251"/>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B223E84-0FED-46B7-7E15-C7147134662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D5D1FEA6-25C9-7176-FD31-D53A0F841420}"/>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xmlns="">
          <p:sp>
            <p:nvSpPr>
              <p:cNvPr id="8" name="TextBox 7">
                <a:extLst>
                  <a:ext uri="{FF2B5EF4-FFF2-40B4-BE49-F238E27FC236}">
                    <a16:creationId xmlns:a16="http://schemas.microsoft.com/office/drawing/2014/main" id="{D5D1FEA6-25C9-7176-FD31-D53A0F841420}"/>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3"/>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DF956586-98AD-2699-9D8A-661B34EE03F5}"/>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EB4E995B-F230-F192-EB27-BE32DF47173D}"/>
                  </a:ext>
                </a:extLst>
              </p:cNvPr>
              <p:cNvSpPr txBox="1"/>
              <p:nvPr/>
            </p:nvSpPr>
            <p:spPr>
              <a:xfrm>
                <a:off x="2622160"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𝐵</m:t>
                          </m:r>
                          <m:r>
                            <a:rPr lang="en-PH" sz="3200" i="1" dirty="0" err="1">
                              <a:latin typeface="Cambria Math" panose="02040503050406030204" pitchFamily="18" charset="0"/>
                            </a:rPr>
                            <m:t>,</m:t>
                          </m:r>
                          <m:r>
                            <a:rPr lang="en-GB" sz="3200" b="0" i="1" dirty="0" smtClean="0">
                              <a:latin typeface="Cambria Math" panose="02040503050406030204" pitchFamily="18" charset="0"/>
                            </a:rPr>
                            <m:t>𝑈𝑃</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PH" sz="3200" i="1" dirty="0">
                              <a:latin typeface="Cambria Math" panose="02040503050406030204" pitchFamily="18" charset="0"/>
                            </a:rPr>
                            <m:t>𝐵</m:t>
                          </m:r>
                        </m:e>
                      </m:d>
                    </m:oMath>
                  </m:oMathPara>
                </a14:m>
                <a:endParaRPr lang="en-GB" sz="3200" i="1" dirty="0">
                  <a:latin typeface="Cambria Math" panose="02040503050406030204" pitchFamily="18" charset="0"/>
                </a:endParaRPr>
              </a:p>
            </p:txBody>
          </p:sp>
        </mc:Choice>
        <mc:Fallback xmlns="">
          <p:sp>
            <p:nvSpPr>
              <p:cNvPr id="4" name="TextBox 3">
                <a:extLst>
                  <a:ext uri="{FF2B5EF4-FFF2-40B4-BE49-F238E27FC236}">
                    <a16:creationId xmlns:a16="http://schemas.microsoft.com/office/drawing/2014/main" id="{EB4E995B-F230-F192-EB27-BE32DF47173D}"/>
                  </a:ext>
                </a:extLst>
              </p:cNvPr>
              <p:cNvSpPr txBox="1">
                <a:spLocks noRot="1" noChangeAspect="1" noMove="1" noResize="1" noEditPoints="1" noAdjustHandles="1" noChangeArrowheads="1" noChangeShapeType="1" noTextEdit="1"/>
              </p:cNvSpPr>
              <p:nvPr/>
            </p:nvSpPr>
            <p:spPr>
              <a:xfrm>
                <a:off x="2622160" y="4790399"/>
                <a:ext cx="4846320" cy="584775"/>
              </a:xfrm>
              <a:prstGeom prst="rect">
                <a:avLst/>
              </a:prstGeom>
              <a:blipFill>
                <a:blip r:embed="rId4"/>
                <a:stretch>
                  <a:fillRect b="-127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CF10358-2467-C4C3-9314-B2AE6C9A4A64}"/>
                  </a:ext>
                </a:extLst>
              </p:cNvPr>
              <p:cNvSpPr txBox="1"/>
              <p:nvPr/>
            </p:nvSpPr>
            <p:spPr>
              <a:xfrm>
                <a:off x="2795556" y="5421403"/>
                <a:ext cx="4672924"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𝐵</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=−1+</m:t>
                      </m:r>
                      <m:d>
                        <m:dPr>
                          <m:ctrlPr>
                            <a:rPr lang="en-PH" sz="3000" i="1" dirty="0">
                              <a:latin typeface="Cambria Math" panose="02040503050406030204" pitchFamily="18" charset="0"/>
                            </a:rPr>
                          </m:ctrlPr>
                        </m:dPr>
                        <m:e>
                          <m:r>
                            <a:rPr lang="en-PH" sz="3000" i="1" dirty="0">
                              <a:latin typeface="Cambria Math" panose="02040503050406030204" pitchFamily="18" charset="0"/>
                            </a:rPr>
                            <m:t>−1</m:t>
                          </m:r>
                          <m:r>
                            <a:rPr lang="en-GB" sz="3000" b="0" i="1" dirty="0" smtClean="0">
                              <a:latin typeface="Cambria Math" panose="02040503050406030204" pitchFamily="18" charset="0"/>
                            </a:rPr>
                            <m:t>.75</m:t>
                          </m:r>
                        </m:e>
                      </m:d>
                    </m:oMath>
                  </m:oMathPara>
                </a14:m>
                <a:endParaRPr lang="en-GB" sz="3000" i="1" dirty="0">
                  <a:latin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DCF10358-2467-C4C3-9314-B2AE6C9A4A64}"/>
                  </a:ext>
                </a:extLst>
              </p:cNvPr>
              <p:cNvSpPr txBox="1">
                <a:spLocks noRot="1" noChangeAspect="1" noMove="1" noResize="1" noEditPoints="1" noAdjustHandles="1" noChangeArrowheads="1" noChangeShapeType="1" noTextEdit="1"/>
              </p:cNvSpPr>
              <p:nvPr/>
            </p:nvSpPr>
            <p:spPr>
              <a:xfrm>
                <a:off x="2795556" y="5421403"/>
                <a:ext cx="4672924" cy="553998"/>
              </a:xfrm>
              <a:prstGeom prst="rect">
                <a:avLst/>
              </a:prstGeom>
              <a:blipFill>
                <a:blip r:embed="rId5"/>
                <a:stretch>
                  <a:fillRect b="-88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4BFF0138-B12E-4411-80B7-6D28BEF4FC2B}"/>
                  </a:ext>
                </a:extLst>
              </p:cNvPr>
              <p:cNvSpPr txBox="1"/>
              <p:nvPr/>
            </p:nvSpPr>
            <p:spPr>
              <a:xfrm>
                <a:off x="2936916" y="602163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𝐵</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=−2</m:t>
                      </m:r>
                      <m:r>
                        <a:rPr lang="en-GB" sz="3000" b="0" i="1" dirty="0" smtClean="0">
                          <a:latin typeface="Cambria Math" panose="02040503050406030204" pitchFamily="18" charset="0"/>
                        </a:rPr>
                        <m:t>.75</m:t>
                      </m:r>
                    </m:oMath>
                  </m:oMathPara>
                </a14:m>
                <a:endParaRPr lang="en-PH" sz="3000" dirty="0"/>
              </a:p>
            </p:txBody>
          </p:sp>
        </mc:Choice>
        <mc:Fallback xmlns="">
          <p:sp>
            <p:nvSpPr>
              <p:cNvPr id="7" name="TextBox 6">
                <a:extLst>
                  <a:ext uri="{FF2B5EF4-FFF2-40B4-BE49-F238E27FC236}">
                    <a16:creationId xmlns:a16="http://schemas.microsoft.com/office/drawing/2014/main" id="{4BFF0138-B12E-4411-80B7-6D28BEF4FC2B}"/>
                  </a:ext>
                </a:extLst>
              </p:cNvPr>
              <p:cNvSpPr txBox="1">
                <a:spLocks noRot="1" noChangeAspect="1" noMove="1" noResize="1" noEditPoints="1" noAdjustHandles="1" noChangeArrowheads="1" noChangeShapeType="1" noTextEdit="1"/>
              </p:cNvSpPr>
              <p:nvPr/>
            </p:nvSpPr>
            <p:spPr>
              <a:xfrm>
                <a:off x="2936916" y="6021630"/>
                <a:ext cx="3281680" cy="553998"/>
              </a:xfrm>
              <a:prstGeom prst="rect">
                <a:avLst/>
              </a:prstGeom>
              <a:blipFill>
                <a:blip r:embed="rId6"/>
                <a:stretch>
                  <a:fillRect b="-4167"/>
                </a:stretch>
              </a:blipFill>
              <a:ln w="38100">
                <a:solidFill>
                  <a:srgbClr val="00B050"/>
                </a:solidFill>
              </a:ln>
            </p:spPr>
            <p:txBody>
              <a:bodyPr/>
              <a:lstStyle/>
              <a:p>
                <a:r>
                  <a:rPr lang="en-US">
                    <a:noFill/>
                  </a:rPr>
                  <a:t> </a:t>
                </a:r>
              </a:p>
            </p:txBody>
          </p:sp>
        </mc:Fallback>
      </mc:AlternateContent>
      <p:sp>
        <p:nvSpPr>
          <p:cNvPr id="10" name="Left-Up Arrow 9">
            <a:extLst>
              <a:ext uri="{FF2B5EF4-FFF2-40B4-BE49-F238E27FC236}">
                <a16:creationId xmlns:a16="http://schemas.microsoft.com/office/drawing/2014/main" id="{B30D80A2-895E-43B6-F22C-D8541B657C0F}"/>
              </a:ext>
            </a:extLst>
          </p:cNvPr>
          <p:cNvSpPr/>
          <p:nvPr/>
        </p:nvSpPr>
        <p:spPr>
          <a:xfrm flipH="1" flipV="1">
            <a:off x="8373764" y="644160"/>
            <a:ext cx="850392" cy="850392"/>
          </a:xfrm>
          <a:prstGeom prst="leftUpArrow">
            <a:avLst>
              <a:gd name="adj1" fmla="val 27389"/>
              <a:gd name="adj2" fmla="val 25000"/>
              <a:gd name="adj3" fmla="val 25000"/>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1" name="Table 10">
            <a:extLst>
              <a:ext uri="{FF2B5EF4-FFF2-40B4-BE49-F238E27FC236}">
                <a16:creationId xmlns:a16="http://schemas.microsoft.com/office/drawing/2014/main" id="{3D8D3598-33B2-21F2-328F-7725EE5760AD}"/>
              </a:ext>
            </a:extLst>
          </p:cNvPr>
          <p:cNvGraphicFramePr>
            <a:graphicFrameLocks noGrp="1"/>
          </p:cNvGraphicFramePr>
          <p:nvPr>
            <p:extLst>
              <p:ext uri="{D42A27DB-BD31-4B8C-83A1-F6EECF244321}">
                <p14:modId xmlns:p14="http://schemas.microsoft.com/office/powerpoint/2010/main" val="1701289724"/>
              </p:ext>
            </p:extLst>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-2</a:t>
                      </a:r>
                    </a:p>
                  </a:txBody>
                  <a:tcPr anchor="ctr"/>
                </a:tc>
                <a:tc>
                  <a:txBody>
                    <a:bodyPr/>
                    <a:lstStyle/>
                    <a:p>
                      <a:pPr algn="ctr"/>
                      <a:r>
                        <a:rPr lang="en-US" sz="3000" b="1" dirty="0"/>
                        <a:t>-1.75</a:t>
                      </a:r>
                    </a:p>
                  </a:txBody>
                  <a:tcPr anchor="ctr"/>
                </a:tc>
                <a:extLst>
                  <a:ext uri="{0D108BD9-81ED-4DB2-BD59-A6C34878D82A}">
                    <a16:rowId xmlns:a16="http://schemas.microsoft.com/office/drawing/2014/main" val="3795677844"/>
                  </a:ext>
                </a:extLst>
              </a:tr>
              <a:tr h="1080000">
                <a:tc>
                  <a:txBody>
                    <a:bodyPr/>
                    <a:lstStyle/>
                    <a:p>
                      <a:pPr algn="ctr"/>
                      <a:r>
                        <a:rPr lang="en-US" sz="3000" b="1" dirty="0"/>
                        <a:t>-1.75</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00E8AA5-2104-B4BF-49F1-52F0D4F207E4}"/>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=2</m:t>
                      </m:r>
                    </m:oMath>
                  </m:oMathPara>
                </a14:m>
                <a:endParaRPr lang="en-US" sz="2500" dirty="0"/>
              </a:p>
            </p:txBody>
          </p:sp>
        </mc:Choice>
        <mc:Fallback xmlns="">
          <p:sp>
            <p:nvSpPr>
              <p:cNvPr id="12" name="TextBox 11">
                <a:extLst>
                  <a:ext uri="{FF2B5EF4-FFF2-40B4-BE49-F238E27FC236}">
                    <a16:creationId xmlns:a16="http://schemas.microsoft.com/office/drawing/2014/main" id="{D00E8AA5-2104-B4BF-49F1-52F0D4F207E4}"/>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7"/>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597739168"/>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A47BCB-2314-FBA9-63F3-077D2CA01A0D}"/>
            </a:ext>
          </a:extLst>
        </p:cNvPr>
        <p:cNvGrpSpPr/>
        <p:nvPr/>
      </p:nvGrpSpPr>
      <p:grpSpPr>
        <a:xfrm>
          <a:off x="0" y="0"/>
          <a:ext cx="0" cy="0"/>
          <a:chOff x="0" y="0"/>
          <a:chExt cx="0" cy="0"/>
        </a:xfrm>
      </p:grpSpPr>
      <p:graphicFrame>
        <p:nvGraphicFramePr>
          <p:cNvPr id="9" name="Table 8">
            <a:extLst>
              <a:ext uri="{FF2B5EF4-FFF2-40B4-BE49-F238E27FC236}">
                <a16:creationId xmlns:a16="http://schemas.microsoft.com/office/drawing/2014/main" id="{057C5AA2-4C20-8DE6-8ADE-FB679BCD6858}"/>
              </a:ext>
            </a:extLst>
          </p:cNvPr>
          <p:cNvGraphicFramePr>
            <a:graphicFrameLocks noGrp="1"/>
          </p:cNvGraphicFramePr>
          <p:nvPr/>
        </p:nvGraphicFramePr>
        <p:xfrm>
          <a:off x="4671840" y="226468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F9162C5F-81B1-23F4-0478-A9A390C2DC76}"/>
                  </a:ext>
                </a:extLst>
              </p:cNvPr>
              <p:cNvSpPr txBox="1"/>
              <p:nvPr/>
            </p:nvSpPr>
            <p:spPr>
              <a:xfrm>
                <a:off x="589280" y="3152001"/>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PH" sz="3000" i="1" dirty="0">
                          <a:latin typeface="Cambria Math" panose="02040503050406030204" pitchFamily="18" charset="0"/>
                        </a:rPr>
                        <m:t>=−</m:t>
                      </m:r>
                      <m:r>
                        <a:rPr lang="en-GB" sz="3000" b="0" i="1" dirty="0" smtClean="0">
                          <a:latin typeface="Cambria Math" panose="02040503050406030204" pitchFamily="18" charset="0"/>
                        </a:rPr>
                        <m:t>3</m:t>
                      </m:r>
                    </m:oMath>
                  </m:oMathPara>
                </a14:m>
                <a:endParaRPr lang="en-PH" sz="3000" dirty="0"/>
              </a:p>
            </p:txBody>
          </p:sp>
        </mc:Choice>
        <mc:Fallback xmlns="">
          <p:sp>
            <p:nvSpPr>
              <p:cNvPr id="2" name="TextBox 1">
                <a:extLst>
                  <a:ext uri="{FF2B5EF4-FFF2-40B4-BE49-F238E27FC236}">
                    <a16:creationId xmlns:a16="http://schemas.microsoft.com/office/drawing/2014/main" id="{F9162C5F-81B1-23F4-0478-A9A390C2DC76}"/>
                  </a:ext>
                </a:extLst>
              </p:cNvPr>
              <p:cNvSpPr txBox="1">
                <a:spLocks noRot="1" noChangeAspect="1" noMove="1" noResize="1" noEditPoints="1" noAdjustHandles="1" noChangeArrowheads="1" noChangeShapeType="1" noTextEdit="1"/>
              </p:cNvSpPr>
              <p:nvPr/>
            </p:nvSpPr>
            <p:spPr>
              <a:xfrm>
                <a:off x="589280" y="3152001"/>
                <a:ext cx="3281680" cy="553998"/>
              </a:xfrm>
              <a:prstGeom prst="rect">
                <a:avLst/>
              </a:prstGeom>
              <a:blipFill>
                <a:blip r:embed="rId2"/>
                <a:stretch>
                  <a:fillRect b="-6250"/>
                </a:stretch>
              </a:blipFill>
              <a:ln w="38100">
                <a:solidFill>
                  <a:srgbClr val="00B05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70C68C03-B808-ACAA-9EB0-E10E28597649}"/>
                  </a:ext>
                </a:extLst>
              </p:cNvPr>
              <p:cNvSpPr txBox="1"/>
              <p:nvPr/>
            </p:nvSpPr>
            <p:spPr>
              <a:xfrm>
                <a:off x="8088036" y="3152001"/>
                <a:ext cx="377444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=−2</m:t>
                      </m:r>
                      <m:r>
                        <a:rPr lang="en-GB" sz="3000" b="0" i="1" dirty="0" smtClean="0">
                          <a:latin typeface="Cambria Math" panose="02040503050406030204" pitchFamily="18" charset="0"/>
                        </a:rPr>
                        <m:t>.75</m:t>
                      </m:r>
                    </m:oMath>
                  </m:oMathPara>
                </a14:m>
                <a:endParaRPr lang="en-PH" sz="3000" dirty="0"/>
              </a:p>
            </p:txBody>
          </p:sp>
        </mc:Choice>
        <mc:Fallback xmlns="">
          <p:sp>
            <p:nvSpPr>
              <p:cNvPr id="4" name="TextBox 3">
                <a:extLst>
                  <a:ext uri="{FF2B5EF4-FFF2-40B4-BE49-F238E27FC236}">
                    <a16:creationId xmlns:a16="http://schemas.microsoft.com/office/drawing/2014/main" id="{70C68C03-B808-ACAA-9EB0-E10E28597649}"/>
                  </a:ext>
                </a:extLst>
              </p:cNvPr>
              <p:cNvSpPr txBox="1">
                <a:spLocks noRot="1" noChangeAspect="1" noMove="1" noResize="1" noEditPoints="1" noAdjustHandles="1" noChangeArrowheads="1" noChangeShapeType="1" noTextEdit="1"/>
              </p:cNvSpPr>
              <p:nvPr/>
            </p:nvSpPr>
            <p:spPr>
              <a:xfrm>
                <a:off x="8088036" y="3152001"/>
                <a:ext cx="3774440" cy="553998"/>
              </a:xfrm>
              <a:prstGeom prst="rect">
                <a:avLst/>
              </a:prstGeom>
              <a:blipFill>
                <a:blip r:embed="rId3"/>
                <a:stretch>
                  <a:fillRect r="-332" b="-6250"/>
                </a:stretch>
              </a:blipFill>
              <a:ln w="38100">
                <a:solidFill>
                  <a:srgbClr val="00B05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C8FD24E9-7F24-A0E3-6D42-94044699E723}"/>
                  </a:ext>
                </a:extLst>
              </p:cNvPr>
              <p:cNvSpPr txBox="1"/>
              <p:nvPr/>
            </p:nvSpPr>
            <p:spPr>
              <a:xfrm>
                <a:off x="4455160" y="116724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m:t>
                      </m:r>
                      <m:r>
                        <a:rPr lang="en-GB" sz="3000" b="0" i="1" dirty="0" smtClean="0">
                          <a:latin typeface="Cambria Math" panose="02040503050406030204" pitchFamily="18" charset="0"/>
                        </a:rPr>
                        <m:t>2.75</m:t>
                      </m:r>
                    </m:oMath>
                  </m:oMathPara>
                </a14:m>
                <a:endParaRPr lang="en-PH" sz="3000" dirty="0"/>
              </a:p>
            </p:txBody>
          </p:sp>
        </mc:Choice>
        <mc:Fallback xmlns="">
          <p:sp>
            <p:nvSpPr>
              <p:cNvPr id="7" name="TextBox 6">
                <a:extLst>
                  <a:ext uri="{FF2B5EF4-FFF2-40B4-BE49-F238E27FC236}">
                    <a16:creationId xmlns:a16="http://schemas.microsoft.com/office/drawing/2014/main" id="{C8FD24E9-7F24-A0E3-6D42-94044699E723}"/>
                  </a:ext>
                </a:extLst>
              </p:cNvPr>
              <p:cNvSpPr txBox="1">
                <a:spLocks noRot="1" noChangeAspect="1" noMove="1" noResize="1" noEditPoints="1" noAdjustHandles="1" noChangeArrowheads="1" noChangeShapeType="1" noTextEdit="1"/>
              </p:cNvSpPr>
              <p:nvPr/>
            </p:nvSpPr>
            <p:spPr>
              <a:xfrm>
                <a:off x="4455160" y="1167240"/>
                <a:ext cx="3281680" cy="553998"/>
              </a:xfrm>
              <a:prstGeom prst="rect">
                <a:avLst/>
              </a:prstGeom>
              <a:blipFill>
                <a:blip r:embed="rId4"/>
                <a:stretch>
                  <a:fillRect b="-6383"/>
                </a:stretch>
              </a:blipFill>
              <a:ln w="38100">
                <a:solidFill>
                  <a:srgbClr val="00B05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F10AFD22-E511-4650-F59C-329B27A3B730}"/>
                  </a:ext>
                </a:extLst>
              </p:cNvPr>
              <p:cNvSpPr txBox="1"/>
              <p:nvPr/>
            </p:nvSpPr>
            <p:spPr>
              <a:xfrm>
                <a:off x="4455160" y="4691123"/>
                <a:ext cx="377444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m:t>
                      </m:r>
                      <m:r>
                        <a:rPr lang="en-GB" sz="3000" i="1" dirty="0" smtClean="0">
                          <a:latin typeface="Cambria Math" panose="02040503050406030204" pitchFamily="18" charset="0"/>
                        </a:rPr>
                        <m:t>1</m:t>
                      </m:r>
                    </m:oMath>
                  </m:oMathPara>
                </a14:m>
                <a:endParaRPr lang="en-PH" sz="3000" dirty="0"/>
              </a:p>
            </p:txBody>
          </p:sp>
        </mc:Choice>
        <mc:Fallback xmlns="">
          <p:sp>
            <p:nvSpPr>
              <p:cNvPr id="11" name="TextBox 10">
                <a:extLst>
                  <a:ext uri="{FF2B5EF4-FFF2-40B4-BE49-F238E27FC236}">
                    <a16:creationId xmlns:a16="http://schemas.microsoft.com/office/drawing/2014/main" id="{F10AFD22-E511-4650-F59C-329B27A3B730}"/>
                  </a:ext>
                </a:extLst>
              </p:cNvPr>
              <p:cNvSpPr txBox="1">
                <a:spLocks noRot="1" noChangeAspect="1" noMove="1" noResize="1" noEditPoints="1" noAdjustHandles="1" noChangeArrowheads="1" noChangeShapeType="1" noTextEdit="1"/>
              </p:cNvSpPr>
              <p:nvPr/>
            </p:nvSpPr>
            <p:spPr>
              <a:xfrm>
                <a:off x="4455160" y="4691123"/>
                <a:ext cx="3774440" cy="553998"/>
              </a:xfrm>
              <a:prstGeom prst="rect">
                <a:avLst/>
              </a:prstGeom>
              <a:blipFill>
                <a:blip r:embed="rId5"/>
                <a:stretch>
                  <a:fillRect b="-6383"/>
                </a:stretch>
              </a:blipFill>
              <a:ln w="38100">
                <a:solidFill>
                  <a:srgbClr val="00B050"/>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B890FE80-7FAF-C620-B53C-23CE49A309F7}"/>
              </a:ext>
            </a:extLst>
          </p:cNvPr>
          <p:cNvSpPr txBox="1"/>
          <p:nvPr/>
        </p:nvSpPr>
        <p:spPr>
          <a:xfrm>
            <a:off x="2204019" y="5511564"/>
            <a:ext cx="7783962" cy="477054"/>
          </a:xfrm>
          <a:prstGeom prst="rect">
            <a:avLst/>
          </a:prstGeom>
          <a:noFill/>
        </p:spPr>
        <p:txBody>
          <a:bodyPr wrap="square">
            <a:spAutoFit/>
          </a:bodyPr>
          <a:lstStyle/>
          <a:p>
            <a:pPr>
              <a:buNone/>
            </a:pPr>
            <a:r>
              <a:rPr lang="en-GB" sz="2500" dirty="0"/>
              <a:t>We can now map the value for each </a:t>
            </a:r>
            <a:r>
              <a:rPr lang="en-GB" sz="2500" b="1" dirty="0">
                <a:solidFill>
                  <a:srgbClr val="FF0000"/>
                </a:solidFill>
              </a:rPr>
              <a:t>action</a:t>
            </a:r>
            <a:r>
              <a:rPr lang="en-GB" sz="2500" dirty="0"/>
              <a:t> from </a:t>
            </a:r>
            <a:r>
              <a:rPr lang="en-GB" sz="2500" b="1" dirty="0">
                <a:solidFill>
                  <a:srgbClr val="7030A0"/>
                </a:solidFill>
              </a:rPr>
              <a:t>state B</a:t>
            </a:r>
            <a:endParaRPr lang="en-PH" sz="2500" b="1" dirty="0">
              <a:solidFill>
                <a:srgbClr val="7030A0"/>
              </a:solidFill>
            </a:endParaRPr>
          </a:p>
        </p:txBody>
      </p:sp>
      <p:sp>
        <p:nvSpPr>
          <p:cNvPr id="3" name="Left-Up Arrow 2">
            <a:extLst>
              <a:ext uri="{FF2B5EF4-FFF2-40B4-BE49-F238E27FC236}">
                <a16:creationId xmlns:a16="http://schemas.microsoft.com/office/drawing/2014/main" id="{9A37CAC6-B6E8-A6C6-8899-BFD427F90C96}"/>
              </a:ext>
            </a:extLst>
          </p:cNvPr>
          <p:cNvSpPr/>
          <p:nvPr/>
        </p:nvSpPr>
        <p:spPr>
          <a:xfrm flipH="1" flipV="1">
            <a:off x="5031124" y="2370764"/>
            <a:ext cx="850392" cy="850392"/>
          </a:xfrm>
          <a:prstGeom prst="leftUpArrow">
            <a:avLst>
              <a:gd name="adj1" fmla="val 27389"/>
              <a:gd name="adj2" fmla="val 25000"/>
              <a:gd name="adj3" fmla="val 25000"/>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Down Arrow 4">
            <a:extLst>
              <a:ext uri="{FF2B5EF4-FFF2-40B4-BE49-F238E27FC236}">
                <a16:creationId xmlns:a16="http://schemas.microsoft.com/office/drawing/2014/main" id="{7F0845DF-F5D8-C1D1-FF2D-F77DED886AFF}"/>
              </a:ext>
            </a:extLst>
          </p:cNvPr>
          <p:cNvSpPr/>
          <p:nvPr/>
        </p:nvSpPr>
        <p:spPr>
          <a:xfrm>
            <a:off x="6682396" y="234596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601514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fade">
                                      <p:cBhvr>
                                        <p:cTn id="15" dur="500"/>
                                        <p:tgtEl>
                                          <p:spTgt spid="2"/>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5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5"/>
                                        </p:tgtEl>
                                        <p:attrNameLst>
                                          <p:attrName>style.visibility</p:attrName>
                                        </p:attrNameLst>
                                      </p:cBhvr>
                                      <p:to>
                                        <p:strVal val="visible"/>
                                      </p:to>
                                    </p:set>
                                    <p:animEffect transition="in" filter="fade">
                                      <p:cBhvr>
                                        <p:cTn id="26"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7" grpId="0" animBg="1"/>
      <p:bldP spid="11" grpId="0" animBg="1"/>
      <p:bldP spid="12" grpId="0"/>
      <p:bldP spid="5" grpId="0" animBg="1"/>
    </p:bldLst>
  </p:timing>
</p:sld>
</file>

<file path=ppt/slides/slide11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16C2320-47A8-90A2-0CF8-046FD31621A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91891973-283C-AB6B-FEEA-97D1E8D2CC94}"/>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xmlns="">
          <p:sp>
            <p:nvSpPr>
              <p:cNvPr id="8" name="TextBox 7">
                <a:extLst>
                  <a:ext uri="{FF2B5EF4-FFF2-40B4-BE49-F238E27FC236}">
                    <a16:creationId xmlns:a16="http://schemas.microsoft.com/office/drawing/2014/main" id="{91891973-283C-AB6B-FEEA-97D1E8D2CC94}"/>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3"/>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DE6CE07A-A5A0-83E7-321F-AF1C5B12CF46}"/>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2DFC6527-B3CD-4542-1625-A1D41D689B2D}"/>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𝐶</m:t>
                          </m:r>
                          <m:r>
                            <a:rPr lang="en-PH" sz="3200" i="1" dirty="0" err="1">
                              <a:latin typeface="Cambria Math" panose="02040503050406030204" pitchFamily="18" charset="0"/>
                            </a:rPr>
                            <m:t>,</m:t>
                          </m:r>
                          <m:r>
                            <a:rPr lang="en-GB" sz="3200" b="0" i="1" dirty="0" smtClean="0">
                              <a:latin typeface="Cambria Math" panose="02040503050406030204" pitchFamily="18" charset="0"/>
                            </a:rPr>
                            <m:t>𝐿𝐸𝐹𝑇</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𝐶</m:t>
                          </m:r>
                        </m:e>
                      </m:d>
                    </m:oMath>
                  </m:oMathPara>
                </a14:m>
                <a:endParaRPr lang="en-GB" sz="3200" i="1" dirty="0">
                  <a:latin typeface="Cambria Math" panose="02040503050406030204" pitchFamily="18" charset="0"/>
                </a:endParaRPr>
              </a:p>
            </p:txBody>
          </p:sp>
        </mc:Choice>
        <mc:Fallback xmlns="">
          <p:sp>
            <p:nvSpPr>
              <p:cNvPr id="4" name="TextBox 3">
                <a:extLst>
                  <a:ext uri="{FF2B5EF4-FFF2-40B4-BE49-F238E27FC236}">
                    <a16:creationId xmlns:a16="http://schemas.microsoft.com/office/drawing/2014/main" id="{2DFC6527-B3CD-4542-1625-A1D41D689B2D}"/>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4"/>
                <a:stretch>
                  <a:fillRect b="-127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D9FA953-3F32-5E59-B944-D5BC14B595AA}"/>
                  </a:ext>
                </a:extLst>
              </p:cNvPr>
              <p:cNvSpPr txBox="1"/>
              <p:nvPr/>
            </p:nvSpPr>
            <p:spPr>
              <a:xfrm>
                <a:off x="2936916" y="5421403"/>
                <a:ext cx="4846320"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𝐶</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GB" sz="3000" b="0" i="1" dirty="0" smtClean="0">
                          <a:latin typeface="Cambria Math" panose="02040503050406030204" pitchFamily="18" charset="0"/>
                        </a:rPr>
                        <m:t>=</m:t>
                      </m:r>
                      <m:r>
                        <a:rPr lang="en-PH" sz="3000" i="1" dirty="0">
                          <a:latin typeface="Cambria Math" panose="02040503050406030204" pitchFamily="18" charset="0"/>
                        </a:rPr>
                        <m:t>−1+</m:t>
                      </m:r>
                      <m:d>
                        <m:dPr>
                          <m:ctrlPr>
                            <a:rPr lang="en-PH" sz="3000" i="1" dirty="0">
                              <a:latin typeface="Cambria Math" panose="02040503050406030204" pitchFamily="18" charset="0"/>
                            </a:rPr>
                          </m:ctrlPr>
                        </m:dPr>
                        <m:e>
                          <m:r>
                            <a:rPr lang="en-PH" sz="3000" i="1" dirty="0">
                              <a:latin typeface="Cambria Math" panose="02040503050406030204" pitchFamily="18" charset="0"/>
                            </a:rPr>
                            <m:t>−</m:t>
                          </m:r>
                          <m:r>
                            <a:rPr lang="en-GB" sz="3000" b="0" i="1" dirty="0" smtClean="0">
                              <a:latin typeface="Cambria Math" panose="02040503050406030204" pitchFamily="18" charset="0"/>
                            </a:rPr>
                            <m:t>1.75</m:t>
                          </m:r>
                        </m:e>
                      </m:d>
                    </m:oMath>
                  </m:oMathPara>
                </a14:m>
                <a:endParaRPr lang="en-GB" sz="3000" i="1" dirty="0">
                  <a:latin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9D9FA953-3F32-5E59-B944-D5BC14B595AA}"/>
                  </a:ext>
                </a:extLst>
              </p:cNvPr>
              <p:cNvSpPr txBox="1">
                <a:spLocks noRot="1" noChangeAspect="1" noMove="1" noResize="1" noEditPoints="1" noAdjustHandles="1" noChangeArrowheads="1" noChangeShapeType="1" noTextEdit="1"/>
              </p:cNvSpPr>
              <p:nvPr/>
            </p:nvSpPr>
            <p:spPr>
              <a:xfrm>
                <a:off x="2936916" y="5421403"/>
                <a:ext cx="4846320" cy="553998"/>
              </a:xfrm>
              <a:prstGeom prst="rect">
                <a:avLst/>
              </a:prstGeom>
              <a:blipFill>
                <a:blip r:embed="rId5"/>
                <a:stretch>
                  <a:fillRect b="-88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1BEEF63-43A1-1B19-142A-B2691B35009B}"/>
                  </a:ext>
                </a:extLst>
              </p:cNvPr>
              <p:cNvSpPr txBox="1"/>
              <p:nvPr/>
            </p:nvSpPr>
            <p:spPr>
              <a:xfrm>
                <a:off x="3018196" y="6021630"/>
                <a:ext cx="3575644"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𝐶</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PH" sz="3000" i="1" dirty="0">
                          <a:latin typeface="Cambria Math" panose="02040503050406030204" pitchFamily="18" charset="0"/>
                        </a:rPr>
                        <m:t>=</m:t>
                      </m:r>
                      <m:r>
                        <a:rPr lang="en-GB" sz="3000" b="0" i="1" dirty="0" smtClean="0">
                          <a:latin typeface="Cambria Math" panose="02040503050406030204" pitchFamily="18" charset="0"/>
                        </a:rPr>
                        <m:t>−2.75</m:t>
                      </m:r>
                    </m:oMath>
                  </m:oMathPara>
                </a14:m>
                <a:endParaRPr lang="en-PH" sz="3000" dirty="0"/>
              </a:p>
            </p:txBody>
          </p:sp>
        </mc:Choice>
        <mc:Fallback xmlns="">
          <p:sp>
            <p:nvSpPr>
              <p:cNvPr id="7" name="TextBox 6">
                <a:extLst>
                  <a:ext uri="{FF2B5EF4-FFF2-40B4-BE49-F238E27FC236}">
                    <a16:creationId xmlns:a16="http://schemas.microsoft.com/office/drawing/2014/main" id="{B1BEEF63-43A1-1B19-142A-B2691B35009B}"/>
                  </a:ext>
                </a:extLst>
              </p:cNvPr>
              <p:cNvSpPr txBox="1">
                <a:spLocks noRot="1" noChangeAspect="1" noMove="1" noResize="1" noEditPoints="1" noAdjustHandles="1" noChangeArrowheads="1" noChangeShapeType="1" noTextEdit="1"/>
              </p:cNvSpPr>
              <p:nvPr/>
            </p:nvSpPr>
            <p:spPr>
              <a:xfrm>
                <a:off x="3018196" y="6021630"/>
                <a:ext cx="3575644" cy="553998"/>
              </a:xfrm>
              <a:prstGeom prst="rect">
                <a:avLst/>
              </a:prstGeom>
              <a:blipFill>
                <a:blip r:embed="rId6"/>
                <a:stretch>
                  <a:fillRect b="-4167"/>
                </a:stretch>
              </a:blipFill>
              <a:ln w="38100">
                <a:solidFill>
                  <a:srgbClr val="00B050"/>
                </a:solidFill>
              </a:ln>
            </p:spPr>
            <p:txBody>
              <a:bodyPr/>
              <a:lstStyle/>
              <a:p>
                <a:r>
                  <a:rPr lang="en-US">
                    <a:noFill/>
                  </a:rPr>
                  <a:t> </a:t>
                </a:r>
              </a:p>
            </p:txBody>
          </p:sp>
        </mc:Fallback>
      </mc:AlternateContent>
      <p:sp>
        <p:nvSpPr>
          <p:cNvPr id="10" name="Left-Up Arrow 9">
            <a:extLst>
              <a:ext uri="{FF2B5EF4-FFF2-40B4-BE49-F238E27FC236}">
                <a16:creationId xmlns:a16="http://schemas.microsoft.com/office/drawing/2014/main" id="{788FB2B8-1AF5-3167-38B2-BCE0D0429C93}"/>
              </a:ext>
            </a:extLst>
          </p:cNvPr>
          <p:cNvSpPr/>
          <p:nvPr/>
        </p:nvSpPr>
        <p:spPr>
          <a:xfrm flipH="1" flipV="1">
            <a:off x="8373764" y="644160"/>
            <a:ext cx="850392" cy="850392"/>
          </a:xfrm>
          <a:prstGeom prst="leftUpArrow">
            <a:avLst>
              <a:gd name="adj1" fmla="val 27389"/>
              <a:gd name="adj2" fmla="val 25000"/>
              <a:gd name="adj3" fmla="val 25000"/>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1" name="Table 10">
            <a:extLst>
              <a:ext uri="{FF2B5EF4-FFF2-40B4-BE49-F238E27FC236}">
                <a16:creationId xmlns:a16="http://schemas.microsoft.com/office/drawing/2014/main" id="{80B9C0E7-2E4E-4716-F5E7-6ED54E46B088}"/>
              </a:ext>
            </a:extLst>
          </p:cNvPr>
          <p:cNvGraphicFramePr>
            <a:graphicFrameLocks noGrp="1"/>
          </p:cNvGraphicFramePr>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-2</a:t>
                      </a:r>
                    </a:p>
                  </a:txBody>
                  <a:tcPr anchor="ctr"/>
                </a:tc>
                <a:tc>
                  <a:txBody>
                    <a:bodyPr/>
                    <a:lstStyle/>
                    <a:p>
                      <a:pPr algn="ctr"/>
                      <a:r>
                        <a:rPr lang="en-US" sz="3000" b="1" dirty="0"/>
                        <a:t>-1.75</a:t>
                      </a:r>
                    </a:p>
                  </a:txBody>
                  <a:tcPr anchor="ctr"/>
                </a:tc>
                <a:extLst>
                  <a:ext uri="{0D108BD9-81ED-4DB2-BD59-A6C34878D82A}">
                    <a16:rowId xmlns:a16="http://schemas.microsoft.com/office/drawing/2014/main" val="3795677844"/>
                  </a:ext>
                </a:extLst>
              </a:tr>
              <a:tr h="1080000">
                <a:tc>
                  <a:txBody>
                    <a:bodyPr/>
                    <a:lstStyle/>
                    <a:p>
                      <a:pPr algn="ctr"/>
                      <a:r>
                        <a:rPr lang="en-US" sz="3000" b="1" dirty="0"/>
                        <a:t>-1.75</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818D21DB-AF33-534B-26AF-F6340626CCC9}"/>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=2</m:t>
                      </m:r>
                    </m:oMath>
                  </m:oMathPara>
                </a14:m>
                <a:endParaRPr lang="en-US" sz="2500" dirty="0"/>
              </a:p>
            </p:txBody>
          </p:sp>
        </mc:Choice>
        <mc:Fallback xmlns="">
          <p:sp>
            <p:nvSpPr>
              <p:cNvPr id="12" name="TextBox 11">
                <a:extLst>
                  <a:ext uri="{FF2B5EF4-FFF2-40B4-BE49-F238E27FC236}">
                    <a16:creationId xmlns:a16="http://schemas.microsoft.com/office/drawing/2014/main" id="{818D21DB-AF33-534B-26AF-F6340626CCC9}"/>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7"/>
                <a:stretch>
                  <a:fillRect/>
                </a:stretch>
              </a:blipFill>
            </p:spPr>
            <p:txBody>
              <a:bodyPr/>
              <a:lstStyle/>
              <a:p>
                <a:r>
                  <a:rPr lang="en-US">
                    <a:noFill/>
                  </a:rPr>
                  <a:t> </a:t>
                </a:r>
              </a:p>
            </p:txBody>
          </p:sp>
        </mc:Fallback>
      </mc:AlternateContent>
      <p:sp>
        <p:nvSpPr>
          <p:cNvPr id="2" name="Down Arrow 1">
            <a:extLst>
              <a:ext uri="{FF2B5EF4-FFF2-40B4-BE49-F238E27FC236}">
                <a16:creationId xmlns:a16="http://schemas.microsoft.com/office/drawing/2014/main" id="{1CAF6B37-8288-002C-3908-5C9F396038E9}"/>
              </a:ext>
            </a:extLst>
          </p:cNvPr>
          <p:cNvSpPr/>
          <p:nvPr/>
        </p:nvSpPr>
        <p:spPr>
          <a:xfrm>
            <a:off x="10014876" y="68988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56122386"/>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530B887E-640D-CB5D-689B-8098136CDC2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509CDC11-11CB-7299-E686-28C93F142E8F}"/>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xmlns="">
          <p:sp>
            <p:nvSpPr>
              <p:cNvPr id="8" name="TextBox 7">
                <a:extLst>
                  <a:ext uri="{FF2B5EF4-FFF2-40B4-BE49-F238E27FC236}">
                    <a16:creationId xmlns:a16="http://schemas.microsoft.com/office/drawing/2014/main" id="{509CDC11-11CB-7299-E686-28C93F142E8F}"/>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3"/>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2F4A27EB-BA2D-F209-2E74-90E9834BF1CB}"/>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AD82EE98-8DD8-2809-9782-F427AF2BF84E}"/>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𝐶</m:t>
                          </m:r>
                          <m:r>
                            <a:rPr lang="en-PH" sz="3200" i="1" dirty="0" err="1">
                              <a:latin typeface="Cambria Math" panose="02040503050406030204" pitchFamily="18" charset="0"/>
                            </a:rPr>
                            <m:t>,</m:t>
                          </m:r>
                          <m:r>
                            <a:rPr lang="en-GB" sz="3200" i="1" dirty="0">
                              <a:latin typeface="Cambria Math" panose="02040503050406030204" pitchFamily="18" charset="0"/>
                            </a:rPr>
                            <m:t>𝑅𝐼𝐺𝐻𝑇</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𝐷</m:t>
                          </m:r>
                        </m:e>
                      </m:d>
                    </m:oMath>
                  </m:oMathPara>
                </a14:m>
                <a:endParaRPr lang="en-GB" sz="3200" i="1" dirty="0">
                  <a:latin typeface="Cambria Math" panose="02040503050406030204" pitchFamily="18" charset="0"/>
                </a:endParaRPr>
              </a:p>
            </p:txBody>
          </p:sp>
        </mc:Choice>
        <mc:Fallback xmlns="">
          <p:sp>
            <p:nvSpPr>
              <p:cNvPr id="4" name="TextBox 3">
                <a:extLst>
                  <a:ext uri="{FF2B5EF4-FFF2-40B4-BE49-F238E27FC236}">
                    <a16:creationId xmlns:a16="http://schemas.microsoft.com/office/drawing/2014/main" id="{AD82EE98-8DD8-2809-9782-F427AF2BF84E}"/>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4"/>
                <a:stretch>
                  <a:fillRect l="-524" b="-127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EA44B8F-E64F-1602-7DE0-5D5EAB5B3944}"/>
                  </a:ext>
                </a:extLst>
              </p:cNvPr>
              <p:cNvSpPr txBox="1"/>
              <p:nvPr/>
            </p:nvSpPr>
            <p:spPr>
              <a:xfrm>
                <a:off x="2936916" y="5421403"/>
                <a:ext cx="4368124"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𝐶</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=−1+</m:t>
                      </m:r>
                      <m:d>
                        <m:dPr>
                          <m:ctrlPr>
                            <a:rPr lang="en-PH" sz="3000" i="1" dirty="0">
                              <a:latin typeface="Cambria Math" panose="02040503050406030204" pitchFamily="18" charset="0"/>
                            </a:rPr>
                          </m:ctrlPr>
                        </m:dPr>
                        <m:e>
                          <m:r>
                            <a:rPr lang="en-GB" sz="3000" i="1" dirty="0" smtClean="0">
                              <a:latin typeface="Cambria Math" panose="02040503050406030204" pitchFamily="18" charset="0"/>
                            </a:rPr>
                            <m:t>0</m:t>
                          </m:r>
                        </m:e>
                      </m:d>
                    </m:oMath>
                  </m:oMathPara>
                </a14:m>
                <a:endParaRPr lang="en-GB" sz="3000" i="1" dirty="0">
                  <a:latin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5EA44B8F-E64F-1602-7DE0-5D5EAB5B3944}"/>
                  </a:ext>
                </a:extLst>
              </p:cNvPr>
              <p:cNvSpPr txBox="1">
                <a:spLocks noRot="1" noChangeAspect="1" noMove="1" noResize="1" noEditPoints="1" noAdjustHandles="1" noChangeArrowheads="1" noChangeShapeType="1" noTextEdit="1"/>
              </p:cNvSpPr>
              <p:nvPr/>
            </p:nvSpPr>
            <p:spPr>
              <a:xfrm>
                <a:off x="2936916" y="5421403"/>
                <a:ext cx="4368124" cy="553998"/>
              </a:xfrm>
              <a:prstGeom prst="rect">
                <a:avLst/>
              </a:prstGeom>
              <a:blipFill>
                <a:blip r:embed="rId5"/>
                <a:stretch>
                  <a:fillRect b="-88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056684F-CC59-300D-FE08-5352F384BA0D}"/>
                  </a:ext>
                </a:extLst>
              </p:cNvPr>
              <p:cNvSpPr txBox="1"/>
              <p:nvPr/>
            </p:nvSpPr>
            <p:spPr>
              <a:xfrm>
                <a:off x="2936916" y="6021630"/>
                <a:ext cx="3392764"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𝐶</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m:t>
                      </m:r>
                      <m:r>
                        <a:rPr lang="en-GB" sz="3000" b="0" i="1" dirty="0" smtClean="0">
                          <a:latin typeface="Cambria Math" panose="02040503050406030204" pitchFamily="18" charset="0"/>
                        </a:rPr>
                        <m:t>1</m:t>
                      </m:r>
                    </m:oMath>
                  </m:oMathPara>
                </a14:m>
                <a:endParaRPr lang="en-PH" sz="3000" dirty="0"/>
              </a:p>
            </p:txBody>
          </p:sp>
        </mc:Choice>
        <mc:Fallback xmlns="">
          <p:sp>
            <p:nvSpPr>
              <p:cNvPr id="7" name="TextBox 6">
                <a:extLst>
                  <a:ext uri="{FF2B5EF4-FFF2-40B4-BE49-F238E27FC236}">
                    <a16:creationId xmlns:a16="http://schemas.microsoft.com/office/drawing/2014/main" id="{2056684F-CC59-300D-FE08-5352F384BA0D}"/>
                  </a:ext>
                </a:extLst>
              </p:cNvPr>
              <p:cNvSpPr txBox="1">
                <a:spLocks noRot="1" noChangeAspect="1" noMove="1" noResize="1" noEditPoints="1" noAdjustHandles="1" noChangeArrowheads="1" noChangeShapeType="1" noTextEdit="1"/>
              </p:cNvSpPr>
              <p:nvPr/>
            </p:nvSpPr>
            <p:spPr>
              <a:xfrm>
                <a:off x="2936916" y="6021630"/>
                <a:ext cx="3392764" cy="553998"/>
              </a:xfrm>
              <a:prstGeom prst="rect">
                <a:avLst/>
              </a:prstGeom>
              <a:blipFill>
                <a:blip r:embed="rId6"/>
                <a:stretch>
                  <a:fillRect b="-4167"/>
                </a:stretch>
              </a:blipFill>
              <a:ln w="38100">
                <a:solidFill>
                  <a:srgbClr val="00B050"/>
                </a:solidFill>
              </a:ln>
            </p:spPr>
            <p:txBody>
              <a:bodyPr/>
              <a:lstStyle/>
              <a:p>
                <a:r>
                  <a:rPr lang="en-US">
                    <a:noFill/>
                  </a:rPr>
                  <a:t> </a:t>
                </a:r>
              </a:p>
            </p:txBody>
          </p:sp>
        </mc:Fallback>
      </mc:AlternateContent>
      <p:sp>
        <p:nvSpPr>
          <p:cNvPr id="10" name="Left-Up Arrow 9">
            <a:extLst>
              <a:ext uri="{FF2B5EF4-FFF2-40B4-BE49-F238E27FC236}">
                <a16:creationId xmlns:a16="http://schemas.microsoft.com/office/drawing/2014/main" id="{14FF74AD-A3A6-1DA1-A663-21B47217D33E}"/>
              </a:ext>
            </a:extLst>
          </p:cNvPr>
          <p:cNvSpPr/>
          <p:nvPr/>
        </p:nvSpPr>
        <p:spPr>
          <a:xfrm flipH="1" flipV="1">
            <a:off x="8373764" y="644160"/>
            <a:ext cx="850392" cy="850392"/>
          </a:xfrm>
          <a:prstGeom prst="leftUpArrow">
            <a:avLst>
              <a:gd name="adj1" fmla="val 27389"/>
              <a:gd name="adj2" fmla="val 25000"/>
              <a:gd name="adj3" fmla="val 25000"/>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1" name="Table 10">
            <a:extLst>
              <a:ext uri="{FF2B5EF4-FFF2-40B4-BE49-F238E27FC236}">
                <a16:creationId xmlns:a16="http://schemas.microsoft.com/office/drawing/2014/main" id="{C6E0BFBD-65ED-7FFD-6811-3D2770F4A028}"/>
              </a:ext>
            </a:extLst>
          </p:cNvPr>
          <p:cNvGraphicFramePr>
            <a:graphicFrameLocks noGrp="1"/>
          </p:cNvGraphicFramePr>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-2</a:t>
                      </a:r>
                    </a:p>
                  </a:txBody>
                  <a:tcPr anchor="ctr"/>
                </a:tc>
                <a:tc>
                  <a:txBody>
                    <a:bodyPr/>
                    <a:lstStyle/>
                    <a:p>
                      <a:pPr algn="ctr"/>
                      <a:r>
                        <a:rPr lang="en-US" sz="3000" b="1" dirty="0"/>
                        <a:t>-1.75</a:t>
                      </a:r>
                    </a:p>
                  </a:txBody>
                  <a:tcPr anchor="ctr"/>
                </a:tc>
                <a:extLst>
                  <a:ext uri="{0D108BD9-81ED-4DB2-BD59-A6C34878D82A}">
                    <a16:rowId xmlns:a16="http://schemas.microsoft.com/office/drawing/2014/main" val="3795677844"/>
                  </a:ext>
                </a:extLst>
              </a:tr>
              <a:tr h="1080000">
                <a:tc>
                  <a:txBody>
                    <a:bodyPr/>
                    <a:lstStyle/>
                    <a:p>
                      <a:pPr algn="ctr"/>
                      <a:r>
                        <a:rPr lang="en-US" sz="3000" b="1" dirty="0"/>
                        <a:t>-1.75</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2E4979D-4153-A22F-D4AD-C5459698DD2F}"/>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=2</m:t>
                      </m:r>
                    </m:oMath>
                  </m:oMathPara>
                </a14:m>
                <a:endParaRPr lang="en-US" sz="2500" dirty="0"/>
              </a:p>
            </p:txBody>
          </p:sp>
        </mc:Choice>
        <mc:Fallback xmlns="">
          <p:sp>
            <p:nvSpPr>
              <p:cNvPr id="12" name="TextBox 11">
                <a:extLst>
                  <a:ext uri="{FF2B5EF4-FFF2-40B4-BE49-F238E27FC236}">
                    <a16:creationId xmlns:a16="http://schemas.microsoft.com/office/drawing/2014/main" id="{12E4979D-4153-A22F-D4AD-C5459698DD2F}"/>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7"/>
                <a:stretch>
                  <a:fillRect/>
                </a:stretch>
              </a:blipFill>
            </p:spPr>
            <p:txBody>
              <a:bodyPr/>
              <a:lstStyle/>
              <a:p>
                <a:r>
                  <a:rPr lang="en-US">
                    <a:noFill/>
                  </a:rPr>
                  <a:t> </a:t>
                </a:r>
              </a:p>
            </p:txBody>
          </p:sp>
        </mc:Fallback>
      </mc:AlternateContent>
      <p:sp>
        <p:nvSpPr>
          <p:cNvPr id="2" name="Down Arrow 1">
            <a:extLst>
              <a:ext uri="{FF2B5EF4-FFF2-40B4-BE49-F238E27FC236}">
                <a16:creationId xmlns:a16="http://schemas.microsoft.com/office/drawing/2014/main" id="{77C26E81-45B9-FF7F-1499-946927DDC978}"/>
              </a:ext>
            </a:extLst>
          </p:cNvPr>
          <p:cNvSpPr/>
          <p:nvPr/>
        </p:nvSpPr>
        <p:spPr>
          <a:xfrm>
            <a:off x="10014876" y="68988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7671848"/>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E2C88543-1AF2-00EF-D77A-91AEA6E68AC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2A05D7D2-7B68-D3C9-8DCB-5C0EE3FB3BE5}"/>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xmlns="">
          <p:sp>
            <p:nvSpPr>
              <p:cNvPr id="8" name="TextBox 7">
                <a:extLst>
                  <a:ext uri="{FF2B5EF4-FFF2-40B4-BE49-F238E27FC236}">
                    <a16:creationId xmlns:a16="http://schemas.microsoft.com/office/drawing/2014/main" id="{2A05D7D2-7B68-D3C9-8DCB-5C0EE3FB3BE5}"/>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3"/>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E9D95E1B-5BF3-F9C5-7408-69ECCB661EC6}"/>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677B1851-AA9F-D207-7546-021CFFF042AD}"/>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𝐶</m:t>
                          </m:r>
                          <m:r>
                            <a:rPr lang="en-PH" sz="3200" i="1" dirty="0" err="1">
                              <a:latin typeface="Cambria Math" panose="02040503050406030204" pitchFamily="18" charset="0"/>
                            </a:rPr>
                            <m:t>,</m:t>
                          </m:r>
                          <m:r>
                            <a:rPr lang="en-GB" sz="3200" b="0" i="1" dirty="0" smtClean="0">
                              <a:latin typeface="Cambria Math" panose="02040503050406030204" pitchFamily="18" charset="0"/>
                            </a:rPr>
                            <m:t>𝐷𝑂𝑊𝑁</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𝐶</m:t>
                          </m:r>
                        </m:e>
                      </m:d>
                    </m:oMath>
                  </m:oMathPara>
                </a14:m>
                <a:endParaRPr lang="en-GB" sz="3200" i="1" dirty="0">
                  <a:latin typeface="Cambria Math" panose="02040503050406030204" pitchFamily="18" charset="0"/>
                </a:endParaRPr>
              </a:p>
            </p:txBody>
          </p:sp>
        </mc:Choice>
        <mc:Fallback xmlns="">
          <p:sp>
            <p:nvSpPr>
              <p:cNvPr id="4" name="TextBox 3">
                <a:extLst>
                  <a:ext uri="{FF2B5EF4-FFF2-40B4-BE49-F238E27FC236}">
                    <a16:creationId xmlns:a16="http://schemas.microsoft.com/office/drawing/2014/main" id="{677B1851-AA9F-D207-7546-021CFFF042AD}"/>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4"/>
                <a:stretch>
                  <a:fillRect l="-524" b="-127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163A916-9C94-2D95-D511-B1AAB17D18AB}"/>
                  </a:ext>
                </a:extLst>
              </p:cNvPr>
              <p:cNvSpPr txBox="1"/>
              <p:nvPr/>
            </p:nvSpPr>
            <p:spPr>
              <a:xfrm>
                <a:off x="2936916" y="5421403"/>
                <a:ext cx="5105400"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𝐶</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=−1+</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−1.75</m:t>
                          </m:r>
                        </m:e>
                      </m:d>
                    </m:oMath>
                  </m:oMathPara>
                </a14:m>
                <a:endParaRPr lang="en-GB" sz="3000" i="1" dirty="0">
                  <a:latin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3163A916-9C94-2D95-D511-B1AAB17D18AB}"/>
                  </a:ext>
                </a:extLst>
              </p:cNvPr>
              <p:cNvSpPr txBox="1">
                <a:spLocks noRot="1" noChangeAspect="1" noMove="1" noResize="1" noEditPoints="1" noAdjustHandles="1" noChangeArrowheads="1" noChangeShapeType="1" noTextEdit="1"/>
              </p:cNvSpPr>
              <p:nvPr/>
            </p:nvSpPr>
            <p:spPr>
              <a:xfrm>
                <a:off x="2936916" y="5421403"/>
                <a:ext cx="5105400" cy="553998"/>
              </a:xfrm>
              <a:prstGeom prst="rect">
                <a:avLst/>
              </a:prstGeom>
              <a:blipFill>
                <a:blip r:embed="rId5"/>
                <a:stretch>
                  <a:fillRect b="-88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C7FD57A0-D9A5-84D0-1107-879F41B55641}"/>
                  </a:ext>
                </a:extLst>
              </p:cNvPr>
              <p:cNvSpPr txBox="1"/>
              <p:nvPr/>
            </p:nvSpPr>
            <p:spPr>
              <a:xfrm>
                <a:off x="2936916" y="6021630"/>
                <a:ext cx="3799164"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𝐶</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m:t>
                      </m:r>
                      <m:r>
                        <a:rPr lang="en-GB" sz="3000" b="0" i="1" dirty="0" smtClean="0">
                          <a:latin typeface="Cambria Math" panose="02040503050406030204" pitchFamily="18" charset="0"/>
                        </a:rPr>
                        <m:t>−2.75</m:t>
                      </m:r>
                    </m:oMath>
                  </m:oMathPara>
                </a14:m>
                <a:endParaRPr lang="en-PH" sz="3000" dirty="0"/>
              </a:p>
            </p:txBody>
          </p:sp>
        </mc:Choice>
        <mc:Fallback xmlns="">
          <p:sp>
            <p:nvSpPr>
              <p:cNvPr id="7" name="TextBox 6">
                <a:extLst>
                  <a:ext uri="{FF2B5EF4-FFF2-40B4-BE49-F238E27FC236}">
                    <a16:creationId xmlns:a16="http://schemas.microsoft.com/office/drawing/2014/main" id="{C7FD57A0-D9A5-84D0-1107-879F41B55641}"/>
                  </a:ext>
                </a:extLst>
              </p:cNvPr>
              <p:cNvSpPr txBox="1">
                <a:spLocks noRot="1" noChangeAspect="1" noMove="1" noResize="1" noEditPoints="1" noAdjustHandles="1" noChangeArrowheads="1" noChangeShapeType="1" noTextEdit="1"/>
              </p:cNvSpPr>
              <p:nvPr/>
            </p:nvSpPr>
            <p:spPr>
              <a:xfrm>
                <a:off x="2936916" y="6021630"/>
                <a:ext cx="3799164" cy="553998"/>
              </a:xfrm>
              <a:prstGeom prst="rect">
                <a:avLst/>
              </a:prstGeom>
              <a:blipFill>
                <a:blip r:embed="rId6"/>
                <a:stretch>
                  <a:fillRect r="-330" b="-4167"/>
                </a:stretch>
              </a:blipFill>
              <a:ln w="38100">
                <a:solidFill>
                  <a:srgbClr val="00B050"/>
                </a:solidFill>
              </a:ln>
            </p:spPr>
            <p:txBody>
              <a:bodyPr/>
              <a:lstStyle/>
              <a:p>
                <a:r>
                  <a:rPr lang="en-US">
                    <a:noFill/>
                  </a:rPr>
                  <a:t> </a:t>
                </a:r>
              </a:p>
            </p:txBody>
          </p:sp>
        </mc:Fallback>
      </mc:AlternateContent>
      <p:sp>
        <p:nvSpPr>
          <p:cNvPr id="10" name="Left-Up Arrow 9">
            <a:extLst>
              <a:ext uri="{FF2B5EF4-FFF2-40B4-BE49-F238E27FC236}">
                <a16:creationId xmlns:a16="http://schemas.microsoft.com/office/drawing/2014/main" id="{C8D818E7-B468-E7BE-643B-580EDC56A0D0}"/>
              </a:ext>
            </a:extLst>
          </p:cNvPr>
          <p:cNvSpPr/>
          <p:nvPr/>
        </p:nvSpPr>
        <p:spPr>
          <a:xfrm flipH="1" flipV="1">
            <a:off x="8373764" y="644160"/>
            <a:ext cx="850392" cy="850392"/>
          </a:xfrm>
          <a:prstGeom prst="leftUpArrow">
            <a:avLst>
              <a:gd name="adj1" fmla="val 27389"/>
              <a:gd name="adj2" fmla="val 25000"/>
              <a:gd name="adj3" fmla="val 25000"/>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1" name="Table 10">
            <a:extLst>
              <a:ext uri="{FF2B5EF4-FFF2-40B4-BE49-F238E27FC236}">
                <a16:creationId xmlns:a16="http://schemas.microsoft.com/office/drawing/2014/main" id="{0A0EBAD4-A714-1A25-C0EA-5F653A654D4B}"/>
              </a:ext>
            </a:extLst>
          </p:cNvPr>
          <p:cNvGraphicFramePr>
            <a:graphicFrameLocks noGrp="1"/>
          </p:cNvGraphicFramePr>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-2</a:t>
                      </a:r>
                    </a:p>
                  </a:txBody>
                  <a:tcPr anchor="ctr"/>
                </a:tc>
                <a:tc>
                  <a:txBody>
                    <a:bodyPr/>
                    <a:lstStyle/>
                    <a:p>
                      <a:pPr algn="ctr"/>
                      <a:r>
                        <a:rPr lang="en-US" sz="3000" b="1" dirty="0"/>
                        <a:t>-1.75</a:t>
                      </a:r>
                    </a:p>
                  </a:txBody>
                  <a:tcPr anchor="ctr"/>
                </a:tc>
                <a:extLst>
                  <a:ext uri="{0D108BD9-81ED-4DB2-BD59-A6C34878D82A}">
                    <a16:rowId xmlns:a16="http://schemas.microsoft.com/office/drawing/2014/main" val="3795677844"/>
                  </a:ext>
                </a:extLst>
              </a:tr>
              <a:tr h="1080000">
                <a:tc>
                  <a:txBody>
                    <a:bodyPr/>
                    <a:lstStyle/>
                    <a:p>
                      <a:pPr algn="ctr"/>
                      <a:r>
                        <a:rPr lang="en-US" sz="3000" b="1" dirty="0"/>
                        <a:t>-1.75</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0972C2D5-A458-7326-118D-830ECBC9937C}"/>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=2</m:t>
                      </m:r>
                    </m:oMath>
                  </m:oMathPara>
                </a14:m>
                <a:endParaRPr lang="en-US" sz="2500" dirty="0"/>
              </a:p>
            </p:txBody>
          </p:sp>
        </mc:Choice>
        <mc:Fallback xmlns="">
          <p:sp>
            <p:nvSpPr>
              <p:cNvPr id="12" name="TextBox 11">
                <a:extLst>
                  <a:ext uri="{FF2B5EF4-FFF2-40B4-BE49-F238E27FC236}">
                    <a16:creationId xmlns:a16="http://schemas.microsoft.com/office/drawing/2014/main" id="{0972C2D5-A458-7326-118D-830ECBC9937C}"/>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7"/>
                <a:stretch>
                  <a:fillRect/>
                </a:stretch>
              </a:blipFill>
            </p:spPr>
            <p:txBody>
              <a:bodyPr/>
              <a:lstStyle/>
              <a:p>
                <a:r>
                  <a:rPr lang="en-US">
                    <a:noFill/>
                  </a:rPr>
                  <a:t> </a:t>
                </a:r>
              </a:p>
            </p:txBody>
          </p:sp>
        </mc:Fallback>
      </mc:AlternateContent>
      <p:sp>
        <p:nvSpPr>
          <p:cNvPr id="2" name="Down Arrow 1">
            <a:extLst>
              <a:ext uri="{FF2B5EF4-FFF2-40B4-BE49-F238E27FC236}">
                <a16:creationId xmlns:a16="http://schemas.microsoft.com/office/drawing/2014/main" id="{EBECDABC-0A2C-BF57-4551-905D82622C2A}"/>
              </a:ext>
            </a:extLst>
          </p:cNvPr>
          <p:cNvSpPr/>
          <p:nvPr/>
        </p:nvSpPr>
        <p:spPr>
          <a:xfrm>
            <a:off x="10014876" y="68988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6040588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E5190ABE-0F5C-C071-373F-E281E389ECB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6D158F8-0D5B-881C-FDBC-6BCEFDC6BEA2}"/>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xmlns="">
          <p:sp>
            <p:nvSpPr>
              <p:cNvPr id="8" name="TextBox 7">
                <a:extLst>
                  <a:ext uri="{FF2B5EF4-FFF2-40B4-BE49-F238E27FC236}">
                    <a16:creationId xmlns:a16="http://schemas.microsoft.com/office/drawing/2014/main" id="{F6D158F8-0D5B-881C-FDBC-6BCEFDC6BEA2}"/>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3"/>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2B0748A3-66BB-F870-1C30-2EDD433F7203}"/>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72A93D7B-C840-040B-BF88-8DC7A4DF01F9}"/>
                  </a:ext>
                </a:extLst>
              </p:cNvPr>
              <p:cNvSpPr txBox="1"/>
              <p:nvPr/>
            </p:nvSpPr>
            <p:spPr>
              <a:xfrm>
                <a:off x="2622160"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𝐶</m:t>
                          </m:r>
                          <m:r>
                            <a:rPr lang="en-PH" sz="3200" i="1" dirty="0" err="1">
                              <a:latin typeface="Cambria Math" panose="02040503050406030204" pitchFamily="18" charset="0"/>
                            </a:rPr>
                            <m:t>,</m:t>
                          </m:r>
                          <m:r>
                            <a:rPr lang="en-GB" sz="3200" b="0" i="1" dirty="0" smtClean="0">
                              <a:latin typeface="Cambria Math" panose="02040503050406030204" pitchFamily="18" charset="0"/>
                            </a:rPr>
                            <m:t>𝑈𝑃</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𝐴</m:t>
                          </m:r>
                        </m:e>
                      </m:d>
                    </m:oMath>
                  </m:oMathPara>
                </a14:m>
                <a:endParaRPr lang="en-GB" sz="3200" i="1" dirty="0">
                  <a:latin typeface="Cambria Math" panose="02040503050406030204" pitchFamily="18" charset="0"/>
                </a:endParaRPr>
              </a:p>
            </p:txBody>
          </p:sp>
        </mc:Choice>
        <mc:Fallback xmlns="">
          <p:sp>
            <p:nvSpPr>
              <p:cNvPr id="4" name="TextBox 3">
                <a:extLst>
                  <a:ext uri="{FF2B5EF4-FFF2-40B4-BE49-F238E27FC236}">
                    <a16:creationId xmlns:a16="http://schemas.microsoft.com/office/drawing/2014/main" id="{72A93D7B-C840-040B-BF88-8DC7A4DF01F9}"/>
                  </a:ext>
                </a:extLst>
              </p:cNvPr>
              <p:cNvSpPr txBox="1">
                <a:spLocks noRot="1" noChangeAspect="1" noMove="1" noResize="1" noEditPoints="1" noAdjustHandles="1" noChangeArrowheads="1" noChangeShapeType="1" noTextEdit="1"/>
              </p:cNvSpPr>
              <p:nvPr/>
            </p:nvSpPr>
            <p:spPr>
              <a:xfrm>
                <a:off x="2622160" y="4790399"/>
                <a:ext cx="4846320" cy="584775"/>
              </a:xfrm>
              <a:prstGeom prst="rect">
                <a:avLst/>
              </a:prstGeom>
              <a:blipFill>
                <a:blip r:embed="rId4"/>
                <a:stretch>
                  <a:fillRect b="-127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BDBF822-96B9-176D-4D4E-67F9E0454ED8}"/>
                  </a:ext>
                </a:extLst>
              </p:cNvPr>
              <p:cNvSpPr txBox="1"/>
              <p:nvPr/>
            </p:nvSpPr>
            <p:spPr>
              <a:xfrm>
                <a:off x="2795556" y="5421403"/>
                <a:ext cx="4326604"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𝐶</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=−1+</m:t>
                      </m:r>
                      <m:d>
                        <m:dPr>
                          <m:ctrlPr>
                            <a:rPr lang="en-PH" sz="3000" i="1" dirty="0">
                              <a:latin typeface="Cambria Math" panose="02040503050406030204" pitchFamily="18" charset="0"/>
                            </a:rPr>
                          </m:ctrlPr>
                        </m:dPr>
                        <m:e>
                          <m:r>
                            <a:rPr lang="en-PH" sz="3000" i="1" dirty="0">
                              <a:latin typeface="Cambria Math" panose="02040503050406030204" pitchFamily="18" charset="0"/>
                            </a:rPr>
                            <m:t>−</m:t>
                          </m:r>
                          <m:r>
                            <a:rPr lang="en-GB" sz="3000" b="0" i="1" dirty="0" smtClean="0">
                              <a:latin typeface="Cambria Math" panose="02040503050406030204" pitchFamily="18" charset="0"/>
                            </a:rPr>
                            <m:t>2</m:t>
                          </m:r>
                        </m:e>
                      </m:d>
                    </m:oMath>
                  </m:oMathPara>
                </a14:m>
                <a:endParaRPr lang="en-GB" sz="3000" i="1" dirty="0">
                  <a:latin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3BDBF822-96B9-176D-4D4E-67F9E0454ED8}"/>
                  </a:ext>
                </a:extLst>
              </p:cNvPr>
              <p:cNvSpPr txBox="1">
                <a:spLocks noRot="1" noChangeAspect="1" noMove="1" noResize="1" noEditPoints="1" noAdjustHandles="1" noChangeArrowheads="1" noChangeShapeType="1" noTextEdit="1"/>
              </p:cNvSpPr>
              <p:nvPr/>
            </p:nvSpPr>
            <p:spPr>
              <a:xfrm>
                <a:off x="2795556" y="5421403"/>
                <a:ext cx="4326604" cy="553998"/>
              </a:xfrm>
              <a:prstGeom prst="rect">
                <a:avLst/>
              </a:prstGeom>
              <a:blipFill>
                <a:blip r:embed="rId5"/>
                <a:stretch>
                  <a:fillRect b="-88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3518A1B0-0353-4A9A-023A-4553570ABF22}"/>
                  </a:ext>
                </a:extLst>
              </p:cNvPr>
              <p:cNvSpPr txBox="1"/>
              <p:nvPr/>
            </p:nvSpPr>
            <p:spPr>
              <a:xfrm>
                <a:off x="2936916" y="602163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𝐶</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m:t>
                      </m:r>
                      <m:r>
                        <a:rPr lang="en-GB" sz="3000" b="0" i="1" dirty="0" smtClean="0">
                          <a:latin typeface="Cambria Math" panose="02040503050406030204" pitchFamily="18" charset="0"/>
                        </a:rPr>
                        <m:t>3</m:t>
                      </m:r>
                    </m:oMath>
                  </m:oMathPara>
                </a14:m>
                <a:endParaRPr lang="en-PH" sz="3000" dirty="0"/>
              </a:p>
            </p:txBody>
          </p:sp>
        </mc:Choice>
        <mc:Fallback xmlns="">
          <p:sp>
            <p:nvSpPr>
              <p:cNvPr id="7" name="TextBox 6">
                <a:extLst>
                  <a:ext uri="{FF2B5EF4-FFF2-40B4-BE49-F238E27FC236}">
                    <a16:creationId xmlns:a16="http://schemas.microsoft.com/office/drawing/2014/main" id="{3518A1B0-0353-4A9A-023A-4553570ABF22}"/>
                  </a:ext>
                </a:extLst>
              </p:cNvPr>
              <p:cNvSpPr txBox="1">
                <a:spLocks noRot="1" noChangeAspect="1" noMove="1" noResize="1" noEditPoints="1" noAdjustHandles="1" noChangeArrowheads="1" noChangeShapeType="1" noTextEdit="1"/>
              </p:cNvSpPr>
              <p:nvPr/>
            </p:nvSpPr>
            <p:spPr>
              <a:xfrm>
                <a:off x="2936916" y="6021630"/>
                <a:ext cx="3281680" cy="553998"/>
              </a:xfrm>
              <a:prstGeom prst="rect">
                <a:avLst/>
              </a:prstGeom>
              <a:blipFill>
                <a:blip r:embed="rId6"/>
                <a:stretch>
                  <a:fillRect b="-4167"/>
                </a:stretch>
              </a:blipFill>
              <a:ln w="38100">
                <a:solidFill>
                  <a:srgbClr val="00B050"/>
                </a:solidFill>
              </a:ln>
            </p:spPr>
            <p:txBody>
              <a:bodyPr/>
              <a:lstStyle/>
              <a:p>
                <a:r>
                  <a:rPr lang="en-US">
                    <a:noFill/>
                  </a:rPr>
                  <a:t> </a:t>
                </a:r>
              </a:p>
            </p:txBody>
          </p:sp>
        </mc:Fallback>
      </mc:AlternateContent>
      <p:sp>
        <p:nvSpPr>
          <p:cNvPr id="10" name="Left-Up Arrow 9">
            <a:extLst>
              <a:ext uri="{FF2B5EF4-FFF2-40B4-BE49-F238E27FC236}">
                <a16:creationId xmlns:a16="http://schemas.microsoft.com/office/drawing/2014/main" id="{CB711EC1-9FC1-B608-219D-993D6F54C252}"/>
              </a:ext>
            </a:extLst>
          </p:cNvPr>
          <p:cNvSpPr/>
          <p:nvPr/>
        </p:nvSpPr>
        <p:spPr>
          <a:xfrm flipH="1" flipV="1">
            <a:off x="8373764" y="644160"/>
            <a:ext cx="850392" cy="850392"/>
          </a:xfrm>
          <a:prstGeom prst="leftUpArrow">
            <a:avLst>
              <a:gd name="adj1" fmla="val 27389"/>
              <a:gd name="adj2" fmla="val 25000"/>
              <a:gd name="adj3" fmla="val 25000"/>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1" name="Table 10">
            <a:extLst>
              <a:ext uri="{FF2B5EF4-FFF2-40B4-BE49-F238E27FC236}">
                <a16:creationId xmlns:a16="http://schemas.microsoft.com/office/drawing/2014/main" id="{3EB441B1-7578-6523-166A-8F151F3C4EE7}"/>
              </a:ext>
            </a:extLst>
          </p:cNvPr>
          <p:cNvGraphicFramePr>
            <a:graphicFrameLocks noGrp="1"/>
          </p:cNvGraphicFramePr>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-2</a:t>
                      </a:r>
                    </a:p>
                  </a:txBody>
                  <a:tcPr anchor="ctr"/>
                </a:tc>
                <a:tc>
                  <a:txBody>
                    <a:bodyPr/>
                    <a:lstStyle/>
                    <a:p>
                      <a:pPr algn="ctr"/>
                      <a:r>
                        <a:rPr lang="en-US" sz="3000" b="1" dirty="0"/>
                        <a:t>-1.75</a:t>
                      </a:r>
                    </a:p>
                  </a:txBody>
                  <a:tcPr anchor="ctr"/>
                </a:tc>
                <a:extLst>
                  <a:ext uri="{0D108BD9-81ED-4DB2-BD59-A6C34878D82A}">
                    <a16:rowId xmlns:a16="http://schemas.microsoft.com/office/drawing/2014/main" val="3795677844"/>
                  </a:ext>
                </a:extLst>
              </a:tr>
              <a:tr h="1080000">
                <a:tc>
                  <a:txBody>
                    <a:bodyPr/>
                    <a:lstStyle/>
                    <a:p>
                      <a:pPr algn="ctr"/>
                      <a:r>
                        <a:rPr lang="en-US" sz="3000" b="1" dirty="0"/>
                        <a:t>-1.75</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3AD7358-B6B1-6669-F9FB-CE1BC495C872}"/>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=2</m:t>
                      </m:r>
                    </m:oMath>
                  </m:oMathPara>
                </a14:m>
                <a:endParaRPr lang="en-US" sz="2500" dirty="0"/>
              </a:p>
            </p:txBody>
          </p:sp>
        </mc:Choice>
        <mc:Fallback xmlns="">
          <p:sp>
            <p:nvSpPr>
              <p:cNvPr id="12" name="TextBox 11">
                <a:extLst>
                  <a:ext uri="{FF2B5EF4-FFF2-40B4-BE49-F238E27FC236}">
                    <a16:creationId xmlns:a16="http://schemas.microsoft.com/office/drawing/2014/main" id="{D3AD7358-B6B1-6669-F9FB-CE1BC495C872}"/>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7"/>
                <a:stretch>
                  <a:fillRect/>
                </a:stretch>
              </a:blipFill>
            </p:spPr>
            <p:txBody>
              <a:bodyPr/>
              <a:lstStyle/>
              <a:p>
                <a:r>
                  <a:rPr lang="en-US">
                    <a:noFill/>
                  </a:rPr>
                  <a:t> </a:t>
                </a:r>
              </a:p>
            </p:txBody>
          </p:sp>
        </mc:Fallback>
      </mc:AlternateContent>
      <p:sp>
        <p:nvSpPr>
          <p:cNvPr id="2" name="Down Arrow 1">
            <a:extLst>
              <a:ext uri="{FF2B5EF4-FFF2-40B4-BE49-F238E27FC236}">
                <a16:creationId xmlns:a16="http://schemas.microsoft.com/office/drawing/2014/main" id="{5060B24F-67E5-2B15-E11B-F8521F1F879B}"/>
              </a:ext>
            </a:extLst>
          </p:cNvPr>
          <p:cNvSpPr/>
          <p:nvPr/>
        </p:nvSpPr>
        <p:spPr>
          <a:xfrm>
            <a:off x="10014876" y="68988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689292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3892D-7353-1494-3FBE-01ACA9F9EAC3}"/>
            </a:ext>
          </a:extLst>
        </p:cNvPr>
        <p:cNvGrpSpPr/>
        <p:nvPr/>
      </p:nvGrpSpPr>
      <p:grpSpPr>
        <a:xfrm>
          <a:off x="0" y="0"/>
          <a:ext cx="0" cy="0"/>
          <a:chOff x="0" y="0"/>
          <a:chExt cx="0" cy="0"/>
        </a:xfrm>
      </p:grpSpPr>
      <p:graphicFrame>
        <p:nvGraphicFramePr>
          <p:cNvPr id="9" name="Table 8">
            <a:extLst>
              <a:ext uri="{FF2B5EF4-FFF2-40B4-BE49-F238E27FC236}">
                <a16:creationId xmlns:a16="http://schemas.microsoft.com/office/drawing/2014/main" id="{AB444FD6-D8AE-4BD2-DC01-57645C3ACCBA}"/>
              </a:ext>
            </a:extLst>
          </p:cNvPr>
          <p:cNvGraphicFramePr>
            <a:graphicFrameLocks noGrp="1"/>
          </p:cNvGraphicFramePr>
          <p:nvPr/>
        </p:nvGraphicFramePr>
        <p:xfrm>
          <a:off x="4671840" y="226468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D06D907E-BE14-5CC2-C908-7AA84F045A41}"/>
                  </a:ext>
                </a:extLst>
              </p:cNvPr>
              <p:cNvSpPr txBox="1"/>
              <p:nvPr/>
            </p:nvSpPr>
            <p:spPr>
              <a:xfrm>
                <a:off x="589280" y="3152001"/>
                <a:ext cx="3553564"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PH" sz="3000" i="1" dirty="0">
                          <a:latin typeface="Cambria Math" panose="02040503050406030204" pitchFamily="18" charset="0"/>
                        </a:rPr>
                        <m:t>=−</m:t>
                      </m:r>
                      <m:r>
                        <a:rPr lang="en-GB" sz="3000" b="0" i="1" dirty="0" smtClean="0">
                          <a:latin typeface="Cambria Math" panose="02040503050406030204" pitchFamily="18" charset="0"/>
                        </a:rPr>
                        <m:t>2.75</m:t>
                      </m:r>
                    </m:oMath>
                  </m:oMathPara>
                </a14:m>
                <a:endParaRPr lang="en-PH" sz="3000" dirty="0"/>
              </a:p>
            </p:txBody>
          </p:sp>
        </mc:Choice>
        <mc:Fallback xmlns="">
          <p:sp>
            <p:nvSpPr>
              <p:cNvPr id="2" name="TextBox 1">
                <a:extLst>
                  <a:ext uri="{FF2B5EF4-FFF2-40B4-BE49-F238E27FC236}">
                    <a16:creationId xmlns:a16="http://schemas.microsoft.com/office/drawing/2014/main" id="{D06D907E-BE14-5CC2-C908-7AA84F045A41}"/>
                  </a:ext>
                </a:extLst>
              </p:cNvPr>
              <p:cNvSpPr txBox="1">
                <a:spLocks noRot="1" noChangeAspect="1" noMove="1" noResize="1" noEditPoints="1" noAdjustHandles="1" noChangeArrowheads="1" noChangeShapeType="1" noTextEdit="1"/>
              </p:cNvSpPr>
              <p:nvPr/>
            </p:nvSpPr>
            <p:spPr>
              <a:xfrm>
                <a:off x="589280" y="3152001"/>
                <a:ext cx="3553564" cy="553998"/>
              </a:xfrm>
              <a:prstGeom prst="rect">
                <a:avLst/>
              </a:prstGeom>
              <a:blipFill>
                <a:blip r:embed="rId2"/>
                <a:stretch>
                  <a:fillRect b="-6250"/>
                </a:stretch>
              </a:blipFill>
              <a:ln w="38100">
                <a:solidFill>
                  <a:srgbClr val="00B05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4AFD7BA-52CB-2867-B474-29DDAACC65BA}"/>
                  </a:ext>
                </a:extLst>
              </p:cNvPr>
              <p:cNvSpPr txBox="1"/>
              <p:nvPr/>
            </p:nvSpPr>
            <p:spPr>
              <a:xfrm>
                <a:off x="8088036" y="3152001"/>
                <a:ext cx="377444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m:t>
                      </m:r>
                      <m:r>
                        <a:rPr lang="en-GB" sz="3000" b="0" i="1" dirty="0" smtClean="0">
                          <a:latin typeface="Cambria Math" panose="02040503050406030204" pitchFamily="18" charset="0"/>
                        </a:rPr>
                        <m:t>1</m:t>
                      </m:r>
                    </m:oMath>
                  </m:oMathPara>
                </a14:m>
                <a:endParaRPr lang="en-PH" sz="3000" dirty="0"/>
              </a:p>
            </p:txBody>
          </p:sp>
        </mc:Choice>
        <mc:Fallback xmlns="">
          <p:sp>
            <p:nvSpPr>
              <p:cNvPr id="4" name="TextBox 3">
                <a:extLst>
                  <a:ext uri="{FF2B5EF4-FFF2-40B4-BE49-F238E27FC236}">
                    <a16:creationId xmlns:a16="http://schemas.microsoft.com/office/drawing/2014/main" id="{94AFD7BA-52CB-2867-B474-29DDAACC65BA}"/>
                  </a:ext>
                </a:extLst>
              </p:cNvPr>
              <p:cNvSpPr txBox="1">
                <a:spLocks noRot="1" noChangeAspect="1" noMove="1" noResize="1" noEditPoints="1" noAdjustHandles="1" noChangeArrowheads="1" noChangeShapeType="1" noTextEdit="1"/>
              </p:cNvSpPr>
              <p:nvPr/>
            </p:nvSpPr>
            <p:spPr>
              <a:xfrm>
                <a:off x="8088036" y="3152001"/>
                <a:ext cx="3774440" cy="553998"/>
              </a:xfrm>
              <a:prstGeom prst="rect">
                <a:avLst/>
              </a:prstGeom>
              <a:blipFill>
                <a:blip r:embed="rId3"/>
                <a:stretch>
                  <a:fillRect b="-6250"/>
                </a:stretch>
              </a:blipFill>
              <a:ln w="38100">
                <a:solidFill>
                  <a:srgbClr val="00B05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8B0119AC-E51C-EB00-445F-72F05401E975}"/>
                  </a:ext>
                </a:extLst>
              </p:cNvPr>
              <p:cNvSpPr txBox="1"/>
              <p:nvPr/>
            </p:nvSpPr>
            <p:spPr>
              <a:xfrm>
                <a:off x="4455160" y="116724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m:t>
                      </m:r>
                      <m:r>
                        <a:rPr lang="en-GB" sz="3000" b="0" i="1" dirty="0" smtClean="0">
                          <a:latin typeface="Cambria Math" panose="02040503050406030204" pitchFamily="18" charset="0"/>
                        </a:rPr>
                        <m:t>3</m:t>
                      </m:r>
                    </m:oMath>
                  </m:oMathPara>
                </a14:m>
                <a:endParaRPr lang="en-PH" sz="3000" dirty="0"/>
              </a:p>
            </p:txBody>
          </p:sp>
        </mc:Choice>
        <mc:Fallback xmlns="">
          <p:sp>
            <p:nvSpPr>
              <p:cNvPr id="7" name="TextBox 6">
                <a:extLst>
                  <a:ext uri="{FF2B5EF4-FFF2-40B4-BE49-F238E27FC236}">
                    <a16:creationId xmlns:a16="http://schemas.microsoft.com/office/drawing/2014/main" id="{8B0119AC-E51C-EB00-445F-72F05401E975}"/>
                  </a:ext>
                </a:extLst>
              </p:cNvPr>
              <p:cNvSpPr txBox="1">
                <a:spLocks noRot="1" noChangeAspect="1" noMove="1" noResize="1" noEditPoints="1" noAdjustHandles="1" noChangeArrowheads="1" noChangeShapeType="1" noTextEdit="1"/>
              </p:cNvSpPr>
              <p:nvPr/>
            </p:nvSpPr>
            <p:spPr>
              <a:xfrm>
                <a:off x="4455160" y="1167240"/>
                <a:ext cx="3281680" cy="553998"/>
              </a:xfrm>
              <a:prstGeom prst="rect">
                <a:avLst/>
              </a:prstGeom>
              <a:blipFill>
                <a:blip r:embed="rId4"/>
                <a:stretch>
                  <a:fillRect b="-6383"/>
                </a:stretch>
              </a:blipFill>
              <a:ln w="38100">
                <a:solidFill>
                  <a:srgbClr val="00B05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C12943D8-4992-E176-2BA5-0F67D7FBCF44}"/>
                  </a:ext>
                </a:extLst>
              </p:cNvPr>
              <p:cNvSpPr txBox="1"/>
              <p:nvPr/>
            </p:nvSpPr>
            <p:spPr>
              <a:xfrm>
                <a:off x="4455160" y="4691123"/>
                <a:ext cx="377444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m:t>
                      </m:r>
                      <m:r>
                        <a:rPr lang="en-GB" sz="3000" b="0" i="1" dirty="0" smtClean="0">
                          <a:latin typeface="Cambria Math" panose="02040503050406030204" pitchFamily="18" charset="0"/>
                        </a:rPr>
                        <m:t>2.75</m:t>
                      </m:r>
                    </m:oMath>
                  </m:oMathPara>
                </a14:m>
                <a:endParaRPr lang="en-PH" sz="3000" dirty="0"/>
              </a:p>
            </p:txBody>
          </p:sp>
        </mc:Choice>
        <mc:Fallback xmlns="">
          <p:sp>
            <p:nvSpPr>
              <p:cNvPr id="11" name="TextBox 10">
                <a:extLst>
                  <a:ext uri="{FF2B5EF4-FFF2-40B4-BE49-F238E27FC236}">
                    <a16:creationId xmlns:a16="http://schemas.microsoft.com/office/drawing/2014/main" id="{C12943D8-4992-E176-2BA5-0F67D7FBCF44}"/>
                  </a:ext>
                </a:extLst>
              </p:cNvPr>
              <p:cNvSpPr txBox="1">
                <a:spLocks noRot="1" noChangeAspect="1" noMove="1" noResize="1" noEditPoints="1" noAdjustHandles="1" noChangeArrowheads="1" noChangeShapeType="1" noTextEdit="1"/>
              </p:cNvSpPr>
              <p:nvPr/>
            </p:nvSpPr>
            <p:spPr>
              <a:xfrm>
                <a:off x="4455160" y="4691123"/>
                <a:ext cx="3774440" cy="553998"/>
              </a:xfrm>
              <a:prstGeom prst="rect">
                <a:avLst/>
              </a:prstGeom>
              <a:blipFill>
                <a:blip r:embed="rId5"/>
                <a:stretch>
                  <a:fillRect l="-332" r="-332" b="-6383"/>
                </a:stretch>
              </a:blipFill>
              <a:ln w="38100">
                <a:solidFill>
                  <a:srgbClr val="00B050"/>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D2BD3BB4-9193-4937-7B82-92565B5A7211}"/>
              </a:ext>
            </a:extLst>
          </p:cNvPr>
          <p:cNvSpPr txBox="1"/>
          <p:nvPr/>
        </p:nvSpPr>
        <p:spPr>
          <a:xfrm>
            <a:off x="2204018" y="5511564"/>
            <a:ext cx="7925501" cy="477054"/>
          </a:xfrm>
          <a:prstGeom prst="rect">
            <a:avLst/>
          </a:prstGeom>
          <a:noFill/>
        </p:spPr>
        <p:txBody>
          <a:bodyPr wrap="square">
            <a:spAutoFit/>
          </a:bodyPr>
          <a:lstStyle/>
          <a:p>
            <a:pPr>
              <a:buNone/>
            </a:pPr>
            <a:r>
              <a:rPr lang="en-GB" sz="2500" dirty="0"/>
              <a:t>We can now map the value for each </a:t>
            </a:r>
            <a:r>
              <a:rPr lang="en-GB" sz="2500" b="1" dirty="0">
                <a:solidFill>
                  <a:srgbClr val="FF0000"/>
                </a:solidFill>
              </a:rPr>
              <a:t>action</a:t>
            </a:r>
            <a:r>
              <a:rPr lang="en-GB" sz="2500" dirty="0"/>
              <a:t> from </a:t>
            </a:r>
            <a:r>
              <a:rPr lang="en-GB" sz="2500" b="1" dirty="0">
                <a:solidFill>
                  <a:srgbClr val="7030A0"/>
                </a:solidFill>
              </a:rPr>
              <a:t>state C</a:t>
            </a:r>
            <a:endParaRPr lang="en-PH" sz="2500" b="1" dirty="0">
              <a:solidFill>
                <a:srgbClr val="7030A0"/>
              </a:solidFill>
            </a:endParaRPr>
          </a:p>
        </p:txBody>
      </p:sp>
      <p:sp>
        <p:nvSpPr>
          <p:cNvPr id="3" name="Left-Up Arrow 2">
            <a:extLst>
              <a:ext uri="{FF2B5EF4-FFF2-40B4-BE49-F238E27FC236}">
                <a16:creationId xmlns:a16="http://schemas.microsoft.com/office/drawing/2014/main" id="{DDD367D2-D186-3D14-ABBD-E86BEE5F360B}"/>
              </a:ext>
            </a:extLst>
          </p:cNvPr>
          <p:cNvSpPr/>
          <p:nvPr/>
        </p:nvSpPr>
        <p:spPr>
          <a:xfrm flipH="1" flipV="1">
            <a:off x="5031124" y="2370764"/>
            <a:ext cx="850392" cy="850392"/>
          </a:xfrm>
          <a:prstGeom prst="leftUpArrow">
            <a:avLst>
              <a:gd name="adj1" fmla="val 27389"/>
              <a:gd name="adj2" fmla="val 25000"/>
              <a:gd name="adj3" fmla="val 25000"/>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Down Arrow 4">
            <a:extLst>
              <a:ext uri="{FF2B5EF4-FFF2-40B4-BE49-F238E27FC236}">
                <a16:creationId xmlns:a16="http://schemas.microsoft.com/office/drawing/2014/main" id="{305A9D76-3526-5508-7BA1-993C437EB61D}"/>
              </a:ext>
            </a:extLst>
          </p:cNvPr>
          <p:cNvSpPr/>
          <p:nvPr/>
        </p:nvSpPr>
        <p:spPr>
          <a:xfrm>
            <a:off x="6682396" y="234596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Down Arrow 5">
            <a:extLst>
              <a:ext uri="{FF2B5EF4-FFF2-40B4-BE49-F238E27FC236}">
                <a16:creationId xmlns:a16="http://schemas.microsoft.com/office/drawing/2014/main" id="{61F9025E-C09D-04DC-2943-AC97E71DFC02}"/>
              </a:ext>
            </a:extLst>
          </p:cNvPr>
          <p:cNvSpPr/>
          <p:nvPr/>
        </p:nvSpPr>
        <p:spPr>
          <a:xfrm rot="5400000" flipH="1" flipV="1">
            <a:off x="5214004" y="3487599"/>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993321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fade">
                                      <p:cBhvr>
                                        <p:cTn id="15" dur="500"/>
                                        <p:tgtEl>
                                          <p:spTgt spid="2"/>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5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7" grpId="0" animBg="1"/>
      <p:bldP spid="11" grpId="0" animBg="1"/>
      <p:bldP spid="12" grpId="0"/>
      <p:bldP spid="6" grpId="0" animBg="1"/>
    </p:bldLst>
  </p:timing>
</p:sld>
</file>

<file path=ppt/slides/slide11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E136BA00-4F11-D1DB-1381-F3FE16D65FEF}"/>
            </a:ext>
          </a:extLst>
        </p:cNvPr>
        <p:cNvGrpSpPr/>
        <p:nvPr/>
      </p:nvGrpSpPr>
      <p:grpSpPr>
        <a:xfrm>
          <a:off x="0" y="0"/>
          <a:ext cx="0" cy="0"/>
          <a:chOff x="0" y="0"/>
          <a:chExt cx="0" cy="0"/>
        </a:xfrm>
      </p:grpSpPr>
      <p:graphicFrame>
        <p:nvGraphicFramePr>
          <p:cNvPr id="8" name="Table 7">
            <a:extLst>
              <a:ext uri="{FF2B5EF4-FFF2-40B4-BE49-F238E27FC236}">
                <a16:creationId xmlns:a16="http://schemas.microsoft.com/office/drawing/2014/main" id="{52886832-3C04-FC93-9FE8-389DD98969AF}"/>
              </a:ext>
            </a:extLst>
          </p:cNvPr>
          <p:cNvGraphicFramePr>
            <a:graphicFrameLocks noGrp="1"/>
          </p:cNvGraphicFramePr>
          <p:nvPr>
            <p:extLst>
              <p:ext uri="{D42A27DB-BD31-4B8C-83A1-F6EECF244321}">
                <p14:modId xmlns:p14="http://schemas.microsoft.com/office/powerpoint/2010/main" val="518400836"/>
              </p:ext>
            </p:extLst>
          </p:nvPr>
        </p:nvGraphicFramePr>
        <p:xfrm>
          <a:off x="2267075" y="101484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-2</a:t>
                      </a:r>
                    </a:p>
                  </a:txBody>
                  <a:tcPr anchor="ctr"/>
                </a:tc>
                <a:tc>
                  <a:txBody>
                    <a:bodyPr/>
                    <a:lstStyle/>
                    <a:p>
                      <a:pPr algn="ctr"/>
                      <a:r>
                        <a:rPr lang="en-US" sz="3000" b="1" dirty="0"/>
                        <a:t>-1.75</a:t>
                      </a:r>
                    </a:p>
                  </a:txBody>
                  <a:tcPr anchor="ctr"/>
                </a:tc>
                <a:extLst>
                  <a:ext uri="{0D108BD9-81ED-4DB2-BD59-A6C34878D82A}">
                    <a16:rowId xmlns:a16="http://schemas.microsoft.com/office/drawing/2014/main" val="3795677844"/>
                  </a:ext>
                </a:extLst>
              </a:tr>
              <a:tr h="1080000">
                <a:tc>
                  <a:txBody>
                    <a:bodyPr/>
                    <a:lstStyle/>
                    <a:p>
                      <a:pPr algn="ctr"/>
                      <a:r>
                        <a:rPr lang="en-US" sz="3000" b="1" dirty="0"/>
                        <a:t>-1.75</a:t>
                      </a:r>
                    </a:p>
                  </a:txBody>
                  <a:tcPr anchor="ctr"/>
                </a:tc>
                <a:tc>
                  <a:txBody>
                    <a:bodyPr/>
                    <a:lstStyle/>
                    <a:p>
                      <a:pPr algn="ctr"/>
                      <a:r>
                        <a:rPr lang="en-US" sz="3000" b="1" dirty="0"/>
                        <a:t>0</a:t>
                      </a:r>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graphicFrame>
        <p:nvGraphicFramePr>
          <p:cNvPr id="9" name="Table 8">
            <a:extLst>
              <a:ext uri="{FF2B5EF4-FFF2-40B4-BE49-F238E27FC236}">
                <a16:creationId xmlns:a16="http://schemas.microsoft.com/office/drawing/2014/main" id="{06010CCC-B19B-64DE-8FCF-D4E011DAE4C3}"/>
              </a:ext>
            </a:extLst>
          </p:cNvPr>
          <p:cNvGraphicFramePr>
            <a:graphicFrameLocks noGrp="1"/>
          </p:cNvGraphicFramePr>
          <p:nvPr/>
        </p:nvGraphicFramePr>
        <p:xfrm>
          <a:off x="7239676" y="101484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5757616A-E221-F5E3-6D73-0719AA36F859}"/>
                  </a:ext>
                </a:extLst>
              </p:cNvPr>
              <p:cNvSpPr txBox="1"/>
              <p:nvPr/>
            </p:nvSpPr>
            <p:spPr>
              <a:xfrm>
                <a:off x="7170644" y="3333313"/>
                <a:ext cx="3087826" cy="861774"/>
              </a:xfrm>
              <a:prstGeom prst="rect">
                <a:avLst/>
              </a:prstGeom>
              <a:noFill/>
            </p:spPr>
            <p:txBody>
              <a:bodyPr wrap="square" rtlCol="0">
                <a:spAutoFit/>
              </a:bodyPr>
              <a:lstStyle/>
              <a:p>
                <a:r>
                  <a:rPr lang="en-GB" sz="2500" dirty="0"/>
                  <a:t>Greedy Policy with respect to </a:t>
                </a:r>
                <a14:m>
                  <m:oMath xmlns:m="http://schemas.openxmlformats.org/officeDocument/2006/math">
                    <m:sSub>
                      <m:sSubPr>
                        <m:ctrlPr>
                          <a:rPr lang="en-US" sz="2500" i="1" dirty="0" smtClean="0">
                            <a:latin typeface="Cambria Math" panose="02040503050406030204" pitchFamily="18" charset="0"/>
                          </a:rPr>
                        </m:ctrlPr>
                      </m:sSubPr>
                      <m:e>
                        <m:r>
                          <a:rPr lang="en-GB" sz="2500" b="0" i="1" dirty="0" smtClean="0">
                            <a:latin typeface="Cambria Math" panose="02040503050406030204" pitchFamily="18" charset="0"/>
                          </a:rPr>
                          <m:t>𝑣</m:t>
                        </m:r>
                      </m:e>
                      <m:sub>
                        <m:r>
                          <a:rPr lang="en-GB" sz="2500" b="0" i="1" dirty="0" smtClean="0">
                            <a:latin typeface="Cambria Math" panose="02040503050406030204" pitchFamily="18" charset="0"/>
                          </a:rPr>
                          <m:t>𝑘</m:t>
                        </m:r>
                      </m:sub>
                    </m:sSub>
                  </m:oMath>
                </a14:m>
                <a:endParaRPr lang="en-US" sz="2500" dirty="0"/>
              </a:p>
            </p:txBody>
          </p:sp>
        </mc:Choice>
        <mc:Fallback xmlns="">
          <p:sp>
            <p:nvSpPr>
              <p:cNvPr id="31" name="TextBox 30">
                <a:extLst>
                  <a:ext uri="{FF2B5EF4-FFF2-40B4-BE49-F238E27FC236}">
                    <a16:creationId xmlns:a16="http://schemas.microsoft.com/office/drawing/2014/main" id="{5757616A-E221-F5E3-6D73-0719AA36F859}"/>
                  </a:ext>
                </a:extLst>
              </p:cNvPr>
              <p:cNvSpPr txBox="1">
                <a:spLocks noRot="1" noChangeAspect="1" noMove="1" noResize="1" noEditPoints="1" noAdjustHandles="1" noChangeArrowheads="1" noChangeShapeType="1" noTextEdit="1"/>
              </p:cNvSpPr>
              <p:nvPr/>
            </p:nvSpPr>
            <p:spPr>
              <a:xfrm>
                <a:off x="7170644" y="3333313"/>
                <a:ext cx="3087826" cy="861774"/>
              </a:xfrm>
              <a:prstGeom prst="rect">
                <a:avLst/>
              </a:prstGeom>
              <a:blipFill>
                <a:blip r:embed="rId2"/>
                <a:stretch>
                  <a:fillRect l="-3279" t="-5797" b="-159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29BCBF1D-A06D-9855-F6C3-5615D45E65A3}"/>
                  </a:ext>
                </a:extLst>
              </p:cNvPr>
              <p:cNvSpPr txBox="1"/>
              <p:nvPr/>
            </p:nvSpPr>
            <p:spPr>
              <a:xfrm>
                <a:off x="5580505" y="380037"/>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=2</m:t>
                      </m:r>
                    </m:oMath>
                  </m:oMathPara>
                </a14:m>
                <a:endParaRPr lang="en-US" sz="2500" dirty="0"/>
              </a:p>
            </p:txBody>
          </p:sp>
        </mc:Choice>
        <mc:Fallback xmlns="">
          <p:sp>
            <p:nvSpPr>
              <p:cNvPr id="24" name="TextBox 23">
                <a:extLst>
                  <a:ext uri="{FF2B5EF4-FFF2-40B4-BE49-F238E27FC236}">
                    <a16:creationId xmlns:a16="http://schemas.microsoft.com/office/drawing/2014/main" id="{29BCBF1D-A06D-9855-F6C3-5615D45E65A3}"/>
                  </a:ext>
                </a:extLst>
              </p:cNvPr>
              <p:cNvSpPr txBox="1">
                <a:spLocks noRot="1" noChangeAspect="1" noMove="1" noResize="1" noEditPoints="1" noAdjustHandles="1" noChangeArrowheads="1" noChangeShapeType="1" noTextEdit="1"/>
              </p:cNvSpPr>
              <p:nvPr/>
            </p:nvSpPr>
            <p:spPr>
              <a:xfrm>
                <a:off x="5580505" y="380037"/>
                <a:ext cx="1030988" cy="477054"/>
              </a:xfrm>
              <a:prstGeom prst="rect">
                <a:avLst/>
              </a:prstGeom>
              <a:blipFill>
                <a:blip r:embed="rId3"/>
                <a:stretch>
                  <a:fillRect/>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6352BD35-0C6E-6E25-4F28-25383F228B9C}"/>
                  </a:ext>
                </a:extLst>
              </p:cNvPr>
              <p:cNvSpPr txBox="1"/>
              <p:nvPr/>
            </p:nvSpPr>
            <p:spPr>
              <a:xfrm>
                <a:off x="2387996" y="3333313"/>
                <a:ext cx="2645358" cy="861774"/>
              </a:xfrm>
              <a:prstGeom prst="rect">
                <a:avLst/>
              </a:prstGeom>
              <a:noFill/>
            </p:spPr>
            <p:txBody>
              <a:bodyPr wrap="square" rtlCol="0">
                <a:spAutoFit/>
              </a:bodyPr>
              <a:lstStyle/>
              <a:p>
                <a:r>
                  <a:rPr lang="en-US" sz="2500" dirty="0"/>
                  <a:t>Value function</a:t>
                </a:r>
                <a14:m>
                  <m:oMath xmlns:m="http://schemas.openxmlformats.org/officeDocument/2006/math">
                    <m:r>
                      <a:rPr lang="en-GB" sz="2500" b="0" i="0" dirty="0" smtClean="0">
                        <a:latin typeface="Cambria Math" panose="02040503050406030204" pitchFamily="18" charset="0"/>
                      </a:rPr>
                      <m:t> </m:t>
                    </m:r>
                    <m:sSub>
                      <m:sSubPr>
                        <m:ctrlPr>
                          <a:rPr lang="en-US" sz="2500" i="1" dirty="0" smtClean="0">
                            <a:latin typeface="Cambria Math" panose="02040503050406030204" pitchFamily="18" charset="0"/>
                          </a:rPr>
                        </m:ctrlPr>
                      </m:sSubPr>
                      <m:e>
                        <m:r>
                          <a:rPr lang="en-GB" sz="2500" b="0" i="1" dirty="0" smtClean="0">
                            <a:latin typeface="Cambria Math" panose="02040503050406030204" pitchFamily="18" charset="0"/>
                          </a:rPr>
                          <m:t>𝑣</m:t>
                        </m:r>
                      </m:e>
                      <m:sub>
                        <m:r>
                          <a:rPr lang="en-GB" sz="2500" b="0" i="1" dirty="0" smtClean="0">
                            <a:latin typeface="Cambria Math" panose="02040503050406030204" pitchFamily="18" charset="0"/>
                          </a:rPr>
                          <m:t>𝑘</m:t>
                        </m:r>
                      </m:sub>
                    </m:sSub>
                  </m:oMath>
                </a14:m>
                <a:r>
                  <a:rPr lang="en-US" sz="2500" dirty="0"/>
                  <a:t> at time step</a:t>
                </a:r>
                <a14:m>
                  <m:oMath xmlns:m="http://schemas.openxmlformats.org/officeDocument/2006/math">
                    <m:r>
                      <a:rPr lang="en-GB" sz="2500" dirty="0">
                        <a:latin typeface="Cambria Math" panose="02040503050406030204" pitchFamily="18" charset="0"/>
                      </a:rPr>
                      <m:t> </m:t>
                    </m:r>
                    <m:r>
                      <a:rPr lang="en-GB" sz="2500" b="0" i="1" dirty="0" smtClean="0">
                        <a:latin typeface="Cambria Math" panose="02040503050406030204" pitchFamily="18" charset="0"/>
                      </a:rPr>
                      <m:t>𝑘</m:t>
                    </m:r>
                  </m:oMath>
                </a14:m>
                <a:endParaRPr lang="en-US" sz="2500" dirty="0"/>
              </a:p>
            </p:txBody>
          </p:sp>
        </mc:Choice>
        <mc:Fallback xmlns="">
          <p:sp>
            <p:nvSpPr>
              <p:cNvPr id="25" name="TextBox 24">
                <a:extLst>
                  <a:ext uri="{FF2B5EF4-FFF2-40B4-BE49-F238E27FC236}">
                    <a16:creationId xmlns:a16="http://schemas.microsoft.com/office/drawing/2014/main" id="{6352BD35-0C6E-6E25-4F28-25383F228B9C}"/>
                  </a:ext>
                </a:extLst>
              </p:cNvPr>
              <p:cNvSpPr txBox="1">
                <a:spLocks noRot="1" noChangeAspect="1" noMove="1" noResize="1" noEditPoints="1" noAdjustHandles="1" noChangeArrowheads="1" noChangeShapeType="1" noTextEdit="1"/>
              </p:cNvSpPr>
              <p:nvPr/>
            </p:nvSpPr>
            <p:spPr>
              <a:xfrm>
                <a:off x="2387996" y="3333313"/>
                <a:ext cx="2645358" cy="861774"/>
              </a:xfrm>
              <a:prstGeom prst="rect">
                <a:avLst/>
              </a:prstGeom>
              <a:blipFill>
                <a:blip r:embed="rId4"/>
                <a:stretch>
                  <a:fillRect l="-3828" t="-5797" b="-159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920230A8-3049-D438-7361-31E0A3A40DCD}"/>
                  </a:ext>
                </a:extLst>
              </p:cNvPr>
              <p:cNvSpPr txBox="1"/>
              <p:nvPr/>
            </p:nvSpPr>
            <p:spPr>
              <a:xfrm>
                <a:off x="2508916" y="5523855"/>
                <a:ext cx="8392764" cy="477054"/>
              </a:xfrm>
              <a:prstGeom prst="rect">
                <a:avLst/>
              </a:prstGeom>
              <a:noFill/>
            </p:spPr>
            <p:txBody>
              <a:bodyPr wrap="square" rtlCol="0">
                <a:spAutoFit/>
              </a:bodyPr>
              <a:lstStyle/>
              <a:p>
                <a:r>
                  <a:rPr lang="en-GB" sz="2500" dirty="0"/>
                  <a:t>After the second iteration, we achieved the optimal policy </a:t>
                </a:r>
                <a14:m>
                  <m:oMath xmlns:m="http://schemas.openxmlformats.org/officeDocument/2006/math">
                    <m:sSub>
                      <m:sSubPr>
                        <m:ctrlPr>
                          <a:rPr lang="en-GB" sz="2500" i="1" smtClean="0">
                            <a:latin typeface="Cambria Math" panose="02040503050406030204" pitchFamily="18" charset="0"/>
                            <a:ea typeface="Cambria Math" panose="02040503050406030204" pitchFamily="18" charset="0"/>
                          </a:rPr>
                        </m:ctrlPr>
                      </m:sSubPr>
                      <m:e>
                        <m:r>
                          <a:rPr lang="en-GB" sz="2500" i="1">
                            <a:latin typeface="Cambria Math" panose="02040503050406030204" pitchFamily="18" charset="0"/>
                            <a:ea typeface="Cambria Math" panose="02040503050406030204" pitchFamily="18" charset="0"/>
                          </a:rPr>
                          <m:t>𝜋</m:t>
                        </m:r>
                      </m:e>
                      <m:sub>
                        <m:r>
                          <a:rPr lang="en-GB" sz="2500" b="0" i="1" smtClean="0">
                            <a:latin typeface="Cambria Math" panose="02040503050406030204" pitchFamily="18" charset="0"/>
                            <a:ea typeface="Cambria Math" panose="02040503050406030204" pitchFamily="18" charset="0"/>
                          </a:rPr>
                          <m:t>∗</m:t>
                        </m:r>
                      </m:sub>
                    </m:sSub>
                  </m:oMath>
                </a14:m>
                <a:endParaRPr lang="en-US" sz="2500" dirty="0"/>
              </a:p>
            </p:txBody>
          </p:sp>
        </mc:Choice>
        <mc:Fallback xmlns="">
          <p:sp>
            <p:nvSpPr>
              <p:cNvPr id="26" name="TextBox 25">
                <a:extLst>
                  <a:ext uri="{FF2B5EF4-FFF2-40B4-BE49-F238E27FC236}">
                    <a16:creationId xmlns:a16="http://schemas.microsoft.com/office/drawing/2014/main" id="{920230A8-3049-D438-7361-31E0A3A40DCD}"/>
                  </a:ext>
                </a:extLst>
              </p:cNvPr>
              <p:cNvSpPr txBox="1">
                <a:spLocks noRot="1" noChangeAspect="1" noMove="1" noResize="1" noEditPoints="1" noAdjustHandles="1" noChangeArrowheads="1" noChangeShapeType="1" noTextEdit="1"/>
              </p:cNvSpPr>
              <p:nvPr/>
            </p:nvSpPr>
            <p:spPr>
              <a:xfrm>
                <a:off x="2508916" y="5523855"/>
                <a:ext cx="8392764" cy="477054"/>
              </a:xfrm>
              <a:prstGeom prst="rect">
                <a:avLst/>
              </a:prstGeom>
              <a:blipFill>
                <a:blip r:embed="rId5"/>
                <a:stretch>
                  <a:fillRect l="-1208" t="-7692" b="-28205"/>
                </a:stretch>
              </a:blipFill>
            </p:spPr>
            <p:txBody>
              <a:bodyPr/>
              <a:lstStyle/>
              <a:p>
                <a:r>
                  <a:rPr lang="en-US">
                    <a:noFill/>
                  </a:rPr>
                  <a:t> </a:t>
                </a:r>
              </a:p>
            </p:txBody>
          </p:sp>
        </mc:Fallback>
      </mc:AlternateContent>
      <p:sp>
        <p:nvSpPr>
          <p:cNvPr id="3" name="Down Arrow 2">
            <a:extLst>
              <a:ext uri="{FF2B5EF4-FFF2-40B4-BE49-F238E27FC236}">
                <a16:creationId xmlns:a16="http://schemas.microsoft.com/office/drawing/2014/main" id="{DDDC055E-3C21-95A7-067B-B8EAE103A4B4}"/>
              </a:ext>
            </a:extLst>
          </p:cNvPr>
          <p:cNvSpPr/>
          <p:nvPr/>
        </p:nvSpPr>
        <p:spPr>
          <a:xfrm rot="10800000" flipV="1">
            <a:off x="9170000" y="1104545"/>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Down Arrow 3">
            <a:extLst>
              <a:ext uri="{FF2B5EF4-FFF2-40B4-BE49-F238E27FC236}">
                <a16:creationId xmlns:a16="http://schemas.microsoft.com/office/drawing/2014/main" id="{6408E7D7-EBDE-1A4D-B579-64FE30C4800F}"/>
              </a:ext>
            </a:extLst>
          </p:cNvPr>
          <p:cNvSpPr/>
          <p:nvPr/>
        </p:nvSpPr>
        <p:spPr>
          <a:xfrm rot="5400000" flipV="1">
            <a:off x="7758084" y="2162942"/>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Left-Up Arrow 4">
            <a:extLst>
              <a:ext uri="{FF2B5EF4-FFF2-40B4-BE49-F238E27FC236}">
                <a16:creationId xmlns:a16="http://schemas.microsoft.com/office/drawing/2014/main" id="{0B64B5B8-ADB9-0535-4094-807BB95935E1}"/>
              </a:ext>
            </a:extLst>
          </p:cNvPr>
          <p:cNvSpPr/>
          <p:nvPr/>
        </p:nvSpPr>
        <p:spPr>
          <a:xfrm flipH="1" flipV="1">
            <a:off x="7600008" y="1129349"/>
            <a:ext cx="850392" cy="850392"/>
          </a:xfrm>
          <a:prstGeom prst="leftUpArrow">
            <a:avLst>
              <a:gd name="adj1" fmla="val 27389"/>
              <a:gd name="adj2" fmla="val 25000"/>
              <a:gd name="adj3" fmla="val 25000"/>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7824932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EBC0047-72E1-7E3F-D39C-8614E04B72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52C0A3-BE06-6DF8-B9A4-2AC8100F43A5}"/>
              </a:ext>
            </a:extLst>
          </p:cNvPr>
          <p:cNvSpPr>
            <a:spLocks noGrp="1"/>
          </p:cNvSpPr>
          <p:nvPr>
            <p:ph type="title"/>
          </p:nvPr>
        </p:nvSpPr>
        <p:spPr/>
        <p:txBody>
          <a:bodyPr/>
          <a:lstStyle/>
          <a:p>
            <a:r>
              <a:rPr lang="en-PH" b="1" i="0" u="none" strike="noStrike" dirty="0">
                <a:solidFill>
                  <a:srgbClr val="000000"/>
                </a:solidFill>
                <a:effectLst/>
              </a:rPr>
              <a:t>Policy Iteration</a:t>
            </a:r>
            <a:endParaRPr lang="en-US" dirty="0"/>
          </a:p>
        </p:txBody>
      </p:sp>
      <p:sp>
        <p:nvSpPr>
          <p:cNvPr id="3" name="Content Placeholder 2">
            <a:extLst>
              <a:ext uri="{FF2B5EF4-FFF2-40B4-BE49-F238E27FC236}">
                <a16:creationId xmlns:a16="http://schemas.microsoft.com/office/drawing/2014/main" id="{E31C9D58-7E3C-EB54-C841-F5E27F44FACC}"/>
              </a:ext>
            </a:extLst>
          </p:cNvPr>
          <p:cNvSpPr>
            <a:spLocks noGrp="1"/>
          </p:cNvSpPr>
          <p:nvPr>
            <p:ph idx="1"/>
          </p:nvPr>
        </p:nvSpPr>
        <p:spPr/>
        <p:txBody>
          <a:bodyPr/>
          <a:lstStyle/>
          <a:p>
            <a:pPr algn="l">
              <a:buFont typeface="Arial" panose="020B0604020202020204" pitchFamily="34" charset="0"/>
              <a:buChar char="•"/>
            </a:pPr>
            <a:r>
              <a:rPr lang="en-PH" b="0" i="0" u="none" strike="noStrike" dirty="0">
                <a:solidFill>
                  <a:srgbClr val="000000"/>
                </a:solidFill>
                <a:effectLst/>
              </a:rPr>
              <a:t>Guess a policy.</a:t>
            </a:r>
          </a:p>
          <a:p>
            <a:pPr algn="l">
              <a:buFont typeface="Arial" panose="020B0604020202020204" pitchFamily="34" charset="0"/>
              <a:buChar char="•"/>
            </a:pPr>
            <a:r>
              <a:rPr lang="en-PH" b="0" i="0" u="none" strike="noStrike" dirty="0">
                <a:solidFill>
                  <a:srgbClr val="000000"/>
                </a:solidFill>
                <a:effectLst/>
              </a:rPr>
              <a:t>Evaluate how good it is.</a:t>
            </a:r>
          </a:p>
          <a:p>
            <a:pPr algn="l">
              <a:buFont typeface="Arial" panose="020B0604020202020204" pitchFamily="34" charset="0"/>
              <a:buChar char="•"/>
            </a:pPr>
            <a:r>
              <a:rPr lang="en-PH" b="0" i="0" u="none" strike="noStrike" dirty="0">
                <a:solidFill>
                  <a:srgbClr val="000000"/>
                </a:solidFill>
                <a:effectLst/>
              </a:rPr>
              <a:t>Improve it.</a:t>
            </a:r>
          </a:p>
          <a:p>
            <a:pPr algn="l">
              <a:buFont typeface="Arial" panose="020B0604020202020204" pitchFamily="34" charset="0"/>
              <a:buChar char="•"/>
            </a:pPr>
            <a:r>
              <a:rPr lang="en-PH" b="0" i="0" u="none" strike="noStrike" dirty="0">
                <a:solidFill>
                  <a:srgbClr val="000000"/>
                </a:solidFill>
                <a:effectLst/>
              </a:rPr>
              <a:t>Repeat until it doesn’t change.</a:t>
            </a:r>
          </a:p>
          <a:p>
            <a:endParaRPr lang="en-US" dirty="0"/>
          </a:p>
        </p:txBody>
      </p:sp>
    </p:spTree>
    <p:extLst>
      <p:ext uri="{BB962C8B-B14F-4D97-AF65-F5344CB8AC3E}">
        <p14:creationId xmlns:p14="http://schemas.microsoft.com/office/powerpoint/2010/main" val="147101535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67D5B88F-A199-9D19-6DA4-AF543F927407}"/>
            </a:ext>
          </a:extLst>
        </p:cNvPr>
        <p:cNvGrpSpPr/>
        <p:nvPr/>
      </p:nvGrpSpPr>
      <p:grpSpPr>
        <a:xfrm>
          <a:off x="0" y="0"/>
          <a:ext cx="0" cy="0"/>
          <a:chOff x="0" y="0"/>
          <a:chExt cx="0" cy="0"/>
        </a:xfrm>
      </p:grpSpPr>
      <p:graphicFrame>
        <p:nvGraphicFramePr>
          <p:cNvPr id="8" name="Table 7">
            <a:extLst>
              <a:ext uri="{FF2B5EF4-FFF2-40B4-BE49-F238E27FC236}">
                <a16:creationId xmlns:a16="http://schemas.microsoft.com/office/drawing/2014/main" id="{C6AF3D77-6DE8-BEE6-BEFA-66F300C223E1}"/>
              </a:ext>
            </a:extLst>
          </p:cNvPr>
          <p:cNvGraphicFramePr>
            <a:graphicFrameLocks noGrp="1"/>
          </p:cNvGraphicFramePr>
          <p:nvPr>
            <p:extLst>
              <p:ext uri="{D42A27DB-BD31-4B8C-83A1-F6EECF244321}">
                <p14:modId xmlns:p14="http://schemas.microsoft.com/office/powerpoint/2010/main" val="2614879629"/>
              </p:ext>
            </p:extLst>
          </p:nvPr>
        </p:nvGraphicFramePr>
        <p:xfrm>
          <a:off x="2108235" y="219356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-1</a:t>
                      </a:r>
                    </a:p>
                  </a:txBody>
                  <a:tcPr anchor="ctr"/>
                </a:tc>
                <a:tc>
                  <a:txBody>
                    <a:bodyPr/>
                    <a:lstStyle/>
                    <a:p>
                      <a:pPr algn="ctr"/>
                      <a:r>
                        <a:rPr lang="en-US" b="1" dirty="0"/>
                        <a:t>-1</a:t>
                      </a:r>
                    </a:p>
                  </a:txBody>
                  <a:tcPr anchor="ctr"/>
                </a:tc>
                <a:extLst>
                  <a:ext uri="{0D108BD9-81ED-4DB2-BD59-A6C34878D82A}">
                    <a16:rowId xmlns:a16="http://schemas.microsoft.com/office/drawing/2014/main" val="3795677844"/>
                  </a:ext>
                </a:extLst>
              </a:tr>
              <a:tr h="1080000">
                <a:tc>
                  <a:txBody>
                    <a:bodyPr/>
                    <a:lstStyle/>
                    <a:p>
                      <a:pPr algn="ctr"/>
                      <a:r>
                        <a:rPr lang="en-US" b="1" dirty="0"/>
                        <a:t>-1</a:t>
                      </a:r>
                    </a:p>
                  </a:txBody>
                  <a:tcPr anchor="ctr"/>
                </a:tc>
                <a:tc>
                  <a:txBody>
                    <a:bodyPr/>
                    <a:lstStyle/>
                    <a:p>
                      <a:pPr algn="ctr"/>
                      <a:r>
                        <a:rPr lang="en-US" b="1" dirty="0"/>
                        <a:t>0</a:t>
                      </a:r>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graphicFrame>
        <p:nvGraphicFramePr>
          <p:cNvPr id="9" name="Table 8">
            <a:extLst>
              <a:ext uri="{FF2B5EF4-FFF2-40B4-BE49-F238E27FC236}">
                <a16:creationId xmlns:a16="http://schemas.microsoft.com/office/drawing/2014/main" id="{2BC2859E-B988-C09F-6C4A-158069010CED}"/>
              </a:ext>
            </a:extLst>
          </p:cNvPr>
          <p:cNvGraphicFramePr>
            <a:graphicFrameLocks noGrp="1"/>
          </p:cNvGraphicFramePr>
          <p:nvPr/>
        </p:nvGraphicFramePr>
        <p:xfrm>
          <a:off x="7239676" y="219356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EC29766-D001-16BA-31AD-7F06967EC3A0}"/>
                  </a:ext>
                </a:extLst>
              </p:cNvPr>
              <p:cNvSpPr txBox="1"/>
              <p:nvPr/>
            </p:nvSpPr>
            <p:spPr>
              <a:xfrm>
                <a:off x="2007922" y="960589"/>
                <a:ext cx="4240478" cy="861774"/>
              </a:xfrm>
              <a:prstGeom prst="rect">
                <a:avLst/>
              </a:prstGeom>
              <a:noFill/>
            </p:spPr>
            <p:txBody>
              <a:bodyPr wrap="square" rtlCol="0">
                <a:spAutoFit/>
              </a:bodyPr>
              <a:lstStyle/>
              <a:p>
                <a:r>
                  <a:rPr lang="en-US" sz="2500" dirty="0"/>
                  <a:t>Value function</a:t>
                </a:r>
                <a14:m>
                  <m:oMath xmlns:m="http://schemas.openxmlformats.org/officeDocument/2006/math">
                    <m:r>
                      <a:rPr lang="en-GB" sz="2500" b="0" i="0" dirty="0" smtClean="0">
                        <a:latin typeface="Cambria Math" panose="02040503050406030204" pitchFamily="18" charset="0"/>
                      </a:rPr>
                      <m:t> </m:t>
                    </m:r>
                    <m:sSub>
                      <m:sSubPr>
                        <m:ctrlPr>
                          <a:rPr lang="en-US" sz="2500" i="1" dirty="0" smtClean="0">
                            <a:latin typeface="Cambria Math" panose="02040503050406030204" pitchFamily="18" charset="0"/>
                          </a:rPr>
                        </m:ctrlPr>
                      </m:sSubPr>
                      <m:e>
                        <m:r>
                          <a:rPr lang="en-GB" sz="2500" b="0" i="1" dirty="0" smtClean="0">
                            <a:latin typeface="Cambria Math" panose="02040503050406030204" pitchFamily="18" charset="0"/>
                          </a:rPr>
                          <m:t>𝑣</m:t>
                        </m:r>
                      </m:e>
                      <m:sub>
                        <m:r>
                          <a:rPr lang="en-GB" sz="2500" b="0" i="1" dirty="0" smtClean="0">
                            <a:latin typeface="Cambria Math" panose="02040503050406030204" pitchFamily="18" charset="0"/>
                          </a:rPr>
                          <m:t>𝑘</m:t>
                        </m:r>
                      </m:sub>
                    </m:sSub>
                  </m:oMath>
                </a14:m>
                <a:r>
                  <a:rPr lang="en-US" sz="2500" dirty="0"/>
                  <a:t> at time step</a:t>
                </a:r>
                <a14:m>
                  <m:oMath xmlns:m="http://schemas.openxmlformats.org/officeDocument/2006/math">
                    <m:r>
                      <a:rPr lang="en-GB" sz="2500" dirty="0">
                        <a:latin typeface="Cambria Math" panose="02040503050406030204" pitchFamily="18" charset="0"/>
                      </a:rPr>
                      <m:t> </m:t>
                    </m:r>
                    <m:r>
                      <a:rPr lang="en-GB" sz="2500" b="0" i="1" dirty="0" smtClean="0">
                        <a:latin typeface="Cambria Math" panose="02040503050406030204" pitchFamily="18" charset="0"/>
                      </a:rPr>
                      <m:t>𝑘</m:t>
                    </m:r>
                  </m:oMath>
                </a14:m>
                <a:r>
                  <a:rPr lang="en-US" sz="2500" dirty="0"/>
                  <a:t> for the random policy </a:t>
                </a:r>
              </a:p>
            </p:txBody>
          </p:sp>
        </mc:Choice>
        <mc:Fallback xmlns="">
          <p:sp>
            <p:nvSpPr>
              <p:cNvPr id="12" name="TextBox 11">
                <a:extLst>
                  <a:ext uri="{FF2B5EF4-FFF2-40B4-BE49-F238E27FC236}">
                    <a16:creationId xmlns:a16="http://schemas.microsoft.com/office/drawing/2014/main" id="{4EC29766-D001-16BA-31AD-7F06967EC3A0}"/>
                  </a:ext>
                </a:extLst>
              </p:cNvPr>
              <p:cNvSpPr txBox="1">
                <a:spLocks noRot="1" noChangeAspect="1" noMove="1" noResize="1" noEditPoints="1" noAdjustHandles="1" noChangeArrowheads="1" noChangeShapeType="1" noTextEdit="1"/>
              </p:cNvSpPr>
              <p:nvPr/>
            </p:nvSpPr>
            <p:spPr>
              <a:xfrm>
                <a:off x="2007922" y="960589"/>
                <a:ext cx="4240478" cy="861774"/>
              </a:xfrm>
              <a:prstGeom prst="rect">
                <a:avLst/>
              </a:prstGeom>
              <a:blipFill>
                <a:blip r:embed="rId2"/>
                <a:stretch>
                  <a:fillRect l="-2083" t="-5797" b="-159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1239D282-14EE-13F0-F2D6-0ED089026BC0}"/>
                  </a:ext>
                </a:extLst>
              </p:cNvPr>
              <p:cNvSpPr txBox="1"/>
              <p:nvPr/>
            </p:nvSpPr>
            <p:spPr>
              <a:xfrm>
                <a:off x="5580505" y="5321033"/>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13" name="TextBox 12">
                <a:extLst>
                  <a:ext uri="{FF2B5EF4-FFF2-40B4-BE49-F238E27FC236}">
                    <a16:creationId xmlns:a16="http://schemas.microsoft.com/office/drawing/2014/main" id="{1239D282-14EE-13F0-F2D6-0ED089026BC0}"/>
                  </a:ext>
                </a:extLst>
              </p:cNvPr>
              <p:cNvSpPr txBox="1">
                <a:spLocks noRot="1" noChangeAspect="1" noMove="1" noResize="1" noEditPoints="1" noAdjustHandles="1" noChangeArrowheads="1" noChangeShapeType="1" noTextEdit="1"/>
              </p:cNvSpPr>
              <p:nvPr/>
            </p:nvSpPr>
            <p:spPr>
              <a:xfrm>
                <a:off x="5580505" y="5321033"/>
                <a:ext cx="1030988" cy="477054"/>
              </a:xfrm>
              <a:prstGeom prst="rect">
                <a:avLst/>
              </a:prstGeom>
              <a:blipFill>
                <a:blip r:embed="rId3"/>
                <a:stretch>
                  <a:fillRect/>
                </a:stretch>
              </a:blipFill>
              <a:ln w="38100">
                <a:solidFill>
                  <a:schemeClr val="tx1"/>
                </a:solidFill>
              </a:ln>
            </p:spPr>
            <p:txBody>
              <a:bodyPr/>
              <a:lstStyle/>
              <a:p>
                <a:r>
                  <a:rPr lang="en-US">
                    <a:noFill/>
                  </a:rPr>
                  <a:t> </a:t>
                </a:r>
              </a:p>
            </p:txBody>
          </p:sp>
        </mc:Fallback>
      </mc:AlternateContent>
      <p:sp>
        <p:nvSpPr>
          <p:cNvPr id="20" name="Quad Arrow 19">
            <a:extLst>
              <a:ext uri="{FF2B5EF4-FFF2-40B4-BE49-F238E27FC236}">
                <a16:creationId xmlns:a16="http://schemas.microsoft.com/office/drawing/2014/main" id="{54652682-5AC4-23BB-0F0C-37DA9F92A193}"/>
              </a:ext>
            </a:extLst>
          </p:cNvPr>
          <p:cNvSpPr/>
          <p:nvPr/>
        </p:nvSpPr>
        <p:spPr>
          <a:xfrm>
            <a:off x="7547756" y="227484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8D60F109-0C14-332A-AFA7-1BA0925E52DD}"/>
                  </a:ext>
                </a:extLst>
              </p:cNvPr>
              <p:cNvSpPr txBox="1"/>
              <p:nvPr/>
            </p:nvSpPr>
            <p:spPr>
              <a:xfrm>
                <a:off x="7239676" y="960589"/>
                <a:ext cx="3087826" cy="861774"/>
              </a:xfrm>
              <a:prstGeom prst="rect">
                <a:avLst/>
              </a:prstGeom>
              <a:noFill/>
            </p:spPr>
            <p:txBody>
              <a:bodyPr wrap="square" rtlCol="0">
                <a:spAutoFit/>
              </a:bodyPr>
              <a:lstStyle/>
              <a:p>
                <a:r>
                  <a:rPr lang="en-GB" sz="2500" dirty="0"/>
                  <a:t>Greedy Policy with respect to </a:t>
                </a:r>
                <a14:m>
                  <m:oMath xmlns:m="http://schemas.openxmlformats.org/officeDocument/2006/math">
                    <m:sSub>
                      <m:sSubPr>
                        <m:ctrlPr>
                          <a:rPr lang="en-US" sz="2500" i="1" dirty="0" smtClean="0">
                            <a:latin typeface="Cambria Math" panose="02040503050406030204" pitchFamily="18" charset="0"/>
                          </a:rPr>
                        </m:ctrlPr>
                      </m:sSubPr>
                      <m:e>
                        <m:r>
                          <a:rPr lang="en-GB" sz="2500" b="0" i="1" dirty="0" smtClean="0">
                            <a:latin typeface="Cambria Math" panose="02040503050406030204" pitchFamily="18" charset="0"/>
                          </a:rPr>
                          <m:t>𝑣</m:t>
                        </m:r>
                      </m:e>
                      <m:sub>
                        <m:r>
                          <a:rPr lang="en-GB" sz="2500" b="0" i="1" dirty="0" smtClean="0">
                            <a:latin typeface="Cambria Math" panose="02040503050406030204" pitchFamily="18" charset="0"/>
                          </a:rPr>
                          <m:t>𝑘</m:t>
                        </m:r>
                      </m:sub>
                    </m:sSub>
                  </m:oMath>
                </a14:m>
                <a:endParaRPr lang="en-US" sz="2500" dirty="0"/>
              </a:p>
            </p:txBody>
          </p:sp>
        </mc:Choice>
        <mc:Fallback xmlns="">
          <p:sp>
            <p:nvSpPr>
              <p:cNvPr id="31" name="TextBox 30">
                <a:extLst>
                  <a:ext uri="{FF2B5EF4-FFF2-40B4-BE49-F238E27FC236}">
                    <a16:creationId xmlns:a16="http://schemas.microsoft.com/office/drawing/2014/main" id="{8D60F109-0C14-332A-AFA7-1BA0925E52DD}"/>
                  </a:ext>
                </a:extLst>
              </p:cNvPr>
              <p:cNvSpPr txBox="1">
                <a:spLocks noRot="1" noChangeAspect="1" noMove="1" noResize="1" noEditPoints="1" noAdjustHandles="1" noChangeArrowheads="1" noChangeShapeType="1" noTextEdit="1"/>
              </p:cNvSpPr>
              <p:nvPr/>
            </p:nvSpPr>
            <p:spPr>
              <a:xfrm>
                <a:off x="7239676" y="960589"/>
                <a:ext cx="3087826" cy="861774"/>
              </a:xfrm>
              <a:prstGeom prst="rect">
                <a:avLst/>
              </a:prstGeom>
              <a:blipFill>
                <a:blip r:embed="rId4"/>
                <a:stretch>
                  <a:fillRect l="-3279" t="-5797" b="-15942"/>
                </a:stretch>
              </a:blipFill>
            </p:spPr>
            <p:txBody>
              <a:bodyPr/>
              <a:lstStyle/>
              <a:p>
                <a:r>
                  <a:rPr lang="en-US">
                    <a:noFill/>
                  </a:rPr>
                  <a:t> </a:t>
                </a:r>
              </a:p>
            </p:txBody>
          </p:sp>
        </mc:Fallback>
      </mc:AlternateContent>
      <p:sp>
        <p:nvSpPr>
          <p:cNvPr id="2" name="Down Arrow 1">
            <a:extLst>
              <a:ext uri="{FF2B5EF4-FFF2-40B4-BE49-F238E27FC236}">
                <a16:creationId xmlns:a16="http://schemas.microsoft.com/office/drawing/2014/main" id="{004CA459-E8EB-718A-0D7B-3BFF3FD2DD13}"/>
              </a:ext>
            </a:extLst>
          </p:cNvPr>
          <p:cNvSpPr/>
          <p:nvPr/>
        </p:nvSpPr>
        <p:spPr>
          <a:xfrm>
            <a:off x="9186564" y="227484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Down Arrow 2">
            <a:extLst>
              <a:ext uri="{FF2B5EF4-FFF2-40B4-BE49-F238E27FC236}">
                <a16:creationId xmlns:a16="http://schemas.microsoft.com/office/drawing/2014/main" id="{48E9C408-2934-2B61-3BCC-90EE88ABEA16}"/>
              </a:ext>
            </a:extLst>
          </p:cNvPr>
          <p:cNvSpPr/>
          <p:nvPr/>
        </p:nvSpPr>
        <p:spPr>
          <a:xfrm rot="16200000">
            <a:off x="7794644" y="3292980"/>
            <a:ext cx="484632" cy="978408"/>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361616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C1827DF-4DC2-39C1-6B7B-C03B37010D79}"/>
            </a:ext>
          </a:extLst>
        </p:cNvPr>
        <p:cNvGrpSpPr/>
        <p:nvPr/>
      </p:nvGrpSpPr>
      <p:grpSpPr>
        <a:xfrm>
          <a:off x="0" y="0"/>
          <a:ext cx="0" cy="0"/>
          <a:chOff x="0" y="0"/>
          <a:chExt cx="0" cy="0"/>
        </a:xfrm>
      </p:grpSpPr>
      <p:graphicFrame>
        <p:nvGraphicFramePr>
          <p:cNvPr id="8" name="Table 7">
            <a:extLst>
              <a:ext uri="{FF2B5EF4-FFF2-40B4-BE49-F238E27FC236}">
                <a16:creationId xmlns:a16="http://schemas.microsoft.com/office/drawing/2014/main" id="{2E2ACB2F-FE68-9A8A-A6C4-E02065D47E41}"/>
              </a:ext>
            </a:extLst>
          </p:cNvPr>
          <p:cNvGraphicFramePr>
            <a:graphicFrameLocks noGrp="1"/>
          </p:cNvGraphicFramePr>
          <p:nvPr>
            <p:extLst>
              <p:ext uri="{D42A27DB-BD31-4B8C-83A1-F6EECF244321}">
                <p14:modId xmlns:p14="http://schemas.microsoft.com/office/powerpoint/2010/main" val="2299247228"/>
              </p:ext>
            </p:extLst>
          </p:nvPr>
        </p:nvGraphicFramePr>
        <p:xfrm>
          <a:off x="2108235" y="219356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-2</a:t>
                      </a:r>
                    </a:p>
                  </a:txBody>
                  <a:tcPr anchor="ctr"/>
                </a:tc>
                <a:tc>
                  <a:txBody>
                    <a:bodyPr/>
                    <a:lstStyle/>
                    <a:p>
                      <a:pPr algn="ctr"/>
                      <a:r>
                        <a:rPr lang="en-US" b="1" dirty="0"/>
                        <a:t>-1.75</a:t>
                      </a:r>
                    </a:p>
                  </a:txBody>
                  <a:tcPr anchor="ctr"/>
                </a:tc>
                <a:extLst>
                  <a:ext uri="{0D108BD9-81ED-4DB2-BD59-A6C34878D82A}">
                    <a16:rowId xmlns:a16="http://schemas.microsoft.com/office/drawing/2014/main" val="3795677844"/>
                  </a:ext>
                </a:extLst>
              </a:tr>
              <a:tr h="1080000">
                <a:tc>
                  <a:txBody>
                    <a:bodyPr/>
                    <a:lstStyle/>
                    <a:p>
                      <a:pPr algn="ctr"/>
                      <a:r>
                        <a:rPr lang="en-US" b="1" dirty="0"/>
                        <a:t>-1.75</a:t>
                      </a:r>
                    </a:p>
                  </a:txBody>
                  <a:tcPr anchor="ctr"/>
                </a:tc>
                <a:tc>
                  <a:txBody>
                    <a:bodyPr/>
                    <a:lstStyle/>
                    <a:p>
                      <a:pPr algn="ctr"/>
                      <a:r>
                        <a:rPr lang="en-US" b="1" dirty="0"/>
                        <a:t>0</a:t>
                      </a:r>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graphicFrame>
        <p:nvGraphicFramePr>
          <p:cNvPr id="9" name="Table 8">
            <a:extLst>
              <a:ext uri="{FF2B5EF4-FFF2-40B4-BE49-F238E27FC236}">
                <a16:creationId xmlns:a16="http://schemas.microsoft.com/office/drawing/2014/main" id="{3A601A62-57E7-00DB-5682-615E2A149C0F}"/>
              </a:ext>
            </a:extLst>
          </p:cNvPr>
          <p:cNvGraphicFramePr>
            <a:graphicFrameLocks noGrp="1"/>
          </p:cNvGraphicFramePr>
          <p:nvPr/>
        </p:nvGraphicFramePr>
        <p:xfrm>
          <a:off x="7239676" y="219356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92CA3D5-AC05-1B2A-A032-82C6309ACADB}"/>
                  </a:ext>
                </a:extLst>
              </p:cNvPr>
              <p:cNvSpPr txBox="1"/>
              <p:nvPr/>
            </p:nvSpPr>
            <p:spPr>
              <a:xfrm>
                <a:off x="2007922" y="960589"/>
                <a:ext cx="4240478" cy="861774"/>
              </a:xfrm>
              <a:prstGeom prst="rect">
                <a:avLst/>
              </a:prstGeom>
              <a:noFill/>
            </p:spPr>
            <p:txBody>
              <a:bodyPr wrap="square" rtlCol="0">
                <a:spAutoFit/>
              </a:bodyPr>
              <a:lstStyle/>
              <a:p>
                <a:r>
                  <a:rPr lang="en-US" sz="2500" dirty="0"/>
                  <a:t>Value function</a:t>
                </a:r>
                <a14:m>
                  <m:oMath xmlns:m="http://schemas.openxmlformats.org/officeDocument/2006/math">
                    <m:r>
                      <a:rPr lang="en-GB" sz="2500" b="0" i="0" dirty="0" smtClean="0">
                        <a:latin typeface="Cambria Math" panose="02040503050406030204" pitchFamily="18" charset="0"/>
                      </a:rPr>
                      <m:t> </m:t>
                    </m:r>
                    <m:sSub>
                      <m:sSubPr>
                        <m:ctrlPr>
                          <a:rPr lang="en-US" sz="2500" i="1" dirty="0" smtClean="0">
                            <a:latin typeface="Cambria Math" panose="02040503050406030204" pitchFamily="18" charset="0"/>
                          </a:rPr>
                        </m:ctrlPr>
                      </m:sSubPr>
                      <m:e>
                        <m:r>
                          <a:rPr lang="en-GB" sz="2500" b="0" i="1" dirty="0" smtClean="0">
                            <a:latin typeface="Cambria Math" panose="02040503050406030204" pitchFamily="18" charset="0"/>
                          </a:rPr>
                          <m:t>𝑣</m:t>
                        </m:r>
                      </m:e>
                      <m:sub>
                        <m:r>
                          <a:rPr lang="en-GB" sz="2500" b="0" i="1" dirty="0" smtClean="0">
                            <a:latin typeface="Cambria Math" panose="02040503050406030204" pitchFamily="18" charset="0"/>
                          </a:rPr>
                          <m:t>𝑘</m:t>
                        </m:r>
                      </m:sub>
                    </m:sSub>
                  </m:oMath>
                </a14:m>
                <a:r>
                  <a:rPr lang="en-US" sz="2500" dirty="0"/>
                  <a:t> at time step</a:t>
                </a:r>
                <a14:m>
                  <m:oMath xmlns:m="http://schemas.openxmlformats.org/officeDocument/2006/math">
                    <m:r>
                      <a:rPr lang="en-GB" sz="2500" dirty="0">
                        <a:latin typeface="Cambria Math" panose="02040503050406030204" pitchFamily="18" charset="0"/>
                      </a:rPr>
                      <m:t> </m:t>
                    </m:r>
                    <m:r>
                      <a:rPr lang="en-GB" sz="2500" b="0" i="1" dirty="0" smtClean="0">
                        <a:latin typeface="Cambria Math" panose="02040503050406030204" pitchFamily="18" charset="0"/>
                      </a:rPr>
                      <m:t>𝑘</m:t>
                    </m:r>
                  </m:oMath>
                </a14:m>
                <a:r>
                  <a:rPr lang="en-US" sz="2500" dirty="0"/>
                  <a:t> for the random policy </a:t>
                </a:r>
              </a:p>
            </p:txBody>
          </p:sp>
        </mc:Choice>
        <mc:Fallback xmlns="">
          <p:sp>
            <p:nvSpPr>
              <p:cNvPr id="12" name="TextBox 11">
                <a:extLst>
                  <a:ext uri="{FF2B5EF4-FFF2-40B4-BE49-F238E27FC236}">
                    <a16:creationId xmlns:a16="http://schemas.microsoft.com/office/drawing/2014/main" id="{192CA3D5-AC05-1B2A-A032-82C6309ACADB}"/>
                  </a:ext>
                </a:extLst>
              </p:cNvPr>
              <p:cNvSpPr txBox="1">
                <a:spLocks noRot="1" noChangeAspect="1" noMove="1" noResize="1" noEditPoints="1" noAdjustHandles="1" noChangeArrowheads="1" noChangeShapeType="1" noTextEdit="1"/>
              </p:cNvSpPr>
              <p:nvPr/>
            </p:nvSpPr>
            <p:spPr>
              <a:xfrm>
                <a:off x="2007922" y="960589"/>
                <a:ext cx="4240478" cy="861774"/>
              </a:xfrm>
              <a:prstGeom prst="rect">
                <a:avLst/>
              </a:prstGeom>
              <a:blipFill>
                <a:blip r:embed="rId2"/>
                <a:stretch>
                  <a:fillRect l="-2083" t="-5797" b="-159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957C548-F33E-4F45-6C3A-8C1BCE10BACC}"/>
                  </a:ext>
                </a:extLst>
              </p:cNvPr>
              <p:cNvSpPr txBox="1"/>
              <p:nvPr/>
            </p:nvSpPr>
            <p:spPr>
              <a:xfrm>
                <a:off x="5580505" y="5321033"/>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=2</m:t>
                      </m:r>
                    </m:oMath>
                  </m:oMathPara>
                </a14:m>
                <a:endParaRPr lang="en-US" sz="2500" dirty="0"/>
              </a:p>
            </p:txBody>
          </p:sp>
        </mc:Choice>
        <mc:Fallback xmlns="">
          <p:sp>
            <p:nvSpPr>
              <p:cNvPr id="13" name="TextBox 12">
                <a:extLst>
                  <a:ext uri="{FF2B5EF4-FFF2-40B4-BE49-F238E27FC236}">
                    <a16:creationId xmlns:a16="http://schemas.microsoft.com/office/drawing/2014/main" id="{6957C548-F33E-4F45-6C3A-8C1BCE10BACC}"/>
                  </a:ext>
                </a:extLst>
              </p:cNvPr>
              <p:cNvSpPr txBox="1">
                <a:spLocks noRot="1" noChangeAspect="1" noMove="1" noResize="1" noEditPoints="1" noAdjustHandles="1" noChangeArrowheads="1" noChangeShapeType="1" noTextEdit="1"/>
              </p:cNvSpPr>
              <p:nvPr/>
            </p:nvSpPr>
            <p:spPr>
              <a:xfrm>
                <a:off x="5580505" y="5321033"/>
                <a:ext cx="1030988" cy="477054"/>
              </a:xfrm>
              <a:prstGeom prst="rect">
                <a:avLst/>
              </a:prstGeom>
              <a:blipFill>
                <a:blip r:embed="rId3"/>
                <a:stretch>
                  <a:fillRect/>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5C793F53-0FA5-403A-DC97-883D2F81834F}"/>
                  </a:ext>
                </a:extLst>
              </p:cNvPr>
              <p:cNvSpPr txBox="1"/>
              <p:nvPr/>
            </p:nvSpPr>
            <p:spPr>
              <a:xfrm>
                <a:off x="7239676" y="960589"/>
                <a:ext cx="3087826" cy="861774"/>
              </a:xfrm>
              <a:prstGeom prst="rect">
                <a:avLst/>
              </a:prstGeom>
              <a:noFill/>
            </p:spPr>
            <p:txBody>
              <a:bodyPr wrap="square" rtlCol="0">
                <a:spAutoFit/>
              </a:bodyPr>
              <a:lstStyle/>
              <a:p>
                <a:r>
                  <a:rPr lang="en-GB" sz="2500" dirty="0"/>
                  <a:t>Greedy Policy with respect to </a:t>
                </a:r>
                <a14:m>
                  <m:oMath xmlns:m="http://schemas.openxmlformats.org/officeDocument/2006/math">
                    <m:sSub>
                      <m:sSubPr>
                        <m:ctrlPr>
                          <a:rPr lang="en-US" sz="2500" i="1" dirty="0" smtClean="0">
                            <a:latin typeface="Cambria Math" panose="02040503050406030204" pitchFamily="18" charset="0"/>
                          </a:rPr>
                        </m:ctrlPr>
                      </m:sSubPr>
                      <m:e>
                        <m:r>
                          <a:rPr lang="en-GB" sz="2500" b="0" i="1" dirty="0" smtClean="0">
                            <a:latin typeface="Cambria Math" panose="02040503050406030204" pitchFamily="18" charset="0"/>
                          </a:rPr>
                          <m:t>𝑣</m:t>
                        </m:r>
                      </m:e>
                      <m:sub>
                        <m:r>
                          <a:rPr lang="en-GB" sz="2500" b="0" i="1" dirty="0" smtClean="0">
                            <a:latin typeface="Cambria Math" panose="02040503050406030204" pitchFamily="18" charset="0"/>
                          </a:rPr>
                          <m:t>𝑘</m:t>
                        </m:r>
                      </m:sub>
                    </m:sSub>
                  </m:oMath>
                </a14:m>
                <a:endParaRPr lang="en-US" sz="2500" dirty="0"/>
              </a:p>
            </p:txBody>
          </p:sp>
        </mc:Choice>
        <mc:Fallback xmlns="">
          <p:sp>
            <p:nvSpPr>
              <p:cNvPr id="31" name="TextBox 30">
                <a:extLst>
                  <a:ext uri="{FF2B5EF4-FFF2-40B4-BE49-F238E27FC236}">
                    <a16:creationId xmlns:a16="http://schemas.microsoft.com/office/drawing/2014/main" id="{5C793F53-0FA5-403A-DC97-883D2F81834F}"/>
                  </a:ext>
                </a:extLst>
              </p:cNvPr>
              <p:cNvSpPr txBox="1">
                <a:spLocks noRot="1" noChangeAspect="1" noMove="1" noResize="1" noEditPoints="1" noAdjustHandles="1" noChangeArrowheads="1" noChangeShapeType="1" noTextEdit="1"/>
              </p:cNvSpPr>
              <p:nvPr/>
            </p:nvSpPr>
            <p:spPr>
              <a:xfrm>
                <a:off x="7239676" y="960589"/>
                <a:ext cx="3087826" cy="861774"/>
              </a:xfrm>
              <a:prstGeom prst="rect">
                <a:avLst/>
              </a:prstGeom>
              <a:blipFill>
                <a:blip r:embed="rId4"/>
                <a:stretch>
                  <a:fillRect l="-3279" t="-5797" b="-15942"/>
                </a:stretch>
              </a:blipFill>
            </p:spPr>
            <p:txBody>
              <a:bodyPr/>
              <a:lstStyle/>
              <a:p>
                <a:r>
                  <a:rPr lang="en-US">
                    <a:noFill/>
                  </a:rPr>
                  <a:t> </a:t>
                </a:r>
              </a:p>
            </p:txBody>
          </p:sp>
        </mc:Fallback>
      </mc:AlternateContent>
      <p:sp>
        <p:nvSpPr>
          <p:cNvPr id="2" name="Down Arrow 1">
            <a:extLst>
              <a:ext uri="{FF2B5EF4-FFF2-40B4-BE49-F238E27FC236}">
                <a16:creationId xmlns:a16="http://schemas.microsoft.com/office/drawing/2014/main" id="{9EBC6B12-1A7B-28ED-AF31-AC2A0275A673}"/>
              </a:ext>
            </a:extLst>
          </p:cNvPr>
          <p:cNvSpPr/>
          <p:nvPr/>
        </p:nvSpPr>
        <p:spPr>
          <a:xfrm>
            <a:off x="9186564" y="227484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Down Arrow 2">
            <a:extLst>
              <a:ext uri="{FF2B5EF4-FFF2-40B4-BE49-F238E27FC236}">
                <a16:creationId xmlns:a16="http://schemas.microsoft.com/office/drawing/2014/main" id="{66331EDF-CD97-CEFF-1044-345432A12332}"/>
              </a:ext>
            </a:extLst>
          </p:cNvPr>
          <p:cNvSpPr/>
          <p:nvPr/>
        </p:nvSpPr>
        <p:spPr>
          <a:xfrm rot="16200000">
            <a:off x="7794644" y="3292980"/>
            <a:ext cx="484632" cy="978408"/>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Left-Up Arrow 3">
            <a:extLst>
              <a:ext uri="{FF2B5EF4-FFF2-40B4-BE49-F238E27FC236}">
                <a16:creationId xmlns:a16="http://schemas.microsoft.com/office/drawing/2014/main" id="{2602A1E7-3A45-383F-E19B-C5D5E2BC05C9}"/>
              </a:ext>
            </a:extLst>
          </p:cNvPr>
          <p:cNvSpPr/>
          <p:nvPr/>
        </p:nvSpPr>
        <p:spPr>
          <a:xfrm flipH="1" flipV="1">
            <a:off x="7611764" y="2299644"/>
            <a:ext cx="850392" cy="850392"/>
          </a:xfrm>
          <a:prstGeom prst="leftUpArrow">
            <a:avLst>
              <a:gd name="adj1" fmla="val 27389"/>
              <a:gd name="adj2" fmla="val 25000"/>
              <a:gd name="adj3" fmla="val 25000"/>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7827327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AD36E0C-EC45-E95A-8C3E-0AC114EE98BF}"/>
            </a:ext>
          </a:extLst>
        </p:cNvPr>
        <p:cNvGrpSpPr/>
        <p:nvPr/>
      </p:nvGrpSpPr>
      <p:grpSpPr>
        <a:xfrm>
          <a:off x="0" y="0"/>
          <a:ext cx="0" cy="0"/>
          <a:chOff x="0" y="0"/>
          <a:chExt cx="0" cy="0"/>
        </a:xfrm>
      </p:grpSpPr>
      <p:graphicFrame>
        <p:nvGraphicFramePr>
          <p:cNvPr id="8" name="Table 7">
            <a:extLst>
              <a:ext uri="{FF2B5EF4-FFF2-40B4-BE49-F238E27FC236}">
                <a16:creationId xmlns:a16="http://schemas.microsoft.com/office/drawing/2014/main" id="{5E709390-D330-E955-18F5-C219907B28DB}"/>
              </a:ext>
            </a:extLst>
          </p:cNvPr>
          <p:cNvGraphicFramePr>
            <a:graphicFrameLocks noGrp="1"/>
          </p:cNvGraphicFramePr>
          <p:nvPr>
            <p:extLst>
              <p:ext uri="{D42A27DB-BD31-4B8C-83A1-F6EECF244321}">
                <p14:modId xmlns:p14="http://schemas.microsoft.com/office/powerpoint/2010/main" val="658313850"/>
              </p:ext>
            </p:extLst>
          </p:nvPr>
        </p:nvGraphicFramePr>
        <p:xfrm>
          <a:off x="2108235" y="219356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PH" sz="1800" b="1" i="0" u="none" strike="noStrike" kern="1200" dirty="0">
                          <a:solidFill>
                            <a:schemeClr val="tx1"/>
                          </a:solidFill>
                          <a:effectLst/>
                          <a:latin typeface="+mn-lt"/>
                          <a:ea typeface="+mn-ea"/>
                          <a:cs typeface="+mn-cs"/>
                        </a:rPr>
                        <a:t>−2.875</a:t>
                      </a:r>
                      <a:endParaRPr lang="en-US" b="1" dirty="0"/>
                    </a:p>
                  </a:txBody>
                  <a:tcPr anchor="ctr"/>
                </a:tc>
                <a:tc>
                  <a:txBody>
                    <a:bodyPr/>
                    <a:lstStyle/>
                    <a:p>
                      <a:pPr algn="ctr"/>
                      <a:r>
                        <a:rPr lang="en-PH" sz="1800" b="1" i="0" u="none" strike="noStrike" kern="1200" dirty="0">
                          <a:solidFill>
                            <a:schemeClr val="tx1"/>
                          </a:solidFill>
                          <a:effectLst/>
                          <a:latin typeface="+mn-lt"/>
                          <a:ea typeface="+mn-ea"/>
                          <a:cs typeface="+mn-cs"/>
                        </a:rPr>
                        <a:t>−2.375</a:t>
                      </a:r>
                      <a:endParaRPr lang="en-US" b="1" dirty="0"/>
                    </a:p>
                  </a:txBody>
                  <a:tcPr anchor="ctr"/>
                </a:tc>
                <a:extLst>
                  <a:ext uri="{0D108BD9-81ED-4DB2-BD59-A6C34878D82A}">
                    <a16:rowId xmlns:a16="http://schemas.microsoft.com/office/drawing/2014/main" val="3795677844"/>
                  </a:ext>
                </a:extLst>
              </a:tr>
              <a:tr h="1080000">
                <a:tc>
                  <a:txBody>
                    <a:bodyPr/>
                    <a:lstStyle/>
                    <a:p>
                      <a:pPr algn="ctr"/>
                      <a:r>
                        <a:rPr lang="en-PH" sz="1800" b="1" i="0" u="none" strike="noStrike" kern="1200" dirty="0">
                          <a:solidFill>
                            <a:schemeClr val="tx1"/>
                          </a:solidFill>
                          <a:effectLst/>
                          <a:latin typeface="+mn-lt"/>
                          <a:ea typeface="+mn-ea"/>
                          <a:cs typeface="+mn-cs"/>
                        </a:rPr>
                        <a:t>−2.375</a:t>
                      </a:r>
                      <a:endParaRPr lang="en-US" b="1" dirty="0"/>
                    </a:p>
                  </a:txBody>
                  <a:tcPr anchor="ctr"/>
                </a:tc>
                <a:tc>
                  <a:txBody>
                    <a:bodyPr/>
                    <a:lstStyle/>
                    <a:p>
                      <a:pPr algn="ctr"/>
                      <a:r>
                        <a:rPr lang="en-US" b="1" dirty="0"/>
                        <a:t>0</a:t>
                      </a:r>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graphicFrame>
        <p:nvGraphicFramePr>
          <p:cNvPr id="9" name="Table 8">
            <a:extLst>
              <a:ext uri="{FF2B5EF4-FFF2-40B4-BE49-F238E27FC236}">
                <a16:creationId xmlns:a16="http://schemas.microsoft.com/office/drawing/2014/main" id="{F7E99250-71ED-5474-CD85-EDB05FF463FB}"/>
              </a:ext>
            </a:extLst>
          </p:cNvPr>
          <p:cNvGraphicFramePr>
            <a:graphicFrameLocks noGrp="1"/>
          </p:cNvGraphicFramePr>
          <p:nvPr/>
        </p:nvGraphicFramePr>
        <p:xfrm>
          <a:off x="7239676" y="219356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52A684B-3589-EB15-FC4F-BC0265218F60}"/>
                  </a:ext>
                </a:extLst>
              </p:cNvPr>
              <p:cNvSpPr txBox="1"/>
              <p:nvPr/>
            </p:nvSpPr>
            <p:spPr>
              <a:xfrm>
                <a:off x="2007922" y="960589"/>
                <a:ext cx="4240478" cy="861774"/>
              </a:xfrm>
              <a:prstGeom prst="rect">
                <a:avLst/>
              </a:prstGeom>
              <a:noFill/>
            </p:spPr>
            <p:txBody>
              <a:bodyPr wrap="square" rtlCol="0">
                <a:spAutoFit/>
              </a:bodyPr>
              <a:lstStyle/>
              <a:p>
                <a:r>
                  <a:rPr lang="en-US" sz="2500" dirty="0"/>
                  <a:t>Value function</a:t>
                </a:r>
                <a14:m>
                  <m:oMath xmlns:m="http://schemas.openxmlformats.org/officeDocument/2006/math">
                    <m:r>
                      <a:rPr lang="en-GB" sz="2500" b="0" i="0" dirty="0" smtClean="0">
                        <a:latin typeface="Cambria Math" panose="02040503050406030204" pitchFamily="18" charset="0"/>
                      </a:rPr>
                      <m:t> </m:t>
                    </m:r>
                    <m:sSub>
                      <m:sSubPr>
                        <m:ctrlPr>
                          <a:rPr lang="en-US" sz="2500" i="1" dirty="0" smtClean="0">
                            <a:latin typeface="Cambria Math" panose="02040503050406030204" pitchFamily="18" charset="0"/>
                          </a:rPr>
                        </m:ctrlPr>
                      </m:sSubPr>
                      <m:e>
                        <m:r>
                          <a:rPr lang="en-GB" sz="2500" b="0" i="1" dirty="0" smtClean="0">
                            <a:latin typeface="Cambria Math" panose="02040503050406030204" pitchFamily="18" charset="0"/>
                          </a:rPr>
                          <m:t>𝑣</m:t>
                        </m:r>
                      </m:e>
                      <m:sub>
                        <m:r>
                          <a:rPr lang="en-GB" sz="2500" b="0" i="1" dirty="0" smtClean="0">
                            <a:latin typeface="Cambria Math" panose="02040503050406030204" pitchFamily="18" charset="0"/>
                          </a:rPr>
                          <m:t>𝑘</m:t>
                        </m:r>
                      </m:sub>
                    </m:sSub>
                  </m:oMath>
                </a14:m>
                <a:r>
                  <a:rPr lang="en-US" sz="2500" dirty="0"/>
                  <a:t> at time step</a:t>
                </a:r>
                <a14:m>
                  <m:oMath xmlns:m="http://schemas.openxmlformats.org/officeDocument/2006/math">
                    <m:r>
                      <a:rPr lang="en-GB" sz="2500" dirty="0">
                        <a:latin typeface="Cambria Math" panose="02040503050406030204" pitchFamily="18" charset="0"/>
                      </a:rPr>
                      <m:t> </m:t>
                    </m:r>
                    <m:r>
                      <a:rPr lang="en-GB" sz="2500" b="0" i="1" dirty="0" smtClean="0">
                        <a:latin typeface="Cambria Math" panose="02040503050406030204" pitchFamily="18" charset="0"/>
                      </a:rPr>
                      <m:t>𝑘</m:t>
                    </m:r>
                  </m:oMath>
                </a14:m>
                <a:r>
                  <a:rPr lang="en-US" sz="2500" dirty="0"/>
                  <a:t> for the random policy </a:t>
                </a:r>
              </a:p>
            </p:txBody>
          </p:sp>
        </mc:Choice>
        <mc:Fallback xmlns="">
          <p:sp>
            <p:nvSpPr>
              <p:cNvPr id="12" name="TextBox 11">
                <a:extLst>
                  <a:ext uri="{FF2B5EF4-FFF2-40B4-BE49-F238E27FC236}">
                    <a16:creationId xmlns:a16="http://schemas.microsoft.com/office/drawing/2014/main" id="{E52A684B-3589-EB15-FC4F-BC0265218F60}"/>
                  </a:ext>
                </a:extLst>
              </p:cNvPr>
              <p:cNvSpPr txBox="1">
                <a:spLocks noRot="1" noChangeAspect="1" noMove="1" noResize="1" noEditPoints="1" noAdjustHandles="1" noChangeArrowheads="1" noChangeShapeType="1" noTextEdit="1"/>
              </p:cNvSpPr>
              <p:nvPr/>
            </p:nvSpPr>
            <p:spPr>
              <a:xfrm>
                <a:off x="2007922" y="960589"/>
                <a:ext cx="4240478" cy="861774"/>
              </a:xfrm>
              <a:prstGeom prst="rect">
                <a:avLst/>
              </a:prstGeom>
              <a:blipFill>
                <a:blip r:embed="rId2"/>
                <a:stretch>
                  <a:fillRect l="-2083" t="-5797" b="-159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433A266D-5F02-19D2-F591-6910D5C541E8}"/>
                  </a:ext>
                </a:extLst>
              </p:cNvPr>
              <p:cNvSpPr txBox="1"/>
              <p:nvPr/>
            </p:nvSpPr>
            <p:spPr>
              <a:xfrm>
                <a:off x="4913561" y="5321033"/>
                <a:ext cx="236487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=3 </m:t>
                      </m:r>
                      <m:r>
                        <a:rPr lang="en-GB" sz="2500" b="0" i="1" smtClean="0">
                          <a:latin typeface="Cambria Math" panose="02040503050406030204" pitchFamily="18" charset="0"/>
                        </a:rPr>
                        <m:t>𝑜𝑛𝑤𝑎𝑟𝑑𝑠</m:t>
                      </m:r>
                    </m:oMath>
                  </m:oMathPara>
                </a14:m>
                <a:endParaRPr lang="en-US" sz="2500" dirty="0"/>
              </a:p>
            </p:txBody>
          </p:sp>
        </mc:Choice>
        <mc:Fallback xmlns="">
          <p:sp>
            <p:nvSpPr>
              <p:cNvPr id="13" name="TextBox 12">
                <a:extLst>
                  <a:ext uri="{FF2B5EF4-FFF2-40B4-BE49-F238E27FC236}">
                    <a16:creationId xmlns:a16="http://schemas.microsoft.com/office/drawing/2014/main" id="{433A266D-5F02-19D2-F591-6910D5C541E8}"/>
                  </a:ext>
                </a:extLst>
              </p:cNvPr>
              <p:cNvSpPr txBox="1">
                <a:spLocks noRot="1" noChangeAspect="1" noMove="1" noResize="1" noEditPoints="1" noAdjustHandles="1" noChangeArrowheads="1" noChangeShapeType="1" noTextEdit="1"/>
              </p:cNvSpPr>
              <p:nvPr/>
            </p:nvSpPr>
            <p:spPr>
              <a:xfrm>
                <a:off x="4913561" y="5321033"/>
                <a:ext cx="2364878" cy="477054"/>
              </a:xfrm>
              <a:prstGeom prst="rect">
                <a:avLst/>
              </a:prstGeom>
              <a:blipFill>
                <a:blip r:embed="rId3"/>
                <a:stretch>
                  <a:fillRect b="-14634"/>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BC770AC8-8607-20D8-8225-1BEBE34FE16B}"/>
                  </a:ext>
                </a:extLst>
              </p:cNvPr>
              <p:cNvSpPr txBox="1"/>
              <p:nvPr/>
            </p:nvSpPr>
            <p:spPr>
              <a:xfrm>
                <a:off x="7239676" y="960589"/>
                <a:ext cx="3087826" cy="861774"/>
              </a:xfrm>
              <a:prstGeom prst="rect">
                <a:avLst/>
              </a:prstGeom>
              <a:noFill/>
            </p:spPr>
            <p:txBody>
              <a:bodyPr wrap="square" rtlCol="0">
                <a:spAutoFit/>
              </a:bodyPr>
              <a:lstStyle/>
              <a:p>
                <a:r>
                  <a:rPr lang="en-GB" sz="2500" dirty="0"/>
                  <a:t>Greedy Policy with respect to </a:t>
                </a:r>
                <a14:m>
                  <m:oMath xmlns:m="http://schemas.openxmlformats.org/officeDocument/2006/math">
                    <m:sSub>
                      <m:sSubPr>
                        <m:ctrlPr>
                          <a:rPr lang="en-US" sz="2500" i="1" dirty="0" smtClean="0">
                            <a:latin typeface="Cambria Math" panose="02040503050406030204" pitchFamily="18" charset="0"/>
                          </a:rPr>
                        </m:ctrlPr>
                      </m:sSubPr>
                      <m:e>
                        <m:r>
                          <a:rPr lang="en-GB" sz="2500" b="0" i="1" dirty="0" smtClean="0">
                            <a:latin typeface="Cambria Math" panose="02040503050406030204" pitchFamily="18" charset="0"/>
                          </a:rPr>
                          <m:t>𝑣</m:t>
                        </m:r>
                      </m:e>
                      <m:sub>
                        <m:r>
                          <a:rPr lang="en-GB" sz="2500" b="0" i="1" dirty="0" smtClean="0">
                            <a:latin typeface="Cambria Math" panose="02040503050406030204" pitchFamily="18" charset="0"/>
                          </a:rPr>
                          <m:t>𝑘</m:t>
                        </m:r>
                      </m:sub>
                    </m:sSub>
                  </m:oMath>
                </a14:m>
                <a:endParaRPr lang="en-US" sz="2500" dirty="0"/>
              </a:p>
            </p:txBody>
          </p:sp>
        </mc:Choice>
        <mc:Fallback xmlns="">
          <p:sp>
            <p:nvSpPr>
              <p:cNvPr id="31" name="TextBox 30">
                <a:extLst>
                  <a:ext uri="{FF2B5EF4-FFF2-40B4-BE49-F238E27FC236}">
                    <a16:creationId xmlns:a16="http://schemas.microsoft.com/office/drawing/2014/main" id="{BC770AC8-8607-20D8-8225-1BEBE34FE16B}"/>
                  </a:ext>
                </a:extLst>
              </p:cNvPr>
              <p:cNvSpPr txBox="1">
                <a:spLocks noRot="1" noChangeAspect="1" noMove="1" noResize="1" noEditPoints="1" noAdjustHandles="1" noChangeArrowheads="1" noChangeShapeType="1" noTextEdit="1"/>
              </p:cNvSpPr>
              <p:nvPr/>
            </p:nvSpPr>
            <p:spPr>
              <a:xfrm>
                <a:off x="7239676" y="960589"/>
                <a:ext cx="3087826" cy="861774"/>
              </a:xfrm>
              <a:prstGeom prst="rect">
                <a:avLst/>
              </a:prstGeom>
              <a:blipFill>
                <a:blip r:embed="rId4"/>
                <a:stretch>
                  <a:fillRect l="-3279" t="-5797" b="-15942"/>
                </a:stretch>
              </a:blipFill>
            </p:spPr>
            <p:txBody>
              <a:bodyPr/>
              <a:lstStyle/>
              <a:p>
                <a:r>
                  <a:rPr lang="en-US">
                    <a:noFill/>
                  </a:rPr>
                  <a:t> </a:t>
                </a:r>
              </a:p>
            </p:txBody>
          </p:sp>
        </mc:Fallback>
      </mc:AlternateContent>
      <p:sp>
        <p:nvSpPr>
          <p:cNvPr id="2" name="Down Arrow 1">
            <a:extLst>
              <a:ext uri="{FF2B5EF4-FFF2-40B4-BE49-F238E27FC236}">
                <a16:creationId xmlns:a16="http://schemas.microsoft.com/office/drawing/2014/main" id="{BEF2358E-6967-57A4-C1DC-3B9F326647B3}"/>
              </a:ext>
            </a:extLst>
          </p:cNvPr>
          <p:cNvSpPr/>
          <p:nvPr/>
        </p:nvSpPr>
        <p:spPr>
          <a:xfrm>
            <a:off x="9186564" y="227484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Down Arrow 2">
            <a:extLst>
              <a:ext uri="{FF2B5EF4-FFF2-40B4-BE49-F238E27FC236}">
                <a16:creationId xmlns:a16="http://schemas.microsoft.com/office/drawing/2014/main" id="{205B9FC4-6F83-07BD-9001-85D1BAEAD9DA}"/>
              </a:ext>
            </a:extLst>
          </p:cNvPr>
          <p:cNvSpPr/>
          <p:nvPr/>
        </p:nvSpPr>
        <p:spPr>
          <a:xfrm rot="16200000">
            <a:off x="7794644" y="3292980"/>
            <a:ext cx="484632" cy="978408"/>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Left-Up Arrow 3">
            <a:extLst>
              <a:ext uri="{FF2B5EF4-FFF2-40B4-BE49-F238E27FC236}">
                <a16:creationId xmlns:a16="http://schemas.microsoft.com/office/drawing/2014/main" id="{86581EA3-830B-51C4-69AC-355A8C503703}"/>
              </a:ext>
            </a:extLst>
          </p:cNvPr>
          <p:cNvSpPr/>
          <p:nvPr/>
        </p:nvSpPr>
        <p:spPr>
          <a:xfrm flipH="1" flipV="1">
            <a:off x="7611764" y="2299644"/>
            <a:ext cx="850392" cy="850392"/>
          </a:xfrm>
          <a:prstGeom prst="leftUpArrow">
            <a:avLst>
              <a:gd name="adj1" fmla="val 27389"/>
              <a:gd name="adj2" fmla="val 25000"/>
              <a:gd name="adj3" fmla="val 25000"/>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691358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320F8C55-E534-FEFC-63C3-062B64D26173}"/>
            </a:ext>
          </a:extLst>
        </p:cNvPr>
        <p:cNvGrpSpPr/>
        <p:nvPr/>
      </p:nvGrpSpPr>
      <p:grpSpPr>
        <a:xfrm>
          <a:off x="0" y="0"/>
          <a:ext cx="0" cy="0"/>
          <a:chOff x="0" y="0"/>
          <a:chExt cx="0" cy="0"/>
        </a:xfrm>
      </p:grpSpPr>
      <p:graphicFrame>
        <p:nvGraphicFramePr>
          <p:cNvPr id="8" name="Table 7">
            <a:extLst>
              <a:ext uri="{FF2B5EF4-FFF2-40B4-BE49-F238E27FC236}">
                <a16:creationId xmlns:a16="http://schemas.microsoft.com/office/drawing/2014/main" id="{63065100-D8D1-7DCB-8CCD-6636CA46D8CE}"/>
              </a:ext>
            </a:extLst>
          </p:cNvPr>
          <p:cNvGraphicFramePr>
            <a:graphicFrameLocks noGrp="1"/>
          </p:cNvGraphicFramePr>
          <p:nvPr/>
        </p:nvGraphicFramePr>
        <p:xfrm>
          <a:off x="1869403" y="126900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0</a:t>
                      </a:r>
                    </a:p>
                  </a:txBody>
                  <a:tcPr anchor="ctr"/>
                </a:tc>
                <a:tc>
                  <a:txBody>
                    <a:bodyPr/>
                    <a:lstStyle/>
                    <a:p>
                      <a:pPr algn="ctr"/>
                      <a:r>
                        <a:rPr lang="en-US" b="1" dirty="0"/>
                        <a:t>0</a:t>
                      </a:r>
                    </a:p>
                  </a:txBody>
                  <a:tcPr anchor="ctr"/>
                </a:tc>
                <a:extLst>
                  <a:ext uri="{0D108BD9-81ED-4DB2-BD59-A6C34878D82A}">
                    <a16:rowId xmlns:a16="http://schemas.microsoft.com/office/drawing/2014/main" val="3795677844"/>
                  </a:ext>
                </a:extLst>
              </a:tr>
              <a:tr h="1080000">
                <a:tc>
                  <a:txBody>
                    <a:bodyPr/>
                    <a:lstStyle/>
                    <a:p>
                      <a:pPr algn="ctr"/>
                      <a:r>
                        <a:rPr lang="en-US" b="1" dirty="0"/>
                        <a:t>0</a:t>
                      </a:r>
                    </a:p>
                  </a:txBody>
                  <a:tcPr anchor="ctr"/>
                </a:tc>
                <a:tc>
                  <a:txBody>
                    <a:bodyPr/>
                    <a:lstStyle/>
                    <a:p>
                      <a:pPr algn="ctr"/>
                      <a:r>
                        <a:rPr lang="en-US" b="1" dirty="0"/>
                        <a:t>0</a:t>
                      </a:r>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graphicFrame>
        <p:nvGraphicFramePr>
          <p:cNvPr id="9" name="Table 8">
            <a:extLst>
              <a:ext uri="{FF2B5EF4-FFF2-40B4-BE49-F238E27FC236}">
                <a16:creationId xmlns:a16="http://schemas.microsoft.com/office/drawing/2014/main" id="{5CE2D1DF-CD5A-DB0D-CDF2-BB35C58C3140}"/>
              </a:ext>
            </a:extLst>
          </p:cNvPr>
          <p:cNvGraphicFramePr>
            <a:graphicFrameLocks noGrp="1"/>
          </p:cNvGraphicFramePr>
          <p:nvPr/>
        </p:nvGraphicFramePr>
        <p:xfrm>
          <a:off x="7435399" y="126900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-1</a:t>
                      </a:r>
                    </a:p>
                  </a:txBody>
                  <a:tcPr anchor="ctr"/>
                </a:tc>
                <a:tc>
                  <a:txBody>
                    <a:bodyPr/>
                    <a:lstStyle/>
                    <a:p>
                      <a:pPr algn="ctr"/>
                      <a:r>
                        <a:rPr lang="en-US" b="1" dirty="0"/>
                        <a:t>-1</a:t>
                      </a:r>
                    </a:p>
                  </a:txBody>
                  <a:tcPr anchor="ctr"/>
                </a:tc>
                <a:extLst>
                  <a:ext uri="{0D108BD9-81ED-4DB2-BD59-A6C34878D82A}">
                    <a16:rowId xmlns:a16="http://schemas.microsoft.com/office/drawing/2014/main" val="3795677844"/>
                  </a:ext>
                </a:extLst>
              </a:tr>
              <a:tr h="1080000">
                <a:tc>
                  <a:txBody>
                    <a:bodyPr/>
                    <a:lstStyle/>
                    <a:p>
                      <a:pPr algn="ctr"/>
                      <a:r>
                        <a:rPr lang="en-US" b="1" dirty="0"/>
                        <a:t>-1</a:t>
                      </a:r>
                    </a:p>
                  </a:txBody>
                  <a:tcPr anchor="ctr"/>
                </a:tc>
                <a:tc>
                  <a:txBody>
                    <a:bodyPr/>
                    <a:lstStyle/>
                    <a:p>
                      <a:pPr algn="ctr"/>
                      <a:r>
                        <a:rPr lang="en-US" b="1" dirty="0"/>
                        <a:t>0</a:t>
                      </a:r>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graphicFrame>
        <p:nvGraphicFramePr>
          <p:cNvPr id="10" name="Table 9">
            <a:extLst>
              <a:ext uri="{FF2B5EF4-FFF2-40B4-BE49-F238E27FC236}">
                <a16:creationId xmlns:a16="http://schemas.microsoft.com/office/drawing/2014/main" id="{4E68CCAB-4629-F2A2-53F0-EDED8FEB5FE5}"/>
              </a:ext>
            </a:extLst>
          </p:cNvPr>
          <p:cNvGraphicFramePr>
            <a:graphicFrameLocks noGrp="1"/>
          </p:cNvGraphicFramePr>
          <p:nvPr>
            <p:extLst>
              <p:ext uri="{D42A27DB-BD31-4B8C-83A1-F6EECF244321}">
                <p14:modId xmlns:p14="http://schemas.microsoft.com/office/powerpoint/2010/main" val="343863642"/>
              </p:ext>
            </p:extLst>
          </p:nvPr>
        </p:nvGraphicFramePr>
        <p:xfrm>
          <a:off x="1869403" y="429795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-2</a:t>
                      </a:r>
                    </a:p>
                  </a:txBody>
                  <a:tcPr anchor="ctr"/>
                </a:tc>
                <a:tc>
                  <a:txBody>
                    <a:bodyPr/>
                    <a:lstStyle/>
                    <a:p>
                      <a:pPr algn="ctr"/>
                      <a:r>
                        <a:rPr lang="en-US" b="1" dirty="0"/>
                        <a:t>-1.75</a:t>
                      </a:r>
                    </a:p>
                  </a:txBody>
                  <a:tcPr anchor="ctr"/>
                </a:tc>
                <a:extLst>
                  <a:ext uri="{0D108BD9-81ED-4DB2-BD59-A6C34878D82A}">
                    <a16:rowId xmlns:a16="http://schemas.microsoft.com/office/drawing/2014/main" val="3795677844"/>
                  </a:ext>
                </a:extLst>
              </a:tr>
              <a:tr h="1080000">
                <a:tc>
                  <a:txBody>
                    <a:bodyPr/>
                    <a:lstStyle/>
                    <a:p>
                      <a:pPr algn="ctr"/>
                      <a:r>
                        <a:rPr lang="en-US" b="1" dirty="0"/>
                        <a:t>-1.75</a:t>
                      </a:r>
                    </a:p>
                  </a:txBody>
                  <a:tcPr anchor="ctr"/>
                </a:tc>
                <a:tc>
                  <a:txBody>
                    <a:bodyPr/>
                    <a:lstStyle/>
                    <a:p>
                      <a:pPr algn="ctr"/>
                      <a:r>
                        <a:rPr lang="en-US" b="1" dirty="0"/>
                        <a:t>0</a:t>
                      </a:r>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graphicFrame>
        <p:nvGraphicFramePr>
          <p:cNvPr id="11" name="Table 10">
            <a:extLst>
              <a:ext uri="{FF2B5EF4-FFF2-40B4-BE49-F238E27FC236}">
                <a16:creationId xmlns:a16="http://schemas.microsoft.com/office/drawing/2014/main" id="{F67C80B7-D01A-3CD4-532E-327F99ABCDCD}"/>
              </a:ext>
            </a:extLst>
          </p:cNvPr>
          <p:cNvGraphicFramePr>
            <a:graphicFrameLocks noGrp="1"/>
          </p:cNvGraphicFramePr>
          <p:nvPr>
            <p:extLst>
              <p:ext uri="{D42A27DB-BD31-4B8C-83A1-F6EECF244321}">
                <p14:modId xmlns:p14="http://schemas.microsoft.com/office/powerpoint/2010/main" val="2660878214"/>
              </p:ext>
            </p:extLst>
          </p:nvPr>
        </p:nvGraphicFramePr>
        <p:xfrm>
          <a:off x="7435399" y="429795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-2.875</a:t>
                      </a:r>
                    </a:p>
                  </a:txBody>
                  <a:tcPr anchor="ctr"/>
                </a:tc>
                <a:tc>
                  <a:txBody>
                    <a:bodyPr/>
                    <a:lstStyle/>
                    <a:p>
                      <a:pPr algn="ctr"/>
                      <a:r>
                        <a:rPr lang="en-US" b="1" dirty="0"/>
                        <a:t>-2.375</a:t>
                      </a:r>
                    </a:p>
                  </a:txBody>
                  <a:tcPr anchor="ctr"/>
                </a:tc>
                <a:extLst>
                  <a:ext uri="{0D108BD9-81ED-4DB2-BD59-A6C34878D82A}">
                    <a16:rowId xmlns:a16="http://schemas.microsoft.com/office/drawing/2014/main" val="3795677844"/>
                  </a:ext>
                </a:extLst>
              </a:tr>
              <a:tr h="108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t>-2.375</a:t>
                      </a:r>
                    </a:p>
                  </a:txBody>
                  <a:tcPr anchor="ctr"/>
                </a:tc>
                <a:tc>
                  <a:txBody>
                    <a:bodyPr/>
                    <a:lstStyle/>
                    <a:p>
                      <a:pPr algn="ctr"/>
                      <a:r>
                        <a:rPr lang="en-US" b="1" dirty="0"/>
                        <a:t>0</a:t>
                      </a:r>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83A1664E-B77D-6D4D-841A-CA20280BC0EB}"/>
                  </a:ext>
                </a:extLst>
              </p:cNvPr>
              <p:cNvSpPr txBox="1"/>
              <p:nvPr/>
            </p:nvSpPr>
            <p:spPr>
              <a:xfrm>
                <a:off x="2824270" y="400050"/>
                <a:ext cx="6543458" cy="477054"/>
              </a:xfrm>
              <a:prstGeom prst="rect">
                <a:avLst/>
              </a:prstGeom>
              <a:noFill/>
            </p:spPr>
            <p:txBody>
              <a:bodyPr wrap="none" rtlCol="0">
                <a:spAutoFit/>
              </a:bodyPr>
              <a:lstStyle/>
              <a:p>
                <a:r>
                  <a:rPr lang="en-US" sz="2500" dirty="0"/>
                  <a:t>Value function for all states at </a:t>
                </a:r>
                <a14:m>
                  <m:oMath xmlns:m="http://schemas.openxmlformats.org/officeDocument/2006/math">
                    <m:r>
                      <m:rPr>
                        <m:sty m:val="p"/>
                      </m:rPr>
                      <a:rPr lang="en-GB" sz="2500" dirty="0">
                        <a:latin typeface="Cambria Math" panose="02040503050406030204" pitchFamily="18" charset="0"/>
                      </a:rPr>
                      <m:t>e</m:t>
                    </m:r>
                    <m:r>
                      <m:rPr>
                        <m:sty m:val="p"/>
                      </m:rPr>
                      <a:rPr lang="en-GB" sz="2500" b="0" i="0" dirty="0" smtClean="0">
                        <a:latin typeface="Cambria Math" panose="02040503050406030204" pitchFamily="18" charset="0"/>
                      </a:rPr>
                      <m:t>ach</m:t>
                    </m:r>
                    <m:r>
                      <a:rPr lang="en-GB" sz="2500" b="0" i="1" dirty="0" smtClean="0">
                        <a:latin typeface="Cambria Math" panose="02040503050406030204" pitchFamily="18" charset="0"/>
                      </a:rPr>
                      <m:t> </m:t>
                    </m:r>
                    <m:r>
                      <a:rPr lang="en-GB" sz="2500" i="1" dirty="0">
                        <a:latin typeface="Cambria Math" panose="02040503050406030204" pitchFamily="18" charset="0"/>
                      </a:rPr>
                      <m:t>𝑘</m:t>
                    </m:r>
                    <m:r>
                      <a:rPr lang="en-GB" sz="2500" b="0" i="0" dirty="0" smtClean="0">
                        <a:latin typeface="Cambria Math" panose="02040503050406030204" pitchFamily="18" charset="0"/>
                      </a:rPr>
                      <m:t> </m:t>
                    </m:r>
                    <m:r>
                      <m:rPr>
                        <m:sty m:val="p"/>
                      </m:rPr>
                      <a:rPr lang="en-GB" sz="2500" b="0" i="0" dirty="0" smtClean="0">
                        <a:latin typeface="Cambria Math" panose="02040503050406030204" pitchFamily="18" charset="0"/>
                      </a:rPr>
                      <m:t>iteration</m:t>
                    </m:r>
                    <m:r>
                      <a:rPr lang="en-GB" sz="2500" b="0" i="0" dirty="0" smtClean="0">
                        <a:latin typeface="Cambria Math" panose="02040503050406030204" pitchFamily="18" charset="0"/>
                      </a:rPr>
                      <m:t> </m:t>
                    </m:r>
                  </m:oMath>
                </a14:m>
                <a:endParaRPr lang="en-US" sz="2500" dirty="0"/>
              </a:p>
            </p:txBody>
          </p:sp>
        </mc:Choice>
        <mc:Fallback xmlns="">
          <p:sp>
            <p:nvSpPr>
              <p:cNvPr id="12" name="TextBox 11">
                <a:extLst>
                  <a:ext uri="{FF2B5EF4-FFF2-40B4-BE49-F238E27FC236}">
                    <a16:creationId xmlns:a16="http://schemas.microsoft.com/office/drawing/2014/main" id="{83A1664E-B77D-6D4D-841A-CA20280BC0EB}"/>
                  </a:ext>
                </a:extLst>
              </p:cNvPr>
              <p:cNvSpPr txBox="1">
                <a:spLocks noRot="1" noChangeAspect="1" noMove="1" noResize="1" noEditPoints="1" noAdjustHandles="1" noChangeArrowheads="1" noChangeShapeType="1" noTextEdit="1"/>
              </p:cNvSpPr>
              <p:nvPr/>
            </p:nvSpPr>
            <p:spPr>
              <a:xfrm>
                <a:off x="2824270" y="400050"/>
                <a:ext cx="6543458" cy="477054"/>
              </a:xfrm>
              <a:prstGeom prst="rect">
                <a:avLst/>
              </a:prstGeom>
              <a:blipFill>
                <a:blip r:embed="rId2"/>
                <a:stretch>
                  <a:fillRect l="-1550" t="-10256" r="-194" b="-282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74FDDFB5-9CC0-935F-AB98-B34F2CAAA788}"/>
                  </a:ext>
                </a:extLst>
              </p:cNvPr>
              <p:cNvSpPr txBox="1"/>
              <p:nvPr/>
            </p:nvSpPr>
            <p:spPr>
              <a:xfrm>
                <a:off x="489389" y="2110473"/>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=0</m:t>
                      </m:r>
                    </m:oMath>
                  </m:oMathPara>
                </a14:m>
                <a:endParaRPr lang="en-US" sz="2500" dirty="0"/>
              </a:p>
            </p:txBody>
          </p:sp>
        </mc:Choice>
        <mc:Fallback xmlns="">
          <p:sp>
            <p:nvSpPr>
              <p:cNvPr id="13" name="TextBox 12">
                <a:extLst>
                  <a:ext uri="{FF2B5EF4-FFF2-40B4-BE49-F238E27FC236}">
                    <a16:creationId xmlns:a16="http://schemas.microsoft.com/office/drawing/2014/main" id="{74FDDFB5-9CC0-935F-AB98-B34F2CAAA788}"/>
                  </a:ext>
                </a:extLst>
              </p:cNvPr>
              <p:cNvSpPr txBox="1">
                <a:spLocks noRot="1" noChangeAspect="1" noMove="1" noResize="1" noEditPoints="1" noAdjustHandles="1" noChangeArrowheads="1" noChangeShapeType="1" noTextEdit="1"/>
              </p:cNvSpPr>
              <p:nvPr/>
            </p:nvSpPr>
            <p:spPr>
              <a:xfrm>
                <a:off x="489389" y="2110473"/>
                <a:ext cx="1030988" cy="47705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A585BA6-E87D-38D0-404D-767112B28EA2}"/>
                  </a:ext>
                </a:extLst>
              </p:cNvPr>
              <p:cNvSpPr txBox="1"/>
              <p:nvPr/>
            </p:nvSpPr>
            <p:spPr>
              <a:xfrm>
                <a:off x="6095999" y="2110473"/>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14" name="TextBox 13">
                <a:extLst>
                  <a:ext uri="{FF2B5EF4-FFF2-40B4-BE49-F238E27FC236}">
                    <a16:creationId xmlns:a16="http://schemas.microsoft.com/office/drawing/2014/main" id="{3A585BA6-E87D-38D0-404D-767112B28EA2}"/>
                  </a:ext>
                </a:extLst>
              </p:cNvPr>
              <p:cNvSpPr txBox="1">
                <a:spLocks noRot="1" noChangeAspect="1" noMove="1" noResize="1" noEditPoints="1" noAdjustHandles="1" noChangeArrowheads="1" noChangeShapeType="1" noTextEdit="1"/>
              </p:cNvSpPr>
              <p:nvPr/>
            </p:nvSpPr>
            <p:spPr>
              <a:xfrm>
                <a:off x="6095999" y="2110473"/>
                <a:ext cx="1030988" cy="477054"/>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CC8E65F-16D3-ECFA-284A-58347E0F33A8}"/>
                  </a:ext>
                </a:extLst>
              </p:cNvPr>
              <p:cNvSpPr txBox="1"/>
              <p:nvPr/>
            </p:nvSpPr>
            <p:spPr>
              <a:xfrm>
                <a:off x="489389" y="5139423"/>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=2</m:t>
                      </m:r>
                    </m:oMath>
                  </m:oMathPara>
                </a14:m>
                <a:endParaRPr lang="en-US" sz="2500" dirty="0"/>
              </a:p>
            </p:txBody>
          </p:sp>
        </mc:Choice>
        <mc:Fallback xmlns="">
          <p:sp>
            <p:nvSpPr>
              <p:cNvPr id="15" name="TextBox 14">
                <a:extLst>
                  <a:ext uri="{FF2B5EF4-FFF2-40B4-BE49-F238E27FC236}">
                    <a16:creationId xmlns:a16="http://schemas.microsoft.com/office/drawing/2014/main" id="{6CC8E65F-16D3-ECFA-284A-58347E0F33A8}"/>
                  </a:ext>
                </a:extLst>
              </p:cNvPr>
              <p:cNvSpPr txBox="1">
                <a:spLocks noRot="1" noChangeAspect="1" noMove="1" noResize="1" noEditPoints="1" noAdjustHandles="1" noChangeArrowheads="1" noChangeShapeType="1" noTextEdit="1"/>
              </p:cNvSpPr>
              <p:nvPr/>
            </p:nvSpPr>
            <p:spPr>
              <a:xfrm>
                <a:off x="489389" y="5139423"/>
                <a:ext cx="1030988" cy="47705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A7539679-0827-C01B-CB28-8534559BD15C}"/>
                  </a:ext>
                </a:extLst>
              </p:cNvPr>
              <p:cNvSpPr txBox="1"/>
              <p:nvPr/>
            </p:nvSpPr>
            <p:spPr>
              <a:xfrm>
                <a:off x="6095999" y="5139423"/>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=3</m:t>
                      </m:r>
                    </m:oMath>
                  </m:oMathPara>
                </a14:m>
                <a:endParaRPr lang="en-US" sz="2500" dirty="0"/>
              </a:p>
            </p:txBody>
          </p:sp>
        </mc:Choice>
        <mc:Fallback xmlns="">
          <p:sp>
            <p:nvSpPr>
              <p:cNvPr id="16" name="TextBox 15">
                <a:extLst>
                  <a:ext uri="{FF2B5EF4-FFF2-40B4-BE49-F238E27FC236}">
                    <a16:creationId xmlns:a16="http://schemas.microsoft.com/office/drawing/2014/main" id="{A7539679-0827-C01B-CB28-8534559BD15C}"/>
                  </a:ext>
                </a:extLst>
              </p:cNvPr>
              <p:cNvSpPr txBox="1">
                <a:spLocks noRot="1" noChangeAspect="1" noMove="1" noResize="1" noEditPoints="1" noAdjustHandles="1" noChangeArrowheads="1" noChangeShapeType="1" noTextEdit="1"/>
              </p:cNvSpPr>
              <p:nvPr/>
            </p:nvSpPr>
            <p:spPr>
              <a:xfrm>
                <a:off x="6095999" y="5139423"/>
                <a:ext cx="1030988" cy="477054"/>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593962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500"/>
                                        <p:tgtEl>
                                          <p:spTgt spid="14"/>
                                        </p:tgtEl>
                                      </p:cBhvr>
                                    </p:animEffect>
                                  </p:childTnLst>
                                </p:cTn>
                              </p:par>
                              <p:par>
                                <p:cTn id="16" presetID="10" presetClass="entr" presetSubtype="0" fill="hold" nodeType="with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500"/>
                                        <p:tgtEl>
                                          <p:spTgt spid="16"/>
                                        </p:tgtEl>
                                      </p:cBhvr>
                                    </p:animEffect>
                                  </p:childTnLst>
                                </p:cTn>
                              </p:par>
                              <p:par>
                                <p:cTn id="32" presetID="10" presetClass="entr" presetSubtype="0" fill="hold"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P spid="15" grpId="0"/>
      <p:bldP spid="16" grpId="0"/>
    </p:bldLst>
  </p:timing>
</p:sld>
</file>

<file path=ppt/slides/slide12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A05CA4C5-2A20-90F8-FA8F-7FDB0E133EE2}"/>
            </a:ext>
          </a:extLst>
        </p:cNvPr>
        <p:cNvGrpSpPr/>
        <p:nvPr/>
      </p:nvGrpSpPr>
      <p:grpSpPr>
        <a:xfrm>
          <a:off x="0" y="0"/>
          <a:ext cx="0" cy="0"/>
          <a:chOff x="0" y="0"/>
          <a:chExt cx="0" cy="0"/>
        </a:xfrm>
      </p:grpSpPr>
      <p:graphicFrame>
        <p:nvGraphicFramePr>
          <p:cNvPr id="10" name="Table 9">
            <a:extLst>
              <a:ext uri="{FF2B5EF4-FFF2-40B4-BE49-F238E27FC236}">
                <a16:creationId xmlns:a16="http://schemas.microsoft.com/office/drawing/2014/main" id="{1F8AD49E-582C-BEDC-23D1-1A4D71A585ED}"/>
              </a:ext>
            </a:extLst>
          </p:cNvPr>
          <p:cNvGraphicFramePr>
            <a:graphicFrameLocks noGrp="1"/>
          </p:cNvGraphicFramePr>
          <p:nvPr>
            <p:extLst>
              <p:ext uri="{D42A27DB-BD31-4B8C-83A1-F6EECF244321}">
                <p14:modId xmlns:p14="http://schemas.microsoft.com/office/powerpoint/2010/main" val="2440317415"/>
              </p:ext>
            </p:extLst>
          </p:nvPr>
        </p:nvGraphicFramePr>
        <p:xfrm>
          <a:off x="1869403" y="429795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r>
                        <a:rPr lang="en-US" b="1" dirty="0"/>
                        <a:t>0</a:t>
                      </a:r>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graphicFrame>
        <p:nvGraphicFramePr>
          <p:cNvPr id="11" name="Table 10">
            <a:extLst>
              <a:ext uri="{FF2B5EF4-FFF2-40B4-BE49-F238E27FC236}">
                <a16:creationId xmlns:a16="http://schemas.microsoft.com/office/drawing/2014/main" id="{AE303DF4-5658-2A63-AA19-AF7A538BDBC7}"/>
              </a:ext>
            </a:extLst>
          </p:cNvPr>
          <p:cNvGraphicFramePr>
            <a:graphicFrameLocks noGrp="1"/>
          </p:cNvGraphicFramePr>
          <p:nvPr>
            <p:extLst>
              <p:ext uri="{D42A27DB-BD31-4B8C-83A1-F6EECF244321}">
                <p14:modId xmlns:p14="http://schemas.microsoft.com/office/powerpoint/2010/main" val="3423900409"/>
              </p:ext>
            </p:extLst>
          </p:nvPr>
        </p:nvGraphicFramePr>
        <p:xfrm>
          <a:off x="7435399" y="429795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b="1" dirty="0"/>
                    </a:p>
                  </a:txBody>
                  <a:tcPr anchor="ctr"/>
                </a:tc>
                <a:tc>
                  <a:txBody>
                    <a:bodyPr/>
                    <a:lstStyle/>
                    <a:p>
                      <a:pPr algn="ctr"/>
                      <a:r>
                        <a:rPr lang="en-US" b="1" dirty="0"/>
                        <a:t>0</a:t>
                      </a:r>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95B1CAE3-2BA5-757D-25D9-7CADB835865C}"/>
                  </a:ext>
                </a:extLst>
              </p:cNvPr>
              <p:cNvSpPr txBox="1"/>
              <p:nvPr/>
            </p:nvSpPr>
            <p:spPr>
              <a:xfrm>
                <a:off x="489389" y="2110473"/>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=0</m:t>
                      </m:r>
                    </m:oMath>
                  </m:oMathPara>
                </a14:m>
                <a:endParaRPr lang="en-US" sz="2500" dirty="0"/>
              </a:p>
            </p:txBody>
          </p:sp>
        </mc:Choice>
        <mc:Fallback xmlns="">
          <p:sp>
            <p:nvSpPr>
              <p:cNvPr id="13" name="TextBox 12">
                <a:extLst>
                  <a:ext uri="{FF2B5EF4-FFF2-40B4-BE49-F238E27FC236}">
                    <a16:creationId xmlns:a16="http://schemas.microsoft.com/office/drawing/2014/main" id="{95B1CAE3-2BA5-757D-25D9-7CADB835865C}"/>
                  </a:ext>
                </a:extLst>
              </p:cNvPr>
              <p:cNvSpPr txBox="1">
                <a:spLocks noRot="1" noChangeAspect="1" noMove="1" noResize="1" noEditPoints="1" noAdjustHandles="1" noChangeArrowheads="1" noChangeShapeType="1" noTextEdit="1"/>
              </p:cNvSpPr>
              <p:nvPr/>
            </p:nvSpPr>
            <p:spPr>
              <a:xfrm>
                <a:off x="489389" y="2110473"/>
                <a:ext cx="1030988" cy="47705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F9D2293-79CC-65F4-5EF4-FA1B2EC5A359}"/>
                  </a:ext>
                </a:extLst>
              </p:cNvPr>
              <p:cNvSpPr txBox="1"/>
              <p:nvPr/>
            </p:nvSpPr>
            <p:spPr>
              <a:xfrm>
                <a:off x="6095999" y="2110473"/>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14" name="TextBox 13">
                <a:extLst>
                  <a:ext uri="{FF2B5EF4-FFF2-40B4-BE49-F238E27FC236}">
                    <a16:creationId xmlns:a16="http://schemas.microsoft.com/office/drawing/2014/main" id="{3F9D2293-79CC-65F4-5EF4-FA1B2EC5A359}"/>
                  </a:ext>
                </a:extLst>
              </p:cNvPr>
              <p:cNvSpPr txBox="1">
                <a:spLocks noRot="1" noChangeAspect="1" noMove="1" noResize="1" noEditPoints="1" noAdjustHandles="1" noChangeArrowheads="1" noChangeShapeType="1" noTextEdit="1"/>
              </p:cNvSpPr>
              <p:nvPr/>
            </p:nvSpPr>
            <p:spPr>
              <a:xfrm>
                <a:off x="6095999" y="2110473"/>
                <a:ext cx="1030988" cy="47705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138E5B26-E10C-630F-4D47-C0492D45CCBD}"/>
                  </a:ext>
                </a:extLst>
              </p:cNvPr>
              <p:cNvSpPr txBox="1"/>
              <p:nvPr/>
            </p:nvSpPr>
            <p:spPr>
              <a:xfrm>
                <a:off x="489389" y="5139423"/>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=2</m:t>
                      </m:r>
                    </m:oMath>
                  </m:oMathPara>
                </a14:m>
                <a:endParaRPr lang="en-US" sz="2500" dirty="0"/>
              </a:p>
            </p:txBody>
          </p:sp>
        </mc:Choice>
        <mc:Fallback xmlns="">
          <p:sp>
            <p:nvSpPr>
              <p:cNvPr id="15" name="TextBox 14">
                <a:extLst>
                  <a:ext uri="{FF2B5EF4-FFF2-40B4-BE49-F238E27FC236}">
                    <a16:creationId xmlns:a16="http://schemas.microsoft.com/office/drawing/2014/main" id="{138E5B26-E10C-630F-4D47-C0492D45CCBD}"/>
                  </a:ext>
                </a:extLst>
              </p:cNvPr>
              <p:cNvSpPr txBox="1">
                <a:spLocks noRot="1" noChangeAspect="1" noMove="1" noResize="1" noEditPoints="1" noAdjustHandles="1" noChangeArrowheads="1" noChangeShapeType="1" noTextEdit="1"/>
              </p:cNvSpPr>
              <p:nvPr/>
            </p:nvSpPr>
            <p:spPr>
              <a:xfrm>
                <a:off x="489389" y="5139423"/>
                <a:ext cx="1030988" cy="477054"/>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D86A7B46-B372-3113-62F2-D039FC6DE2C8}"/>
                  </a:ext>
                </a:extLst>
              </p:cNvPr>
              <p:cNvSpPr txBox="1"/>
              <p:nvPr/>
            </p:nvSpPr>
            <p:spPr>
              <a:xfrm>
                <a:off x="6095999" y="5139423"/>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=3</m:t>
                      </m:r>
                    </m:oMath>
                  </m:oMathPara>
                </a14:m>
                <a:endParaRPr lang="en-US" sz="2500" dirty="0"/>
              </a:p>
            </p:txBody>
          </p:sp>
        </mc:Choice>
        <mc:Fallback xmlns="">
          <p:sp>
            <p:nvSpPr>
              <p:cNvPr id="16" name="TextBox 15">
                <a:extLst>
                  <a:ext uri="{FF2B5EF4-FFF2-40B4-BE49-F238E27FC236}">
                    <a16:creationId xmlns:a16="http://schemas.microsoft.com/office/drawing/2014/main" id="{D86A7B46-B372-3113-62F2-D039FC6DE2C8}"/>
                  </a:ext>
                </a:extLst>
              </p:cNvPr>
              <p:cNvSpPr txBox="1">
                <a:spLocks noRot="1" noChangeAspect="1" noMove="1" noResize="1" noEditPoints="1" noAdjustHandles="1" noChangeArrowheads="1" noChangeShapeType="1" noTextEdit="1"/>
              </p:cNvSpPr>
              <p:nvPr/>
            </p:nvSpPr>
            <p:spPr>
              <a:xfrm>
                <a:off x="6095999" y="5139423"/>
                <a:ext cx="1030988" cy="477054"/>
              </a:xfrm>
              <a:prstGeom prst="rect">
                <a:avLst/>
              </a:prstGeom>
              <a:blipFill>
                <a:blip r:embed="rId5"/>
                <a:stretch>
                  <a:fillRect/>
                </a:stretch>
              </a:blipFill>
            </p:spPr>
            <p:txBody>
              <a:bodyPr/>
              <a:lstStyle/>
              <a:p>
                <a:r>
                  <a:rPr lang="en-US">
                    <a:noFill/>
                  </a:rPr>
                  <a:t> </a:t>
                </a:r>
              </a:p>
            </p:txBody>
          </p:sp>
        </mc:Fallback>
      </mc:AlternateContent>
      <p:graphicFrame>
        <p:nvGraphicFramePr>
          <p:cNvPr id="6" name="Table 5">
            <a:extLst>
              <a:ext uri="{FF2B5EF4-FFF2-40B4-BE49-F238E27FC236}">
                <a16:creationId xmlns:a16="http://schemas.microsoft.com/office/drawing/2014/main" id="{827D0D92-FE32-5D11-7C71-5438503CC54E}"/>
              </a:ext>
            </a:extLst>
          </p:cNvPr>
          <p:cNvGraphicFramePr>
            <a:graphicFrameLocks noGrp="1"/>
          </p:cNvGraphicFramePr>
          <p:nvPr>
            <p:extLst>
              <p:ext uri="{D42A27DB-BD31-4B8C-83A1-F6EECF244321}">
                <p14:modId xmlns:p14="http://schemas.microsoft.com/office/powerpoint/2010/main" val="640885034"/>
              </p:ext>
            </p:extLst>
          </p:nvPr>
        </p:nvGraphicFramePr>
        <p:xfrm>
          <a:off x="1869402" y="126900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7" name="Quad Arrow 6">
            <a:extLst>
              <a:ext uri="{FF2B5EF4-FFF2-40B4-BE49-F238E27FC236}">
                <a16:creationId xmlns:a16="http://schemas.microsoft.com/office/drawing/2014/main" id="{438AF276-2395-F753-077D-CA6AC5A1ACFD}"/>
              </a:ext>
            </a:extLst>
          </p:cNvPr>
          <p:cNvSpPr/>
          <p:nvPr/>
        </p:nvSpPr>
        <p:spPr>
          <a:xfrm>
            <a:off x="2177482" y="135028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9" name="Table 18">
            <a:extLst>
              <a:ext uri="{FF2B5EF4-FFF2-40B4-BE49-F238E27FC236}">
                <a16:creationId xmlns:a16="http://schemas.microsoft.com/office/drawing/2014/main" id="{1B8F4121-65EF-4892-69BC-A4DE1C945DEF}"/>
              </a:ext>
            </a:extLst>
          </p:cNvPr>
          <p:cNvGraphicFramePr>
            <a:graphicFrameLocks noGrp="1"/>
          </p:cNvGraphicFramePr>
          <p:nvPr>
            <p:extLst>
              <p:ext uri="{D42A27DB-BD31-4B8C-83A1-F6EECF244321}">
                <p14:modId xmlns:p14="http://schemas.microsoft.com/office/powerpoint/2010/main" val="3556744379"/>
              </p:ext>
            </p:extLst>
          </p:nvPr>
        </p:nvGraphicFramePr>
        <p:xfrm>
          <a:off x="7435399" y="126900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20" name="Quad Arrow 19">
            <a:extLst>
              <a:ext uri="{FF2B5EF4-FFF2-40B4-BE49-F238E27FC236}">
                <a16:creationId xmlns:a16="http://schemas.microsoft.com/office/drawing/2014/main" id="{B4AB48AA-567D-2165-47C2-B3522144A40E}"/>
              </a:ext>
            </a:extLst>
          </p:cNvPr>
          <p:cNvSpPr/>
          <p:nvPr/>
        </p:nvSpPr>
        <p:spPr>
          <a:xfrm>
            <a:off x="7755322" y="135028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Down Arrow 20">
            <a:extLst>
              <a:ext uri="{FF2B5EF4-FFF2-40B4-BE49-F238E27FC236}">
                <a16:creationId xmlns:a16="http://schemas.microsoft.com/office/drawing/2014/main" id="{51BC834C-361A-4DA6-A7E8-2D45BF36DD91}"/>
              </a:ext>
            </a:extLst>
          </p:cNvPr>
          <p:cNvSpPr/>
          <p:nvPr/>
        </p:nvSpPr>
        <p:spPr>
          <a:xfrm>
            <a:off x="9394130" y="135028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Down Arrow 21">
            <a:extLst>
              <a:ext uri="{FF2B5EF4-FFF2-40B4-BE49-F238E27FC236}">
                <a16:creationId xmlns:a16="http://schemas.microsoft.com/office/drawing/2014/main" id="{01D3BB40-1BF6-93AD-0C3D-0DEA1995B3C2}"/>
              </a:ext>
            </a:extLst>
          </p:cNvPr>
          <p:cNvSpPr/>
          <p:nvPr/>
        </p:nvSpPr>
        <p:spPr>
          <a:xfrm rot="16200000">
            <a:off x="8002210" y="2368420"/>
            <a:ext cx="484632" cy="978408"/>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Quad Arrow 22">
            <a:extLst>
              <a:ext uri="{FF2B5EF4-FFF2-40B4-BE49-F238E27FC236}">
                <a16:creationId xmlns:a16="http://schemas.microsoft.com/office/drawing/2014/main" id="{945F0860-9F70-02DC-D63C-BB2E7B7E8E72}"/>
              </a:ext>
            </a:extLst>
          </p:cNvPr>
          <p:cNvSpPr/>
          <p:nvPr/>
        </p:nvSpPr>
        <p:spPr>
          <a:xfrm>
            <a:off x="3560808" y="135028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Quad Arrow 23">
            <a:extLst>
              <a:ext uri="{FF2B5EF4-FFF2-40B4-BE49-F238E27FC236}">
                <a16:creationId xmlns:a16="http://schemas.microsoft.com/office/drawing/2014/main" id="{0E2F6529-F4D6-2D6A-0899-3EDB614F44D0}"/>
              </a:ext>
            </a:extLst>
          </p:cNvPr>
          <p:cNvSpPr/>
          <p:nvPr/>
        </p:nvSpPr>
        <p:spPr>
          <a:xfrm>
            <a:off x="2177482" y="2407624"/>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Down Arrow 24">
            <a:extLst>
              <a:ext uri="{FF2B5EF4-FFF2-40B4-BE49-F238E27FC236}">
                <a16:creationId xmlns:a16="http://schemas.microsoft.com/office/drawing/2014/main" id="{721BD276-A956-6574-2BE0-5AFE0B2B7F69}"/>
              </a:ext>
            </a:extLst>
          </p:cNvPr>
          <p:cNvSpPr/>
          <p:nvPr/>
        </p:nvSpPr>
        <p:spPr>
          <a:xfrm>
            <a:off x="3816290" y="441860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Down Arrow 25">
            <a:extLst>
              <a:ext uri="{FF2B5EF4-FFF2-40B4-BE49-F238E27FC236}">
                <a16:creationId xmlns:a16="http://schemas.microsoft.com/office/drawing/2014/main" id="{C0E667A5-3342-423A-B04C-164052E4F5A3}"/>
              </a:ext>
            </a:extLst>
          </p:cNvPr>
          <p:cNvSpPr/>
          <p:nvPr/>
        </p:nvSpPr>
        <p:spPr>
          <a:xfrm rot="16200000">
            <a:off x="2424370" y="5436740"/>
            <a:ext cx="484632" cy="978408"/>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Left-Up Arrow 26">
            <a:extLst>
              <a:ext uri="{FF2B5EF4-FFF2-40B4-BE49-F238E27FC236}">
                <a16:creationId xmlns:a16="http://schemas.microsoft.com/office/drawing/2014/main" id="{D92BDCDD-B675-AC7A-0947-94ADC858EA34}"/>
              </a:ext>
            </a:extLst>
          </p:cNvPr>
          <p:cNvSpPr/>
          <p:nvPr/>
        </p:nvSpPr>
        <p:spPr>
          <a:xfrm flipH="1" flipV="1">
            <a:off x="2241490" y="4443404"/>
            <a:ext cx="850392" cy="850392"/>
          </a:xfrm>
          <a:prstGeom prst="leftUpArrow">
            <a:avLst>
              <a:gd name="adj1" fmla="val 27389"/>
              <a:gd name="adj2" fmla="val 25000"/>
              <a:gd name="adj3" fmla="val 25000"/>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Down Arrow 27">
            <a:extLst>
              <a:ext uri="{FF2B5EF4-FFF2-40B4-BE49-F238E27FC236}">
                <a16:creationId xmlns:a16="http://schemas.microsoft.com/office/drawing/2014/main" id="{FAC02827-E8C0-FCE4-C020-8DB1DFE43856}"/>
              </a:ext>
            </a:extLst>
          </p:cNvPr>
          <p:cNvSpPr/>
          <p:nvPr/>
        </p:nvSpPr>
        <p:spPr>
          <a:xfrm>
            <a:off x="9330122" y="441860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Down Arrow 28">
            <a:extLst>
              <a:ext uri="{FF2B5EF4-FFF2-40B4-BE49-F238E27FC236}">
                <a16:creationId xmlns:a16="http://schemas.microsoft.com/office/drawing/2014/main" id="{FC0AEFA0-821B-2D71-CA31-55ED3B98BB66}"/>
              </a:ext>
            </a:extLst>
          </p:cNvPr>
          <p:cNvSpPr/>
          <p:nvPr/>
        </p:nvSpPr>
        <p:spPr>
          <a:xfrm rot="16200000">
            <a:off x="7938202" y="5436740"/>
            <a:ext cx="484632" cy="978408"/>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Left-Up Arrow 29">
            <a:extLst>
              <a:ext uri="{FF2B5EF4-FFF2-40B4-BE49-F238E27FC236}">
                <a16:creationId xmlns:a16="http://schemas.microsoft.com/office/drawing/2014/main" id="{D241A483-BBD2-79CE-858E-0B311A80BEA9}"/>
              </a:ext>
            </a:extLst>
          </p:cNvPr>
          <p:cNvSpPr/>
          <p:nvPr/>
        </p:nvSpPr>
        <p:spPr>
          <a:xfrm flipH="1" flipV="1">
            <a:off x="7755322" y="4443404"/>
            <a:ext cx="850392" cy="850392"/>
          </a:xfrm>
          <a:prstGeom prst="leftUpArrow">
            <a:avLst>
              <a:gd name="adj1" fmla="val 27389"/>
              <a:gd name="adj2" fmla="val 25000"/>
              <a:gd name="adj3" fmla="val 25000"/>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7F2ADCB3-91C2-64A7-3305-9BD25D310516}"/>
                  </a:ext>
                </a:extLst>
              </p:cNvPr>
              <p:cNvSpPr txBox="1"/>
              <p:nvPr/>
            </p:nvSpPr>
            <p:spPr>
              <a:xfrm>
                <a:off x="3501218" y="400050"/>
                <a:ext cx="5189562" cy="477054"/>
              </a:xfrm>
              <a:prstGeom prst="rect">
                <a:avLst/>
              </a:prstGeom>
              <a:noFill/>
            </p:spPr>
            <p:txBody>
              <a:bodyPr wrap="none" rtlCol="0">
                <a:spAutoFit/>
              </a:bodyPr>
              <a:lstStyle/>
              <a:p>
                <a:r>
                  <a:rPr lang="en-US" sz="2500" dirty="0"/>
                  <a:t>Policy improvement </a:t>
                </a:r>
                <a14:m>
                  <m:oMath xmlns:m="http://schemas.openxmlformats.org/officeDocument/2006/math">
                    <m:r>
                      <m:rPr>
                        <m:sty m:val="p"/>
                      </m:rPr>
                      <a:rPr lang="en-GB" sz="2500" dirty="0">
                        <a:latin typeface="Cambria Math" panose="02040503050406030204" pitchFamily="18" charset="0"/>
                      </a:rPr>
                      <m:t>e</m:t>
                    </m:r>
                    <m:r>
                      <m:rPr>
                        <m:sty m:val="p"/>
                      </m:rPr>
                      <a:rPr lang="en-GB" sz="2500" b="0" i="0" dirty="0" smtClean="0">
                        <a:latin typeface="Cambria Math" panose="02040503050406030204" pitchFamily="18" charset="0"/>
                      </a:rPr>
                      <m:t>ach</m:t>
                    </m:r>
                    <m:r>
                      <a:rPr lang="en-GB" sz="2500" b="0" i="1" dirty="0" smtClean="0">
                        <a:latin typeface="Cambria Math" panose="02040503050406030204" pitchFamily="18" charset="0"/>
                      </a:rPr>
                      <m:t> </m:t>
                    </m:r>
                    <m:r>
                      <a:rPr lang="en-GB" sz="2500" i="1" dirty="0">
                        <a:latin typeface="Cambria Math" panose="02040503050406030204" pitchFamily="18" charset="0"/>
                      </a:rPr>
                      <m:t>𝑘</m:t>
                    </m:r>
                    <m:r>
                      <a:rPr lang="en-GB" sz="2500" b="0" i="0" dirty="0" smtClean="0">
                        <a:latin typeface="Cambria Math" panose="02040503050406030204" pitchFamily="18" charset="0"/>
                      </a:rPr>
                      <m:t> </m:t>
                    </m:r>
                    <m:r>
                      <m:rPr>
                        <m:sty m:val="p"/>
                      </m:rPr>
                      <a:rPr lang="en-GB" sz="2500" b="0" i="0" dirty="0" smtClean="0">
                        <a:latin typeface="Cambria Math" panose="02040503050406030204" pitchFamily="18" charset="0"/>
                      </a:rPr>
                      <m:t>iteration</m:t>
                    </m:r>
                    <m:r>
                      <a:rPr lang="en-GB" sz="2500" b="0" i="0" dirty="0" smtClean="0">
                        <a:latin typeface="Cambria Math" panose="02040503050406030204" pitchFamily="18" charset="0"/>
                      </a:rPr>
                      <m:t> </m:t>
                    </m:r>
                  </m:oMath>
                </a14:m>
                <a:endParaRPr lang="en-US" sz="2500" dirty="0"/>
              </a:p>
            </p:txBody>
          </p:sp>
        </mc:Choice>
        <mc:Fallback xmlns="">
          <p:sp>
            <p:nvSpPr>
              <p:cNvPr id="32" name="TextBox 31">
                <a:extLst>
                  <a:ext uri="{FF2B5EF4-FFF2-40B4-BE49-F238E27FC236}">
                    <a16:creationId xmlns:a16="http://schemas.microsoft.com/office/drawing/2014/main" id="{7F2ADCB3-91C2-64A7-3305-9BD25D310516}"/>
                  </a:ext>
                </a:extLst>
              </p:cNvPr>
              <p:cNvSpPr txBox="1">
                <a:spLocks noRot="1" noChangeAspect="1" noMove="1" noResize="1" noEditPoints="1" noAdjustHandles="1" noChangeArrowheads="1" noChangeShapeType="1" noTextEdit="1"/>
              </p:cNvSpPr>
              <p:nvPr/>
            </p:nvSpPr>
            <p:spPr>
              <a:xfrm>
                <a:off x="3501218" y="400050"/>
                <a:ext cx="5189562" cy="477054"/>
              </a:xfrm>
              <a:prstGeom prst="rect">
                <a:avLst/>
              </a:prstGeom>
              <a:blipFill>
                <a:blip r:embed="rId6"/>
                <a:stretch>
                  <a:fillRect l="-1951" t="-10256" r="-244" b="-28205"/>
                </a:stretch>
              </a:blipFill>
            </p:spPr>
            <p:txBody>
              <a:bodyPr/>
              <a:lstStyle/>
              <a:p>
                <a:r>
                  <a:rPr lang="en-US">
                    <a:noFill/>
                  </a:rPr>
                  <a:t> </a:t>
                </a:r>
              </a:p>
            </p:txBody>
          </p:sp>
        </mc:Fallback>
      </mc:AlternateContent>
    </p:spTree>
    <p:extLst>
      <p:ext uri="{BB962C8B-B14F-4D97-AF65-F5344CB8AC3E}">
        <p14:creationId xmlns:p14="http://schemas.microsoft.com/office/powerpoint/2010/main" val="21035694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fade">
                                      <p:cBhvr>
                                        <p:cTn id="16" dur="500"/>
                                        <p:tgtEl>
                                          <p:spTgt spid="2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fade">
                                      <p:cBhvr>
                                        <p:cTn id="19" dur="500"/>
                                        <p:tgtEl>
                                          <p:spTgt spid="24"/>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00"/>
                                        <p:tgtEl>
                                          <p:spTgt spid="14"/>
                                        </p:tgtEl>
                                      </p:cBhvr>
                                    </p:animEffect>
                                  </p:childTnLst>
                                </p:cTn>
                              </p:par>
                              <p:par>
                                <p:cTn id="25" presetID="10" presetClass="entr" presetSubtype="0"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fade">
                                      <p:cBhvr>
                                        <p:cTn id="27" dur="500"/>
                                        <p:tgtEl>
                                          <p:spTgt spid="19"/>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0"/>
                                        </p:tgtEl>
                                        <p:attrNameLst>
                                          <p:attrName>style.visibility</p:attrName>
                                        </p:attrNameLst>
                                      </p:cBhvr>
                                      <p:to>
                                        <p:strVal val="visible"/>
                                      </p:to>
                                    </p:set>
                                    <p:animEffect transition="in" filter="fade">
                                      <p:cBhvr>
                                        <p:cTn id="30" dur="500"/>
                                        <p:tgtEl>
                                          <p:spTgt spid="2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fade">
                                      <p:cBhvr>
                                        <p:cTn id="33" dur="500"/>
                                        <p:tgtEl>
                                          <p:spTgt spid="2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2"/>
                                        </p:tgtEl>
                                        <p:attrNameLst>
                                          <p:attrName>style.visibility</p:attrName>
                                        </p:attrNameLst>
                                      </p:cBhvr>
                                      <p:to>
                                        <p:strVal val="visible"/>
                                      </p:to>
                                    </p:set>
                                    <p:animEffect transition="in" filter="fade">
                                      <p:cBhvr>
                                        <p:cTn id="36" dur="500"/>
                                        <p:tgtEl>
                                          <p:spTgt spid="22"/>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5"/>
                                        </p:tgtEl>
                                        <p:attrNameLst>
                                          <p:attrName>style.visibility</p:attrName>
                                        </p:attrNameLst>
                                      </p:cBhvr>
                                      <p:to>
                                        <p:strVal val="visible"/>
                                      </p:to>
                                    </p:set>
                                    <p:animEffect transition="in" filter="fade">
                                      <p:cBhvr>
                                        <p:cTn id="47" dur="500"/>
                                        <p:tgtEl>
                                          <p:spTgt spid="25"/>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fade">
                                      <p:cBhvr>
                                        <p:cTn id="50" dur="500"/>
                                        <p:tgtEl>
                                          <p:spTgt spid="26"/>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7"/>
                                        </p:tgtEl>
                                        <p:attrNameLst>
                                          <p:attrName>style.visibility</p:attrName>
                                        </p:attrNameLst>
                                      </p:cBhvr>
                                      <p:to>
                                        <p:strVal val="visible"/>
                                      </p:to>
                                    </p:set>
                                    <p:animEffect transition="in" filter="fade">
                                      <p:cBhvr>
                                        <p:cTn id="53" dur="500"/>
                                        <p:tgtEl>
                                          <p:spTgt spid="2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1"/>
                                        </p:tgtEl>
                                        <p:attrNameLst>
                                          <p:attrName>style.visibility</p:attrName>
                                        </p:attrNameLst>
                                      </p:cBhvr>
                                      <p:to>
                                        <p:strVal val="visible"/>
                                      </p:to>
                                    </p:set>
                                    <p:animEffect transition="in" filter="fade">
                                      <p:cBhvr>
                                        <p:cTn id="58" dur="500"/>
                                        <p:tgtEl>
                                          <p:spTgt spid="11"/>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16"/>
                                        </p:tgtEl>
                                        <p:attrNameLst>
                                          <p:attrName>style.visibility</p:attrName>
                                        </p:attrNameLst>
                                      </p:cBhvr>
                                      <p:to>
                                        <p:strVal val="visible"/>
                                      </p:to>
                                    </p:set>
                                    <p:animEffect transition="in" filter="fade">
                                      <p:cBhvr>
                                        <p:cTn id="61" dur="500"/>
                                        <p:tgtEl>
                                          <p:spTgt spid="16"/>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8"/>
                                        </p:tgtEl>
                                        <p:attrNameLst>
                                          <p:attrName>style.visibility</p:attrName>
                                        </p:attrNameLst>
                                      </p:cBhvr>
                                      <p:to>
                                        <p:strVal val="visible"/>
                                      </p:to>
                                    </p:set>
                                    <p:animEffect transition="in" filter="fade">
                                      <p:cBhvr>
                                        <p:cTn id="64" dur="500"/>
                                        <p:tgtEl>
                                          <p:spTgt spid="28"/>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500"/>
                                        <p:tgtEl>
                                          <p:spTgt spid="2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0"/>
                                        </p:tgtEl>
                                        <p:attrNameLst>
                                          <p:attrName>style.visibility</p:attrName>
                                        </p:attrNameLst>
                                      </p:cBhvr>
                                      <p:to>
                                        <p:strVal val="visible"/>
                                      </p:to>
                                    </p:set>
                                    <p:animEffect transition="in" filter="fade">
                                      <p:cBhvr>
                                        <p:cTn id="70"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P spid="15" grpId="0"/>
      <p:bldP spid="16" grpId="0"/>
      <p:bldP spid="7"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5420</TotalTime>
  <Words>6053</Words>
  <Application>Microsoft Macintosh PowerPoint</Application>
  <PresentationFormat>Widescreen</PresentationFormat>
  <Paragraphs>1693</Paragraphs>
  <Slides>122</Slides>
  <Notes>43</Notes>
  <HiddenSlides>5</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122</vt:i4>
      </vt:variant>
    </vt:vector>
  </HeadingPairs>
  <TitlesOfParts>
    <vt:vector size="129" baseType="lpstr">
      <vt:lpstr>Aptos</vt:lpstr>
      <vt:lpstr>Aptos Display</vt:lpstr>
      <vt:lpstr>Arial</vt:lpstr>
      <vt:lpstr>Cambria Math</vt:lpstr>
      <vt:lpstr>Menlo</vt:lpstr>
      <vt:lpstr>Wingdings</vt:lpstr>
      <vt:lpstr>Office Theme</vt:lpstr>
      <vt:lpstr>Planning by Dynamic Programming</vt:lpstr>
      <vt:lpstr>Outline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How does Dynamic Programming apply to MDPs?</vt:lpstr>
      <vt:lpstr>How does Dynamic Programming apply to MDPs?</vt:lpstr>
      <vt:lpstr>How does Dynamic Programming apply to MDPs?</vt:lpstr>
      <vt:lpstr>How does Dynamic Programming apply to MDPs?</vt:lpstr>
      <vt:lpstr>For Prediction: Gridworld Example</vt:lpstr>
      <vt:lpstr>For Prediction: Gridworld Example</vt:lpstr>
      <vt:lpstr>For Control: Gridworld Example</vt:lpstr>
      <vt:lpstr>For Control: Gridworld Example</vt:lpstr>
      <vt:lpstr>For Control: Gridworld Example</vt:lpstr>
      <vt:lpstr>Outline</vt:lpstr>
      <vt:lpstr>Policy Evaluation</vt:lpstr>
      <vt:lpstr>Gridworld</vt:lpstr>
      <vt:lpstr>Example: 2x2 Gridworld</vt:lpstr>
      <vt:lpstr>Example: 2x2 Gridworld</vt:lpstr>
      <vt:lpstr>Example: 2x2 Gridworld</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Policy Iteration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Palenzuela, Ronnel</dc:creator>
  <cp:lastModifiedBy>Elizer Jr. D. Ponio</cp:lastModifiedBy>
  <cp:revision>744</cp:revision>
  <dcterms:created xsi:type="dcterms:W3CDTF">2024-08-08T01:29:50Z</dcterms:created>
  <dcterms:modified xsi:type="dcterms:W3CDTF">2025-08-24T10:23:08Z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8a813f4b-519a-4481-a498-85770f517757_Enabled">
    <vt:lpwstr>true</vt:lpwstr>
  </property>
  <property fmtid="{D5CDD505-2E9C-101B-9397-08002B2CF9AE}" pid="3" name="MSIP_Label_8a813f4b-519a-4481-a498-85770f517757_SetDate">
    <vt:lpwstr>2024-08-08T02:28:55Z</vt:lpwstr>
  </property>
  <property fmtid="{D5CDD505-2E9C-101B-9397-08002B2CF9AE}" pid="4" name="MSIP_Label_8a813f4b-519a-4481-a498-85770f517757_Method">
    <vt:lpwstr>Standard</vt:lpwstr>
  </property>
  <property fmtid="{D5CDD505-2E9C-101B-9397-08002B2CF9AE}" pid="5" name="MSIP_Label_8a813f4b-519a-4481-a498-85770f517757_Name">
    <vt:lpwstr>Anyone (unrestricted)</vt:lpwstr>
  </property>
  <property fmtid="{D5CDD505-2E9C-101B-9397-08002B2CF9AE}" pid="6" name="MSIP_Label_8a813f4b-519a-4481-a498-85770f517757_SiteId">
    <vt:lpwstr>1d981f77-3ca3-46ae-b0d4-e8044e6c7f84</vt:lpwstr>
  </property>
  <property fmtid="{D5CDD505-2E9C-101B-9397-08002B2CF9AE}" pid="7" name="MSIP_Label_8a813f4b-519a-4481-a498-85770f517757_ActionId">
    <vt:lpwstr>6e000025-dfc4-466b-8a1a-3abd180e870b</vt:lpwstr>
  </property>
  <property fmtid="{D5CDD505-2E9C-101B-9397-08002B2CF9AE}" pid="8" name="MSIP_Label_8a813f4b-519a-4481-a498-85770f517757_ContentBits">
    <vt:lpwstr>0</vt:lpwstr>
  </property>
</Properties>
</file>